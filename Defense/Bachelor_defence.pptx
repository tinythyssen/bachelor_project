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9.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0.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1.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1.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12.xml" ContentType="application/vnd.openxmlformats-officedocument.presentationml.notesSlide+xml"/>
  <Override PartName="/ppt/diagrams/data22.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4.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13.xml" ContentType="application/vnd.openxmlformats-officedocument.presentationml.notesSlide+xml"/>
  <Override PartName="/ppt/diagrams/data25.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7.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14.xml" ContentType="application/vnd.openxmlformats-officedocument.presentationml.notesSlide+xml"/>
  <Override PartName="/ppt/diagrams/data28.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9.xml" ContentType="application/vnd.openxmlformats-officedocument.drawingml.diagramData+xml"/>
  <Override PartName="/ppt/diagrams/data30.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31.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15.xml" ContentType="application/vnd.openxmlformats-officedocument.presentationml.notesSlide+xml"/>
  <Override PartName="/ppt/diagrams/data33.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35.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6.xml" ContentType="application/vnd.openxmlformats-officedocument.drawingml.diagramData+xml"/>
  <Override PartName="/ppt/diagrams/data37.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8.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9.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41.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16.xml" ContentType="application/vnd.openxmlformats-officedocument.presentationml.notesSlide+xml"/>
  <Override PartName="/ppt/diagrams/data43.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17.xml" ContentType="application/vnd.openxmlformats-officedocument.presentationml.notesSlide+xml"/>
  <Override PartName="/ppt/diagrams/data44.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18.xml" ContentType="application/vnd.openxmlformats-officedocument.presentationml.notesSlide+xml"/>
  <Override PartName="/ppt/diagrams/data45.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19.xml" ContentType="application/vnd.openxmlformats-officedocument.presentationml.notesSlide+xml"/>
  <Override PartName="/ppt/diagrams/data46.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20.xml" ContentType="application/vnd.openxmlformats-officedocument.presentationml.notesSlide+xml"/>
  <Override PartName="/ppt/diagrams/data47.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48.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21.xml" ContentType="application/vnd.openxmlformats-officedocument.presentationml.notesSlide+xml"/>
  <Override PartName="/ppt/diagrams/data5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5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53.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22.xml" ContentType="application/vnd.openxmlformats-officedocument.presentationml.notesSlide+xml"/>
  <Override PartName="/ppt/diagrams/data55.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56.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57.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notesSlides/notesSlide23.xml" ContentType="application/vnd.openxmlformats-officedocument.presentationml.notesSlide+xml"/>
  <Override PartName="/ppt/diagrams/data58.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59.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60.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notesSlides/notesSlide24.xml" ContentType="application/vnd.openxmlformats-officedocument.presentationml.notesSlide+xml"/>
  <Override PartName="/ppt/diagrams/data61.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62.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63.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65.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notesSlides/notesSlide25.xml" ContentType="application/vnd.openxmlformats-officedocument.presentationml.notesSlide+xml"/>
  <Override PartName="/ppt/diagrams/data67.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68.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70.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72.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notesSlides/notesSlide26.xml" ContentType="application/vnd.openxmlformats-officedocument.presentationml.notesSlide+xml"/>
  <Override PartName="/ppt/diagrams/data74.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75.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77.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79.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80.xml" ContentType="application/vnd.openxmlformats-officedocument.drawingml.diagramData+xml"/>
  <Override PartName="/ppt/notesSlides/notesSlide27.xml" ContentType="application/vnd.openxmlformats-officedocument.presentationml.notesSlide+xml"/>
  <Override PartName="/ppt/diagrams/data8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8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84.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86.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notesSlides/notesSlide28.xml" ContentType="application/vnd.openxmlformats-officedocument.presentationml.notesSlide+xml"/>
  <Override PartName="/ppt/diagrams/data88.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89.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notesSlides/notesSlide29.xml" ContentType="application/vnd.openxmlformats-officedocument.presentationml.notesSlide+xml"/>
  <Override PartName="/ppt/diagrams/data91.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92.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94.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notesSlides/notesSlide30.xml" ContentType="application/vnd.openxmlformats-officedocument.presentationml.notesSlide+xml"/>
  <Override PartName="/ppt/diagrams/data96.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97.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99.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notesSlides/notesSlide31.xml" ContentType="application/vnd.openxmlformats-officedocument.presentationml.notesSlide+xml"/>
  <Override PartName="/ppt/diagrams/data101.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102.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diagrams/data104.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notesSlides/notesSlide32.xml" ContentType="application/vnd.openxmlformats-officedocument.presentationml.notesSlide+xml"/>
  <Override PartName="/ppt/diagrams/data10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10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diagrams/data109.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diagrams/data111.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notesSlides/notesSlide33.xml" ContentType="application/vnd.openxmlformats-officedocument.presentationml.notesSlide+xml"/>
  <Override PartName="/ppt/diagrams/data112.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diagrams/data113.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diagrams/data115.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diagrams/data117.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notesSlides/notesSlide34.xml" ContentType="application/vnd.openxmlformats-officedocument.presentationml.notesSlide+xml"/>
  <Override PartName="/ppt/diagrams/data119.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diagrams/data120.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notesSlides/notesSlide35.xml" ContentType="application/vnd.openxmlformats-officedocument.presentationml.notesSlide+xml"/>
  <Override PartName="/ppt/diagrams/data122.xml" ContentType="application/vnd.openxmlformats-officedocument.drawingml.diagramData+xml"/>
  <Override PartName="/ppt/diagrams/layout86.xml" ContentType="application/vnd.openxmlformats-officedocument.drawingml.diagramLayout+xml"/>
  <Override PartName="/ppt/diagrams/quickStyle86.xml" ContentType="application/vnd.openxmlformats-officedocument.drawingml.diagramStyle+xml"/>
  <Override PartName="/ppt/diagrams/colors86.xml" ContentType="application/vnd.openxmlformats-officedocument.drawingml.diagramColors+xml"/>
  <Override PartName="/ppt/diagrams/drawing86.xml" ContentType="application/vnd.ms-office.drawingml.diagramDrawing+xml"/>
  <Override PartName="/ppt/diagrams/data123.xml" ContentType="application/vnd.openxmlformats-officedocument.drawingml.diagramData+xml"/>
  <Override PartName="/ppt/diagrams/layout87.xml" ContentType="application/vnd.openxmlformats-officedocument.drawingml.diagramLayout+xml"/>
  <Override PartName="/ppt/diagrams/quickStyle87.xml" ContentType="application/vnd.openxmlformats-officedocument.drawingml.diagramStyle+xml"/>
  <Override PartName="/ppt/diagrams/colors87.xml" ContentType="application/vnd.openxmlformats-officedocument.drawingml.diagramColors+xml"/>
  <Override PartName="/ppt/diagrams/drawing87.xml" ContentType="application/vnd.ms-office.drawingml.diagramDrawing+xml"/>
  <Override PartName="/ppt/notesSlides/notesSlide36.xml" ContentType="application/vnd.openxmlformats-officedocument.presentationml.notesSlide+xml"/>
  <Override PartName="/ppt/diagrams/data124.xml" ContentType="application/vnd.openxmlformats-officedocument.drawingml.diagramData+xml"/>
  <Override PartName="/ppt/diagrams/layout88.xml" ContentType="application/vnd.openxmlformats-officedocument.drawingml.diagramLayout+xml"/>
  <Override PartName="/ppt/diagrams/quickStyle88.xml" ContentType="application/vnd.openxmlformats-officedocument.drawingml.diagramStyle+xml"/>
  <Override PartName="/ppt/diagrams/colors88.xml" ContentType="application/vnd.openxmlformats-officedocument.drawingml.diagramColors+xml"/>
  <Override PartName="/ppt/diagrams/drawing88.xml" ContentType="application/vnd.ms-office.drawingml.diagramDrawing+xml"/>
  <Override PartName="/ppt/diagrams/data125.xml" ContentType="application/vnd.openxmlformats-officedocument.drawingml.diagramData+xml"/>
  <Override PartName="/ppt/diagrams/layout89.xml" ContentType="application/vnd.openxmlformats-officedocument.drawingml.diagramLayout+xml"/>
  <Override PartName="/ppt/diagrams/quickStyle89.xml" ContentType="application/vnd.openxmlformats-officedocument.drawingml.diagramStyle+xml"/>
  <Override PartName="/ppt/diagrams/colors89.xml" ContentType="application/vnd.openxmlformats-officedocument.drawingml.diagramColors+xml"/>
  <Override PartName="/ppt/diagrams/drawing89.xml" ContentType="application/vnd.ms-office.drawingml.diagramDrawing+xml"/>
  <Override PartName="/ppt/diagrams/data126.xml" ContentType="application/vnd.openxmlformats-officedocument.drawingml.diagramData+xml"/>
  <Override PartName="/ppt/diagrams/layout90.xml" ContentType="application/vnd.openxmlformats-officedocument.drawingml.diagramLayout+xml"/>
  <Override PartName="/ppt/diagrams/quickStyle90.xml" ContentType="application/vnd.openxmlformats-officedocument.drawingml.diagramStyle+xml"/>
  <Override PartName="/ppt/diagrams/colors90.xml" ContentType="application/vnd.openxmlformats-officedocument.drawingml.diagramColors+xml"/>
  <Override PartName="/ppt/diagrams/drawing90.xml" ContentType="application/vnd.ms-office.drawingml.diagramDrawing+xml"/>
  <Override PartName="/ppt/notesSlides/notesSlide37.xml" ContentType="application/vnd.openxmlformats-officedocument.presentationml.notesSlide+xml"/>
  <Override PartName="/ppt/diagrams/data127.xml" ContentType="application/vnd.openxmlformats-officedocument.drawingml.diagramData+xml"/>
  <Override PartName="/ppt/diagrams/layout91.xml" ContentType="application/vnd.openxmlformats-officedocument.drawingml.diagramLayout+xml"/>
  <Override PartName="/ppt/diagrams/quickStyle91.xml" ContentType="application/vnd.openxmlformats-officedocument.drawingml.diagramStyle+xml"/>
  <Override PartName="/ppt/diagrams/colors91.xml" ContentType="application/vnd.openxmlformats-officedocument.drawingml.diagramColors+xml"/>
  <Override PartName="/ppt/diagrams/drawing91.xml" ContentType="application/vnd.ms-office.drawingml.diagramDrawing+xml"/>
  <Override PartName="/ppt/diagrams/data128.xml" ContentType="application/vnd.openxmlformats-officedocument.drawingml.diagramData+xml"/>
  <Override PartName="/ppt/diagrams/layout92.xml" ContentType="application/vnd.openxmlformats-officedocument.drawingml.diagramLayout+xml"/>
  <Override PartName="/ppt/diagrams/quickStyle92.xml" ContentType="application/vnd.openxmlformats-officedocument.drawingml.diagramStyle+xml"/>
  <Override PartName="/ppt/diagrams/colors92.xml" ContentType="application/vnd.openxmlformats-officedocument.drawingml.diagramColors+xml"/>
  <Override PartName="/ppt/diagrams/drawing92.xml" ContentType="application/vnd.ms-office.drawingml.diagramDrawing+xml"/>
  <Override PartName="/ppt/diagrams/data130.xml" ContentType="application/vnd.openxmlformats-officedocument.drawingml.diagramData+xml"/>
  <Override PartName="/ppt/diagrams/layout93.xml" ContentType="application/vnd.openxmlformats-officedocument.drawingml.diagramLayout+xml"/>
  <Override PartName="/ppt/diagrams/quickStyle93.xml" ContentType="application/vnd.openxmlformats-officedocument.drawingml.diagramStyle+xml"/>
  <Override PartName="/ppt/diagrams/colors93.xml" ContentType="application/vnd.openxmlformats-officedocument.drawingml.diagramColors+xml"/>
  <Override PartName="/ppt/diagrams/drawing93.xml" ContentType="application/vnd.ms-office.drawingml.diagramDrawing+xml"/>
  <Override PartName="/ppt/diagrams/data131.xml" ContentType="application/vnd.openxmlformats-officedocument.drawingml.diagramData+xml"/>
  <Override PartName="/ppt/diagrams/layout94.xml" ContentType="application/vnd.openxmlformats-officedocument.drawingml.diagramLayout+xml"/>
  <Override PartName="/ppt/diagrams/quickStyle94.xml" ContentType="application/vnd.openxmlformats-officedocument.drawingml.diagramStyle+xml"/>
  <Override PartName="/ppt/diagrams/colors94.xml" ContentType="application/vnd.openxmlformats-officedocument.drawingml.diagramColors+xml"/>
  <Override PartName="/ppt/diagrams/drawing94.xml" ContentType="application/vnd.ms-office.drawingml.diagramDrawing+xml"/>
  <Override PartName="/ppt/notesSlides/notesSlide38.xml" ContentType="application/vnd.openxmlformats-officedocument.presentationml.notesSlide+xml"/>
  <Override PartName="/ppt/diagrams/data133.xml" ContentType="application/vnd.openxmlformats-officedocument.drawingml.diagramData+xml"/>
  <Override PartName="/ppt/diagrams/layout95.xml" ContentType="application/vnd.openxmlformats-officedocument.drawingml.diagramLayout+xml"/>
  <Override PartName="/ppt/diagrams/quickStyle95.xml" ContentType="application/vnd.openxmlformats-officedocument.drawingml.diagramStyle+xml"/>
  <Override PartName="/ppt/diagrams/colors95.xml" ContentType="application/vnd.openxmlformats-officedocument.drawingml.diagramColors+xml"/>
  <Override PartName="/ppt/diagrams/drawing95.xml" ContentType="application/vnd.ms-office.drawingml.diagramDrawing+xml"/>
  <Override PartName="/ppt/diagrams/data134.xml" ContentType="application/vnd.openxmlformats-officedocument.drawingml.diagramData+xml"/>
  <Override PartName="/ppt/diagrams/layout96.xml" ContentType="application/vnd.openxmlformats-officedocument.drawingml.diagramLayout+xml"/>
  <Override PartName="/ppt/diagrams/quickStyle96.xml" ContentType="application/vnd.openxmlformats-officedocument.drawingml.diagramStyle+xml"/>
  <Override PartName="/ppt/diagrams/colors96.xml" ContentType="application/vnd.openxmlformats-officedocument.drawingml.diagramColors+xml"/>
  <Override PartName="/ppt/diagrams/drawing96.xml" ContentType="application/vnd.ms-office.drawingml.diagramDrawing+xml"/>
  <Override PartName="/ppt/diagrams/data135.xml" ContentType="application/vnd.openxmlformats-officedocument.drawingml.diagramData+xml"/>
  <Override PartName="/ppt/diagrams/layout97.xml" ContentType="application/vnd.openxmlformats-officedocument.drawingml.diagramLayout+xml"/>
  <Override PartName="/ppt/diagrams/quickStyle97.xml" ContentType="application/vnd.openxmlformats-officedocument.drawingml.diagramStyle+xml"/>
  <Override PartName="/ppt/diagrams/colors97.xml" ContentType="application/vnd.openxmlformats-officedocument.drawingml.diagramColors+xml"/>
  <Override PartName="/ppt/diagrams/drawing97.xml" ContentType="application/vnd.ms-office.drawingml.diagramDrawing+xml"/>
  <Override PartName="/ppt/notesSlides/notesSlide39.xml" ContentType="application/vnd.openxmlformats-officedocument.presentationml.notesSlide+xml"/>
  <Override PartName="/ppt/diagrams/data137.xml" ContentType="application/vnd.openxmlformats-officedocument.drawingml.diagramData+xml"/>
  <Override PartName="/ppt/diagrams/layout98.xml" ContentType="application/vnd.openxmlformats-officedocument.drawingml.diagramLayout+xml"/>
  <Override PartName="/ppt/diagrams/quickStyle98.xml" ContentType="application/vnd.openxmlformats-officedocument.drawingml.diagramStyle+xml"/>
  <Override PartName="/ppt/diagrams/colors98.xml" ContentType="application/vnd.openxmlformats-officedocument.drawingml.diagramColors+xml"/>
  <Override PartName="/ppt/diagrams/drawing98.xml" ContentType="application/vnd.ms-office.drawingml.diagramDrawing+xml"/>
  <Override PartName="/ppt/notesSlides/notesSlide40.xml" ContentType="application/vnd.openxmlformats-officedocument.presentationml.notesSlide+xml"/>
  <Override PartName="/ppt/diagrams/data138.xml" ContentType="application/vnd.openxmlformats-officedocument.drawingml.diagramData+xml"/>
  <Override PartName="/ppt/diagrams/layout99.xml" ContentType="application/vnd.openxmlformats-officedocument.drawingml.diagramLayout+xml"/>
  <Override PartName="/ppt/diagrams/quickStyle99.xml" ContentType="application/vnd.openxmlformats-officedocument.drawingml.diagramStyle+xml"/>
  <Override PartName="/ppt/diagrams/colors99.xml" ContentType="application/vnd.openxmlformats-officedocument.drawingml.diagramColors+xml"/>
  <Override PartName="/ppt/diagrams/drawing99.xml" ContentType="application/vnd.ms-office.drawingml.diagramDrawing+xml"/>
  <Override PartName="/ppt/notesSlides/notesSlide41.xml" ContentType="application/vnd.openxmlformats-officedocument.presentationml.notesSlide+xml"/>
  <Override PartName="/ppt/diagrams/data139.xml" ContentType="application/vnd.openxmlformats-officedocument.drawingml.diagramData+xml"/>
  <Override PartName="/ppt/diagrams/layout100.xml" ContentType="application/vnd.openxmlformats-officedocument.drawingml.diagramLayout+xml"/>
  <Override PartName="/ppt/diagrams/quickStyle100.xml" ContentType="application/vnd.openxmlformats-officedocument.drawingml.diagramStyle+xml"/>
  <Override PartName="/ppt/diagrams/colors100.xml" ContentType="application/vnd.openxmlformats-officedocument.drawingml.diagramColors+xml"/>
  <Override PartName="/ppt/diagrams/drawing100.xml" ContentType="application/vnd.ms-office.drawingml.diagramDrawing+xml"/>
  <Override PartName="/ppt/diagrams/data140.xml" ContentType="application/vnd.openxmlformats-officedocument.drawingml.diagramData+xml"/>
  <Override PartName="/ppt/diagrams/layout101.xml" ContentType="application/vnd.openxmlformats-officedocument.drawingml.diagramLayout+xml"/>
  <Override PartName="/ppt/diagrams/quickStyle101.xml" ContentType="application/vnd.openxmlformats-officedocument.drawingml.diagramStyle+xml"/>
  <Override PartName="/ppt/diagrams/colors101.xml" ContentType="application/vnd.openxmlformats-officedocument.drawingml.diagramColors+xml"/>
  <Override PartName="/ppt/diagrams/drawing101.xml" ContentType="application/vnd.ms-office.drawingml.diagramDrawing+xml"/>
  <Override PartName="/ppt/notesSlides/notesSlide42.xml" ContentType="application/vnd.openxmlformats-officedocument.presentationml.notesSlide+xml"/>
  <Override PartName="/ppt/diagrams/data142.xml" ContentType="application/vnd.openxmlformats-officedocument.drawingml.diagramData+xml"/>
  <Override PartName="/ppt/diagrams/layout102.xml" ContentType="application/vnd.openxmlformats-officedocument.drawingml.diagramLayout+xml"/>
  <Override PartName="/ppt/diagrams/quickStyle102.xml" ContentType="application/vnd.openxmlformats-officedocument.drawingml.diagramStyle+xml"/>
  <Override PartName="/ppt/diagrams/colors102.xml" ContentType="application/vnd.openxmlformats-officedocument.drawingml.diagramColors+xml"/>
  <Override PartName="/ppt/diagrams/drawing102.xml" ContentType="application/vnd.ms-office.drawingml.diagramDrawing+xml"/>
  <Override PartName="/ppt/diagrams/data143.xml" ContentType="application/vnd.openxmlformats-officedocument.drawingml.diagramData+xml"/>
  <Override PartName="/ppt/diagrams/layout103.xml" ContentType="application/vnd.openxmlformats-officedocument.drawingml.diagramLayout+xml"/>
  <Override PartName="/ppt/diagrams/quickStyle103.xml" ContentType="application/vnd.openxmlformats-officedocument.drawingml.diagramStyle+xml"/>
  <Override PartName="/ppt/diagrams/colors103.xml" ContentType="application/vnd.openxmlformats-officedocument.drawingml.diagramColors+xml"/>
  <Override PartName="/ppt/diagrams/drawing103.xml" ContentType="application/vnd.ms-office.drawingml.diagramDrawing+xml"/>
  <Override PartName="/ppt/diagrams/data145.xml" ContentType="application/vnd.openxmlformats-officedocument.drawingml.diagramData+xml"/>
  <Override PartName="/ppt/diagrams/layout104.xml" ContentType="application/vnd.openxmlformats-officedocument.drawingml.diagramLayout+xml"/>
  <Override PartName="/ppt/diagrams/quickStyle104.xml" ContentType="application/vnd.openxmlformats-officedocument.drawingml.diagramStyle+xml"/>
  <Override PartName="/ppt/diagrams/colors104.xml" ContentType="application/vnd.openxmlformats-officedocument.drawingml.diagramColors+xml"/>
  <Override PartName="/ppt/diagrams/drawing104.xml" ContentType="application/vnd.ms-office.drawingml.diagramDrawing+xml"/>
  <Override PartName="/ppt/diagrams/data147.xml" ContentType="application/vnd.openxmlformats-officedocument.drawingml.diagramData+xml"/>
  <Override PartName="/ppt/diagrams/layout105.xml" ContentType="application/vnd.openxmlformats-officedocument.drawingml.diagramLayout+xml"/>
  <Override PartName="/ppt/diagrams/quickStyle105.xml" ContentType="application/vnd.openxmlformats-officedocument.drawingml.diagramStyle+xml"/>
  <Override PartName="/ppt/diagrams/colors105.xml" ContentType="application/vnd.openxmlformats-officedocument.drawingml.diagramColors+xml"/>
  <Override PartName="/ppt/diagrams/drawing105.xml" ContentType="application/vnd.ms-office.drawingml.diagramDrawing+xml"/>
  <Override PartName="/ppt/notesSlides/notesSlide43.xml" ContentType="application/vnd.openxmlformats-officedocument.presentationml.notesSlide+xml"/>
  <Override PartName="/ppt/diagrams/data149.xml" ContentType="application/vnd.openxmlformats-officedocument.drawingml.diagramData+xml"/>
  <Override PartName="/ppt/diagrams/layout106.xml" ContentType="application/vnd.openxmlformats-officedocument.drawingml.diagramLayout+xml"/>
  <Override PartName="/ppt/diagrams/quickStyle106.xml" ContentType="application/vnd.openxmlformats-officedocument.drawingml.diagramStyle+xml"/>
  <Override PartName="/ppt/diagrams/colors106.xml" ContentType="application/vnd.openxmlformats-officedocument.drawingml.diagramColors+xml"/>
  <Override PartName="/ppt/diagrams/drawing106.xml" ContentType="application/vnd.ms-office.drawingml.diagramDrawing+xml"/>
  <Override PartName="/ppt/diagrams/data150.xml" ContentType="application/vnd.openxmlformats-officedocument.drawingml.diagramData+xml"/>
  <Override PartName="/ppt/diagrams/layout107.xml" ContentType="application/vnd.openxmlformats-officedocument.drawingml.diagramLayout+xml"/>
  <Override PartName="/ppt/diagrams/quickStyle107.xml" ContentType="application/vnd.openxmlformats-officedocument.drawingml.diagramStyle+xml"/>
  <Override PartName="/ppt/diagrams/colors107.xml" ContentType="application/vnd.openxmlformats-officedocument.drawingml.diagramColors+xml"/>
  <Override PartName="/ppt/diagrams/drawing107.xml" ContentType="application/vnd.ms-office.drawingml.diagramDrawing+xml"/>
  <Override PartName="/ppt/notesSlides/notesSlide44.xml" ContentType="application/vnd.openxmlformats-officedocument.presentationml.notesSlide+xml"/>
  <Override PartName="/ppt/diagrams/data151.xml" ContentType="application/vnd.openxmlformats-officedocument.drawingml.diagramData+xml"/>
  <Override PartName="/ppt/diagrams/layout108.xml" ContentType="application/vnd.openxmlformats-officedocument.drawingml.diagramLayout+xml"/>
  <Override PartName="/ppt/diagrams/quickStyle108.xml" ContentType="application/vnd.openxmlformats-officedocument.drawingml.diagramStyle+xml"/>
  <Override PartName="/ppt/diagrams/colors108.xml" ContentType="application/vnd.openxmlformats-officedocument.drawingml.diagramColors+xml"/>
  <Override PartName="/ppt/diagrams/drawing108.xml" ContentType="application/vnd.ms-office.drawingml.diagramDrawing+xml"/>
  <Override PartName="/ppt/diagrams/data152.xml" ContentType="application/vnd.openxmlformats-officedocument.drawingml.diagramData+xml"/>
  <Override PartName="/ppt/diagrams/layout109.xml" ContentType="application/vnd.openxmlformats-officedocument.drawingml.diagramLayout+xml"/>
  <Override PartName="/ppt/diagrams/quickStyle109.xml" ContentType="application/vnd.openxmlformats-officedocument.drawingml.diagramStyle+xml"/>
  <Override PartName="/ppt/diagrams/colors109.xml" ContentType="application/vnd.openxmlformats-officedocument.drawingml.diagramColors+xml"/>
  <Override PartName="/ppt/diagrams/drawing109.xml" ContentType="application/vnd.ms-office.drawingml.diagramDrawing+xml"/>
  <Override PartName="/ppt/notesSlides/notesSlide45.xml" ContentType="application/vnd.openxmlformats-officedocument.presentationml.notesSlide+xml"/>
  <Override PartName="/ppt/diagrams/data153.xml" ContentType="application/vnd.openxmlformats-officedocument.drawingml.diagramData+xml"/>
  <Override PartName="/ppt/diagrams/layout110.xml" ContentType="application/vnd.openxmlformats-officedocument.drawingml.diagramLayout+xml"/>
  <Override PartName="/ppt/diagrams/quickStyle110.xml" ContentType="application/vnd.openxmlformats-officedocument.drawingml.diagramStyle+xml"/>
  <Override PartName="/ppt/diagrams/colors110.xml" ContentType="application/vnd.openxmlformats-officedocument.drawingml.diagramColors+xml"/>
  <Override PartName="/ppt/diagrams/drawing110.xml" ContentType="application/vnd.ms-office.drawingml.diagramDrawing+xml"/>
  <Override PartName="/ppt/diagrams/data154.xml" ContentType="application/vnd.openxmlformats-officedocument.drawingml.diagramData+xml"/>
  <Override PartName="/ppt/diagrams/data155.xml" ContentType="application/vnd.openxmlformats-officedocument.drawingml.diagramData+xml"/>
  <Override PartName="/ppt/diagrams/layout111.xml" ContentType="application/vnd.openxmlformats-officedocument.drawingml.diagramLayout+xml"/>
  <Override PartName="/ppt/diagrams/quickStyle111.xml" ContentType="application/vnd.openxmlformats-officedocument.drawingml.diagramStyle+xml"/>
  <Override PartName="/ppt/diagrams/colors111.xml" ContentType="application/vnd.openxmlformats-officedocument.drawingml.diagramColors+xml"/>
  <Override PartName="/ppt/diagrams/drawing111.xml" ContentType="application/vnd.ms-office.drawingml.diagramDrawing+xml"/>
  <Override PartName="/ppt/notesSlides/notesSlide46.xml" ContentType="application/vnd.openxmlformats-officedocument.presentationml.notesSlide+xml"/>
  <Override PartName="/ppt/diagrams/data156.xml" ContentType="application/vnd.openxmlformats-officedocument.drawingml.diagramData+xml"/>
  <Override PartName="/ppt/diagrams/layout112.xml" ContentType="application/vnd.openxmlformats-officedocument.drawingml.diagramLayout+xml"/>
  <Override PartName="/ppt/diagrams/quickStyle112.xml" ContentType="application/vnd.openxmlformats-officedocument.drawingml.diagramStyle+xml"/>
  <Override PartName="/ppt/diagrams/colors112.xml" ContentType="application/vnd.openxmlformats-officedocument.drawingml.diagramColors+xml"/>
  <Override PartName="/ppt/diagrams/drawing112.xml" ContentType="application/vnd.ms-office.drawingml.diagramDrawing+xml"/>
  <Override PartName="/ppt/diagrams/data157.xml" ContentType="application/vnd.openxmlformats-officedocument.drawingml.diagramData+xml"/>
  <Override PartName="/ppt/diagrams/layout113.xml" ContentType="application/vnd.openxmlformats-officedocument.drawingml.diagramLayout+xml"/>
  <Override PartName="/ppt/diagrams/quickStyle113.xml" ContentType="application/vnd.openxmlformats-officedocument.drawingml.diagramStyle+xml"/>
  <Override PartName="/ppt/diagrams/colors113.xml" ContentType="application/vnd.openxmlformats-officedocument.drawingml.diagramColors+xml"/>
  <Override PartName="/ppt/diagrams/drawing113.xml" ContentType="application/vnd.ms-office.drawingml.diagramDrawing+xml"/>
  <Override PartName="/ppt/diagrams/data158.xml" ContentType="application/vnd.openxmlformats-officedocument.drawingml.diagramData+xml"/>
  <Override PartName="/ppt/diagrams/data159.xml" ContentType="application/vnd.openxmlformats-officedocument.drawingml.diagramData+xml"/>
  <Override PartName="/ppt/diagrams/layout114.xml" ContentType="application/vnd.openxmlformats-officedocument.drawingml.diagramLayout+xml"/>
  <Override PartName="/ppt/diagrams/quickStyle114.xml" ContentType="application/vnd.openxmlformats-officedocument.drawingml.diagramStyle+xml"/>
  <Override PartName="/ppt/diagrams/colors114.xml" ContentType="application/vnd.openxmlformats-officedocument.drawingml.diagramColors+xml"/>
  <Override PartName="/ppt/diagrams/drawing114.xml" ContentType="application/vnd.ms-office.drawingml.diagramDrawing+xml"/>
  <Override PartName="/ppt/diagrams/data160.xml" ContentType="application/vnd.openxmlformats-officedocument.drawingml.diagramData+xml"/>
  <Override PartName="/ppt/diagrams/layout115.xml" ContentType="application/vnd.openxmlformats-officedocument.drawingml.diagramLayout+xml"/>
  <Override PartName="/ppt/diagrams/quickStyle115.xml" ContentType="application/vnd.openxmlformats-officedocument.drawingml.diagramStyle+xml"/>
  <Override PartName="/ppt/diagrams/colors115.xml" ContentType="application/vnd.openxmlformats-officedocument.drawingml.diagramColors+xml"/>
  <Override PartName="/ppt/diagrams/drawing115.xml" ContentType="application/vnd.ms-office.drawingml.diagramDrawing+xml"/>
  <Override PartName="/ppt/diagrams/data161.xml" ContentType="application/vnd.openxmlformats-officedocument.drawingml.diagramData+xml"/>
  <Override PartName="/ppt/notesSlides/notesSlide47.xml" ContentType="application/vnd.openxmlformats-officedocument.presentationml.notesSlide+xml"/>
  <Override PartName="/ppt/diagrams/data162.xml" ContentType="application/vnd.openxmlformats-officedocument.drawingml.diagramData+xml"/>
  <Override PartName="/ppt/diagrams/layout116.xml" ContentType="application/vnd.openxmlformats-officedocument.drawingml.diagramLayout+xml"/>
  <Override PartName="/ppt/diagrams/quickStyle116.xml" ContentType="application/vnd.openxmlformats-officedocument.drawingml.diagramStyle+xml"/>
  <Override PartName="/ppt/diagrams/colors116.xml" ContentType="application/vnd.openxmlformats-officedocument.drawingml.diagramColors+xml"/>
  <Override PartName="/ppt/diagrams/drawing116.xml" ContentType="application/vnd.ms-office.drawingml.diagramDrawing+xml"/>
  <Override PartName="/ppt/notesSlides/notesSlide48.xml" ContentType="application/vnd.openxmlformats-officedocument.presentationml.notesSlide+xml"/>
  <Override PartName="/ppt/diagrams/data163.xml" ContentType="application/vnd.openxmlformats-officedocument.drawingml.diagramData+xml"/>
  <Override PartName="/ppt/diagrams/layout117.xml" ContentType="application/vnd.openxmlformats-officedocument.drawingml.diagramLayout+xml"/>
  <Override PartName="/ppt/diagrams/quickStyle117.xml" ContentType="application/vnd.openxmlformats-officedocument.drawingml.diagramStyle+xml"/>
  <Override PartName="/ppt/diagrams/colors117.xml" ContentType="application/vnd.openxmlformats-officedocument.drawingml.diagramColors+xml"/>
  <Override PartName="/ppt/diagrams/drawing117.xml" ContentType="application/vnd.ms-office.drawingml.diagramDrawing+xml"/>
  <Override PartName="/ppt/diagrams/data164.xml" ContentType="application/vnd.openxmlformats-officedocument.drawingml.diagramData+xml"/>
  <Override PartName="/ppt/diagrams/layout118.xml" ContentType="application/vnd.openxmlformats-officedocument.drawingml.diagramLayout+xml"/>
  <Override PartName="/ppt/diagrams/quickStyle118.xml" ContentType="application/vnd.openxmlformats-officedocument.drawingml.diagramStyle+xml"/>
  <Override PartName="/ppt/diagrams/colors118.xml" ContentType="application/vnd.openxmlformats-officedocument.drawingml.diagramColors+xml"/>
  <Override PartName="/ppt/diagrams/drawing118.xml" ContentType="application/vnd.ms-office.drawingml.diagramDrawing+xml"/>
  <Override PartName="/ppt/notesSlides/notesSlide49.xml" ContentType="application/vnd.openxmlformats-officedocument.presentationml.notesSlide+xml"/>
  <Override PartName="/ppt/diagrams/data165.xml" ContentType="application/vnd.openxmlformats-officedocument.drawingml.diagramData+xml"/>
  <Override PartName="/ppt/diagrams/layout119.xml" ContentType="application/vnd.openxmlformats-officedocument.drawingml.diagramLayout+xml"/>
  <Override PartName="/ppt/diagrams/quickStyle119.xml" ContentType="application/vnd.openxmlformats-officedocument.drawingml.diagramStyle+xml"/>
  <Override PartName="/ppt/diagrams/colors119.xml" ContentType="application/vnd.openxmlformats-officedocument.drawingml.diagramColors+xml"/>
  <Override PartName="/ppt/diagrams/drawing119.xml" ContentType="application/vnd.ms-office.drawingml.diagramDrawing+xml"/>
  <Override PartName="/ppt/diagrams/data166.xml" ContentType="application/vnd.openxmlformats-officedocument.drawingml.diagramData+xml"/>
  <Override PartName="/ppt/diagrams/layout120.xml" ContentType="application/vnd.openxmlformats-officedocument.drawingml.diagramLayout+xml"/>
  <Override PartName="/ppt/diagrams/quickStyle120.xml" ContentType="application/vnd.openxmlformats-officedocument.drawingml.diagramStyle+xml"/>
  <Override PartName="/ppt/diagrams/colors120.xml" ContentType="application/vnd.openxmlformats-officedocument.drawingml.diagramColors+xml"/>
  <Override PartName="/ppt/diagrams/drawing120.xml" ContentType="application/vnd.ms-office.drawingml.diagramDrawing+xml"/>
  <Override PartName="/ppt/notesSlides/notesSlide50.xml" ContentType="application/vnd.openxmlformats-officedocument.presentationml.notesSlide+xml"/>
  <Override PartName="/ppt/diagrams/data167.xml" ContentType="application/vnd.openxmlformats-officedocument.drawingml.diagramData+xml"/>
  <Override PartName="/ppt/diagrams/layout121.xml" ContentType="application/vnd.openxmlformats-officedocument.drawingml.diagramLayout+xml"/>
  <Override PartName="/ppt/diagrams/quickStyle121.xml" ContentType="application/vnd.openxmlformats-officedocument.drawingml.diagramStyle+xml"/>
  <Override PartName="/ppt/diagrams/colors121.xml" ContentType="application/vnd.openxmlformats-officedocument.drawingml.diagramColors+xml"/>
  <Override PartName="/ppt/diagrams/drawing121.xml" ContentType="application/vnd.ms-office.drawingml.diagramDrawing+xml"/>
  <Override PartName="/ppt/diagrams/data168.xml" ContentType="application/vnd.openxmlformats-officedocument.drawingml.diagramData+xml"/>
  <Override PartName="/ppt/diagrams/layout122.xml" ContentType="application/vnd.openxmlformats-officedocument.drawingml.diagramLayout+xml"/>
  <Override PartName="/ppt/diagrams/quickStyle122.xml" ContentType="application/vnd.openxmlformats-officedocument.drawingml.diagramStyle+xml"/>
  <Override PartName="/ppt/diagrams/colors122.xml" ContentType="application/vnd.openxmlformats-officedocument.drawingml.diagramColors+xml"/>
  <Override PartName="/ppt/diagrams/drawing122.xml" ContentType="application/vnd.ms-office.drawingml.diagramDrawing+xml"/>
  <Override PartName="/ppt/notesSlides/notesSlide51.xml" ContentType="application/vnd.openxmlformats-officedocument.presentationml.notesSlide+xml"/>
  <Override PartName="/ppt/diagrams/data169.xml" ContentType="application/vnd.openxmlformats-officedocument.drawingml.diagramData+xml"/>
  <Override PartName="/ppt/diagrams/layout123.xml" ContentType="application/vnd.openxmlformats-officedocument.drawingml.diagramLayout+xml"/>
  <Override PartName="/ppt/diagrams/quickStyle123.xml" ContentType="application/vnd.openxmlformats-officedocument.drawingml.diagramStyle+xml"/>
  <Override PartName="/ppt/diagrams/colors123.xml" ContentType="application/vnd.openxmlformats-officedocument.drawingml.diagramColors+xml"/>
  <Override PartName="/ppt/diagrams/drawing123.xml" ContentType="application/vnd.ms-office.drawingml.diagramDrawing+xml"/>
  <Override PartName="/ppt/diagrams/data170.xml" ContentType="application/vnd.openxmlformats-officedocument.drawingml.diagramData+xml"/>
  <Override PartName="/ppt/diagrams/layout124.xml" ContentType="application/vnd.openxmlformats-officedocument.drawingml.diagramLayout+xml"/>
  <Override PartName="/ppt/diagrams/quickStyle124.xml" ContentType="application/vnd.openxmlformats-officedocument.drawingml.diagramStyle+xml"/>
  <Override PartName="/ppt/diagrams/colors124.xml" ContentType="application/vnd.openxmlformats-officedocument.drawingml.diagramColors+xml"/>
  <Override PartName="/ppt/diagrams/drawing124.xml" ContentType="application/vnd.ms-office.drawingml.diagramDrawing+xml"/>
  <Override PartName="/ppt/notesSlides/notesSlide52.xml" ContentType="application/vnd.openxmlformats-officedocument.presentationml.notesSlide+xml"/>
  <Override PartName="/ppt/diagrams/data171.xml" ContentType="application/vnd.openxmlformats-officedocument.drawingml.diagramData+xml"/>
  <Override PartName="/ppt/diagrams/layout125.xml" ContentType="application/vnd.openxmlformats-officedocument.drawingml.diagramLayout+xml"/>
  <Override PartName="/ppt/diagrams/quickStyle125.xml" ContentType="application/vnd.openxmlformats-officedocument.drawingml.diagramStyle+xml"/>
  <Override PartName="/ppt/diagrams/colors125.xml" ContentType="application/vnd.openxmlformats-officedocument.drawingml.diagramColors+xml"/>
  <Override PartName="/ppt/diagrams/drawing125.xml" ContentType="application/vnd.ms-office.drawingml.diagramDrawing+xml"/>
  <Override PartName="/ppt/diagrams/data172.xml" ContentType="application/vnd.openxmlformats-officedocument.drawingml.diagramData+xml"/>
  <Override PartName="/ppt/diagrams/layout126.xml" ContentType="application/vnd.openxmlformats-officedocument.drawingml.diagramLayout+xml"/>
  <Override PartName="/ppt/diagrams/quickStyle126.xml" ContentType="application/vnd.openxmlformats-officedocument.drawingml.diagramStyle+xml"/>
  <Override PartName="/ppt/diagrams/colors126.xml" ContentType="application/vnd.openxmlformats-officedocument.drawingml.diagramColors+xml"/>
  <Override PartName="/ppt/diagrams/drawing126.xml" ContentType="application/vnd.ms-office.drawingml.diagramDrawing+xml"/>
  <Override PartName="/ppt/notesSlides/notesSlide53.xml" ContentType="application/vnd.openxmlformats-officedocument.presentationml.notesSlide+xml"/>
  <Override PartName="/ppt/diagrams/data173.xml" ContentType="application/vnd.openxmlformats-officedocument.drawingml.diagramData+xml"/>
  <Override PartName="/ppt/diagrams/layout127.xml" ContentType="application/vnd.openxmlformats-officedocument.drawingml.diagramLayout+xml"/>
  <Override PartName="/ppt/diagrams/quickStyle127.xml" ContentType="application/vnd.openxmlformats-officedocument.drawingml.diagramStyle+xml"/>
  <Override PartName="/ppt/diagrams/colors127.xml" ContentType="application/vnd.openxmlformats-officedocument.drawingml.diagramColors+xml"/>
  <Override PartName="/ppt/diagrams/drawing127.xml" ContentType="application/vnd.ms-office.drawingml.diagramDrawing+xml"/>
  <Override PartName="/ppt/diagrams/data174.xml" ContentType="application/vnd.openxmlformats-officedocument.drawingml.diagramData+xml"/>
  <Override PartName="/ppt/diagrams/layout128.xml" ContentType="application/vnd.openxmlformats-officedocument.drawingml.diagramLayout+xml"/>
  <Override PartName="/ppt/diagrams/quickStyle128.xml" ContentType="application/vnd.openxmlformats-officedocument.drawingml.diagramStyle+xml"/>
  <Override PartName="/ppt/diagrams/colors128.xml" ContentType="application/vnd.openxmlformats-officedocument.drawingml.diagramColors+xml"/>
  <Override PartName="/ppt/diagrams/drawing128.xml" ContentType="application/vnd.ms-office.drawingml.diagramDrawing+xml"/>
  <Override PartName="/ppt/notesSlides/notesSlide54.xml" ContentType="application/vnd.openxmlformats-officedocument.presentationml.notesSlide+xml"/>
  <Override PartName="/ppt/diagrams/data175.xml" ContentType="application/vnd.openxmlformats-officedocument.drawingml.diagramData+xml"/>
  <Override PartName="/ppt/diagrams/layout129.xml" ContentType="application/vnd.openxmlformats-officedocument.drawingml.diagramLayout+xml"/>
  <Override PartName="/ppt/diagrams/quickStyle129.xml" ContentType="application/vnd.openxmlformats-officedocument.drawingml.diagramStyle+xml"/>
  <Override PartName="/ppt/diagrams/colors129.xml" ContentType="application/vnd.openxmlformats-officedocument.drawingml.diagramColors+xml"/>
  <Override PartName="/ppt/diagrams/drawing129.xml" ContentType="application/vnd.ms-office.drawingml.diagramDrawing+xml"/>
  <Override PartName="/ppt/diagrams/data176.xml" ContentType="application/vnd.openxmlformats-officedocument.drawingml.diagramData+xml"/>
  <Override PartName="/ppt/diagrams/layout130.xml" ContentType="application/vnd.openxmlformats-officedocument.drawingml.diagramLayout+xml"/>
  <Override PartName="/ppt/diagrams/quickStyle130.xml" ContentType="application/vnd.openxmlformats-officedocument.drawingml.diagramStyle+xml"/>
  <Override PartName="/ppt/diagrams/colors130.xml" ContentType="application/vnd.openxmlformats-officedocument.drawingml.diagramColors+xml"/>
  <Override PartName="/ppt/diagrams/drawing130.xml" ContentType="application/vnd.ms-office.drawingml.diagramDrawing+xml"/>
  <Override PartName="/ppt/notesSlides/notesSlide55.xml" ContentType="application/vnd.openxmlformats-officedocument.presentationml.notesSlide+xml"/>
  <Override PartName="/ppt/diagrams/data177.xml" ContentType="application/vnd.openxmlformats-officedocument.drawingml.diagramData+xml"/>
  <Override PartName="/ppt/diagrams/layout131.xml" ContentType="application/vnd.openxmlformats-officedocument.drawingml.diagramLayout+xml"/>
  <Override PartName="/ppt/diagrams/quickStyle131.xml" ContentType="application/vnd.openxmlformats-officedocument.drawingml.diagramStyle+xml"/>
  <Override PartName="/ppt/diagrams/colors131.xml" ContentType="application/vnd.openxmlformats-officedocument.drawingml.diagramColors+xml"/>
  <Override PartName="/ppt/diagrams/drawing131.xml" ContentType="application/vnd.ms-office.drawingml.diagramDrawing+xml"/>
  <Override PartName="/ppt/diagrams/data178.xml" ContentType="application/vnd.openxmlformats-officedocument.drawingml.diagramData+xml"/>
  <Override PartName="/ppt/diagrams/layout132.xml" ContentType="application/vnd.openxmlformats-officedocument.drawingml.diagramLayout+xml"/>
  <Override PartName="/ppt/diagrams/quickStyle132.xml" ContentType="application/vnd.openxmlformats-officedocument.drawingml.diagramStyle+xml"/>
  <Override PartName="/ppt/diagrams/colors132.xml" ContentType="application/vnd.openxmlformats-officedocument.drawingml.diagramColors+xml"/>
  <Override PartName="/ppt/diagrams/drawing132.xml" ContentType="application/vnd.ms-office.drawingml.diagramDrawing+xml"/>
  <Override PartName="/ppt/notesSlides/notesSlide56.xml" ContentType="application/vnd.openxmlformats-officedocument.presentationml.notesSlide+xml"/>
  <Override PartName="/ppt/diagrams/data179.xml" ContentType="application/vnd.openxmlformats-officedocument.drawingml.diagramData+xml"/>
  <Override PartName="/ppt/diagrams/layout133.xml" ContentType="application/vnd.openxmlformats-officedocument.drawingml.diagramLayout+xml"/>
  <Override PartName="/ppt/diagrams/quickStyle133.xml" ContentType="application/vnd.openxmlformats-officedocument.drawingml.diagramStyle+xml"/>
  <Override PartName="/ppt/diagrams/colors133.xml" ContentType="application/vnd.openxmlformats-officedocument.drawingml.diagramColors+xml"/>
  <Override PartName="/ppt/diagrams/drawing133.xml" ContentType="application/vnd.ms-office.drawingml.diagramDrawing+xml"/>
  <Override PartName="/ppt/diagrams/data180.xml" ContentType="application/vnd.openxmlformats-officedocument.drawingml.diagramData+xml"/>
  <Override PartName="/ppt/diagrams/layout134.xml" ContentType="application/vnd.openxmlformats-officedocument.drawingml.diagramLayout+xml"/>
  <Override PartName="/ppt/diagrams/quickStyle134.xml" ContentType="application/vnd.openxmlformats-officedocument.drawingml.diagramStyle+xml"/>
  <Override PartName="/ppt/diagrams/colors134.xml" ContentType="application/vnd.openxmlformats-officedocument.drawingml.diagramColors+xml"/>
  <Override PartName="/ppt/diagrams/drawing134.xml" ContentType="application/vnd.ms-office.drawingml.diagramDrawing+xml"/>
  <Override PartName="/ppt/notesSlides/notesSlide57.xml" ContentType="application/vnd.openxmlformats-officedocument.presentationml.notesSlide+xml"/>
  <Override PartName="/ppt/diagrams/data181.xml" ContentType="application/vnd.openxmlformats-officedocument.drawingml.diagramData+xml"/>
  <Override PartName="/ppt/diagrams/layout135.xml" ContentType="application/vnd.openxmlformats-officedocument.drawingml.diagramLayout+xml"/>
  <Override PartName="/ppt/diagrams/quickStyle135.xml" ContentType="application/vnd.openxmlformats-officedocument.drawingml.diagramStyle+xml"/>
  <Override PartName="/ppt/diagrams/colors135.xml" ContentType="application/vnd.openxmlformats-officedocument.drawingml.diagramColors+xml"/>
  <Override PartName="/ppt/diagrams/drawing135.xml" ContentType="application/vnd.ms-office.drawingml.diagramDrawing+xml"/>
  <Override PartName="/ppt/diagrams/data183.xml" ContentType="application/vnd.openxmlformats-officedocument.drawingml.diagramData+xml"/>
  <Override PartName="/ppt/diagrams/layout136.xml" ContentType="application/vnd.openxmlformats-officedocument.drawingml.diagramLayout+xml"/>
  <Override PartName="/ppt/diagrams/quickStyle136.xml" ContentType="application/vnd.openxmlformats-officedocument.drawingml.diagramStyle+xml"/>
  <Override PartName="/ppt/diagrams/colors136.xml" ContentType="application/vnd.openxmlformats-officedocument.drawingml.diagramColors+xml"/>
  <Override PartName="/ppt/diagrams/drawing136.xml" ContentType="application/vnd.ms-office.drawingml.diagramDrawing+xml"/>
  <Override PartName="/ppt/notesSlides/notesSlide58.xml" ContentType="application/vnd.openxmlformats-officedocument.presentationml.notesSlide+xml"/>
  <Override PartName="/ppt/diagrams/data185.xml" ContentType="application/vnd.openxmlformats-officedocument.drawingml.diagramData+xml"/>
  <Override PartName="/ppt/diagrams/layout137.xml" ContentType="application/vnd.openxmlformats-officedocument.drawingml.diagramLayout+xml"/>
  <Override PartName="/ppt/diagrams/quickStyle137.xml" ContentType="application/vnd.openxmlformats-officedocument.drawingml.diagramStyle+xml"/>
  <Override PartName="/ppt/diagrams/colors137.xml" ContentType="application/vnd.openxmlformats-officedocument.drawingml.diagramColors+xml"/>
  <Override PartName="/ppt/diagrams/drawing137.xml" ContentType="application/vnd.ms-office.drawingml.diagramDrawing+xml"/>
  <Override PartName="/ppt/diagrams/data186.xml" ContentType="application/vnd.openxmlformats-officedocument.drawingml.diagramData+xml"/>
  <Override PartName="/ppt/diagrams/layout138.xml" ContentType="application/vnd.openxmlformats-officedocument.drawingml.diagramLayout+xml"/>
  <Override PartName="/ppt/diagrams/quickStyle138.xml" ContentType="application/vnd.openxmlformats-officedocument.drawingml.diagramStyle+xml"/>
  <Override PartName="/ppt/diagrams/colors138.xml" ContentType="application/vnd.openxmlformats-officedocument.drawingml.diagramColors+xml"/>
  <Override PartName="/ppt/diagrams/drawing138.xml" ContentType="application/vnd.ms-office.drawingml.diagramDrawing+xml"/>
  <Override PartName="/ppt/notesSlides/notesSlide59.xml" ContentType="application/vnd.openxmlformats-officedocument.presentationml.notesSlide+xml"/>
  <Override PartName="/ppt/diagrams/data188.xml" ContentType="application/vnd.openxmlformats-officedocument.drawingml.diagramData+xml"/>
  <Override PartName="/ppt/diagrams/layout139.xml" ContentType="application/vnd.openxmlformats-officedocument.drawingml.diagramLayout+xml"/>
  <Override PartName="/ppt/diagrams/quickStyle139.xml" ContentType="application/vnd.openxmlformats-officedocument.drawingml.diagramStyle+xml"/>
  <Override PartName="/ppt/diagrams/colors139.xml" ContentType="application/vnd.openxmlformats-officedocument.drawingml.diagramColors+xml"/>
  <Override PartName="/ppt/diagrams/drawing139.xml" ContentType="application/vnd.ms-office.drawingml.diagramDrawing+xml"/>
  <Override PartName="/ppt/diagrams/data189.xml" ContentType="application/vnd.openxmlformats-officedocument.drawingml.diagramData+xml"/>
  <Override PartName="/ppt/diagrams/layout140.xml" ContentType="application/vnd.openxmlformats-officedocument.drawingml.diagramLayout+xml"/>
  <Override PartName="/ppt/diagrams/quickStyle140.xml" ContentType="application/vnd.openxmlformats-officedocument.drawingml.diagramStyle+xml"/>
  <Override PartName="/ppt/diagrams/colors140.xml" ContentType="application/vnd.openxmlformats-officedocument.drawingml.diagramColors+xml"/>
  <Override PartName="/ppt/diagrams/drawing140.xml" ContentType="application/vnd.ms-office.drawingml.diagramDrawing+xml"/>
  <Override PartName="/ppt/notesSlides/notesSlide60.xml" ContentType="application/vnd.openxmlformats-officedocument.presentationml.notesSlide+xml"/>
  <Override PartName="/ppt/diagrams/data191.xml" ContentType="application/vnd.openxmlformats-officedocument.drawingml.diagramData+xml"/>
  <Override PartName="/ppt/diagrams/layout141.xml" ContentType="application/vnd.openxmlformats-officedocument.drawingml.diagramLayout+xml"/>
  <Override PartName="/ppt/diagrams/quickStyle141.xml" ContentType="application/vnd.openxmlformats-officedocument.drawingml.diagramStyle+xml"/>
  <Override PartName="/ppt/diagrams/colors141.xml" ContentType="application/vnd.openxmlformats-officedocument.drawingml.diagramColors+xml"/>
  <Override PartName="/ppt/diagrams/drawing141.xml" ContentType="application/vnd.ms-office.drawingml.diagramDrawing+xml"/>
  <Override PartName="/ppt/diagrams/data192.xml" ContentType="application/vnd.openxmlformats-officedocument.drawingml.diagramData+xml"/>
  <Override PartName="/ppt/diagrams/layout142.xml" ContentType="application/vnd.openxmlformats-officedocument.drawingml.diagramLayout+xml"/>
  <Override PartName="/ppt/diagrams/quickStyle142.xml" ContentType="application/vnd.openxmlformats-officedocument.drawingml.diagramStyle+xml"/>
  <Override PartName="/ppt/diagrams/colors142.xml" ContentType="application/vnd.openxmlformats-officedocument.drawingml.diagramColors+xml"/>
  <Override PartName="/ppt/diagrams/drawing142.xml" ContentType="application/vnd.ms-office.drawingml.diagramDrawing+xml"/>
  <Override PartName="/ppt/notesSlides/notesSlide61.xml" ContentType="application/vnd.openxmlformats-officedocument.presentationml.notesSlide+xml"/>
  <Override PartName="/ppt/diagrams/data194.xml" ContentType="application/vnd.openxmlformats-officedocument.drawingml.diagramData+xml"/>
  <Override PartName="/ppt/diagrams/layout143.xml" ContentType="application/vnd.openxmlformats-officedocument.drawingml.diagramLayout+xml"/>
  <Override PartName="/ppt/diagrams/quickStyle143.xml" ContentType="application/vnd.openxmlformats-officedocument.drawingml.diagramStyle+xml"/>
  <Override PartName="/ppt/diagrams/colors143.xml" ContentType="application/vnd.openxmlformats-officedocument.drawingml.diagramColors+xml"/>
  <Override PartName="/ppt/diagrams/drawing143.xml" ContentType="application/vnd.ms-office.drawingml.diagramDrawing+xml"/>
  <Override PartName="/ppt/notesSlides/notesSlide62.xml" ContentType="application/vnd.openxmlformats-officedocument.presentationml.notesSlide+xml"/>
  <Override PartName="/ppt/diagrams/data195.xml" ContentType="application/vnd.openxmlformats-officedocument.drawingml.diagramData+xml"/>
  <Override PartName="/ppt/diagrams/layout144.xml" ContentType="application/vnd.openxmlformats-officedocument.drawingml.diagramLayout+xml"/>
  <Override PartName="/ppt/diagrams/quickStyle144.xml" ContentType="application/vnd.openxmlformats-officedocument.drawingml.diagramStyle+xml"/>
  <Override PartName="/ppt/diagrams/colors144.xml" ContentType="application/vnd.openxmlformats-officedocument.drawingml.diagramColors+xml"/>
  <Override PartName="/ppt/diagrams/drawing144.xml" ContentType="application/vnd.ms-office.drawingml.diagramDrawing+xml"/>
  <Override PartName="/ppt/diagrams/data197.xml" ContentType="application/vnd.openxmlformats-officedocument.drawingml.diagramData+xml"/>
  <Override PartName="/ppt/diagrams/layout145.xml" ContentType="application/vnd.openxmlformats-officedocument.drawingml.diagramLayout+xml"/>
  <Override PartName="/ppt/diagrams/quickStyle145.xml" ContentType="application/vnd.openxmlformats-officedocument.drawingml.diagramStyle+xml"/>
  <Override PartName="/ppt/diagrams/colors145.xml" ContentType="application/vnd.openxmlformats-officedocument.drawingml.diagramColors+xml"/>
  <Override PartName="/ppt/diagrams/drawing145.xml" ContentType="application/vnd.ms-office.drawingml.diagramDrawing+xml"/>
  <Override PartName="/ppt/notesSlides/notesSlide63.xml" ContentType="application/vnd.openxmlformats-officedocument.presentationml.notesSlide+xml"/>
  <Override PartName="/ppt/diagrams/data198.xml" ContentType="application/vnd.openxmlformats-officedocument.drawingml.diagramData+xml"/>
  <Override PartName="/ppt/diagrams/layout146.xml" ContentType="application/vnd.openxmlformats-officedocument.drawingml.diagramLayout+xml"/>
  <Override PartName="/ppt/diagrams/quickStyle146.xml" ContentType="application/vnd.openxmlformats-officedocument.drawingml.diagramStyle+xml"/>
  <Override PartName="/ppt/diagrams/colors146.xml" ContentType="application/vnd.openxmlformats-officedocument.drawingml.diagramColors+xml"/>
  <Override PartName="/ppt/diagrams/drawing146.xml" ContentType="application/vnd.ms-office.drawingml.diagramDrawing+xml"/>
  <Override PartName="/ppt/diagrams/data199.xml" ContentType="application/vnd.openxmlformats-officedocument.drawingml.diagramData+xml"/>
  <Override PartName="/ppt/diagrams/layout147.xml" ContentType="application/vnd.openxmlformats-officedocument.drawingml.diagramLayout+xml"/>
  <Override PartName="/ppt/diagrams/quickStyle147.xml" ContentType="application/vnd.openxmlformats-officedocument.drawingml.diagramStyle+xml"/>
  <Override PartName="/ppt/diagrams/colors147.xml" ContentType="application/vnd.openxmlformats-officedocument.drawingml.diagramColors+xml"/>
  <Override PartName="/ppt/diagrams/drawing147.xml" ContentType="application/vnd.ms-office.drawingml.diagramDrawing+xml"/>
  <Override PartName="/ppt/notesSlides/notesSlide64.xml" ContentType="application/vnd.openxmlformats-officedocument.presentationml.notesSlide+xml"/>
  <Override PartName="/ppt/diagrams/data200.xml" ContentType="application/vnd.openxmlformats-officedocument.drawingml.diagramData+xml"/>
  <Override PartName="/ppt/diagrams/layout148.xml" ContentType="application/vnd.openxmlformats-officedocument.drawingml.diagramLayout+xml"/>
  <Override PartName="/ppt/diagrams/quickStyle148.xml" ContentType="application/vnd.openxmlformats-officedocument.drawingml.diagramStyle+xml"/>
  <Override PartName="/ppt/diagrams/colors148.xml" ContentType="application/vnd.openxmlformats-officedocument.drawingml.diagramColors+xml"/>
  <Override PartName="/ppt/diagrams/drawing148.xml" ContentType="application/vnd.ms-office.drawingml.diagramDrawing+xml"/>
  <Override PartName="/ppt/diagrams/data201.xml" ContentType="application/vnd.openxmlformats-officedocument.drawingml.diagramData+xml"/>
  <Override PartName="/ppt/diagrams/layout149.xml" ContentType="application/vnd.openxmlformats-officedocument.drawingml.diagramLayout+xml"/>
  <Override PartName="/ppt/diagrams/quickStyle149.xml" ContentType="application/vnd.openxmlformats-officedocument.drawingml.diagramStyle+xml"/>
  <Override PartName="/ppt/diagrams/colors149.xml" ContentType="application/vnd.openxmlformats-officedocument.drawingml.diagramColors+xml"/>
  <Override PartName="/ppt/diagrams/drawing149.xml" ContentType="application/vnd.ms-office.drawingml.diagramDrawing+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diagrams/data202.xml" ContentType="application/vnd.openxmlformats-officedocument.drawingml.diagramData+xml"/>
  <Override PartName="/ppt/diagrams/layout150.xml" ContentType="application/vnd.openxmlformats-officedocument.drawingml.diagramLayout+xml"/>
  <Override PartName="/ppt/diagrams/quickStyle150.xml" ContentType="application/vnd.openxmlformats-officedocument.drawingml.diagramStyle+xml"/>
  <Override PartName="/ppt/diagrams/colors150.xml" ContentType="application/vnd.openxmlformats-officedocument.drawingml.diagramColors+xml"/>
  <Override PartName="/ppt/diagrams/drawing150.xml" ContentType="application/vnd.ms-office.drawingml.diagramDrawing+xml"/>
  <Override PartName="/ppt/diagrams/data203.xml" ContentType="application/vnd.openxmlformats-officedocument.drawingml.diagramData+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20.xml" ContentType="application/vnd.openxmlformats-officedocument.drawingml.diagramData+xml"/>
  <Override PartName="/ppt/diagrams/data23.xml" ContentType="application/vnd.openxmlformats-officedocument.drawingml.diagramData+xml"/>
  <Override PartName="/ppt/diagrams/data26.xml" ContentType="application/vnd.openxmlformats-officedocument.drawingml.diagramData+xml"/>
  <Override PartName="/ppt/diagrams/data32.xml" ContentType="application/vnd.openxmlformats-officedocument.drawingml.diagramData+xml"/>
  <Override PartName="/ppt/diagrams/data34.xml" ContentType="application/vnd.openxmlformats-officedocument.drawingml.diagramData+xml"/>
  <Override PartName="/ppt/diagrams/data40.xml" ContentType="application/vnd.openxmlformats-officedocument.drawingml.diagramData+xml"/>
  <Override PartName="/ppt/diagrams/data42.xml" ContentType="application/vnd.openxmlformats-officedocument.drawingml.diagramData+xml"/>
  <Override PartName="/ppt/diagrams/data49.xml" ContentType="application/vnd.openxmlformats-officedocument.drawingml.diagramData+xml"/>
  <Override PartName="/ppt/diagrams/data52.xml" ContentType="application/vnd.openxmlformats-officedocument.drawingml.diagramData+xml"/>
  <Override PartName="/ppt/diagrams/data54.xml" ContentType="application/vnd.openxmlformats-officedocument.drawingml.diagramData+xml"/>
  <Override PartName="/ppt/diagrams/data570.xml" ContentType="application/vnd.openxmlformats-officedocument.drawingml.diagramData+xml"/>
  <Override PartName="/ppt/diagrams/data590.xml" ContentType="application/vnd.openxmlformats-officedocument.drawingml.diagramData+xml"/>
  <Override PartName="/ppt/diagrams/data620.xml" ContentType="application/vnd.openxmlformats-officedocument.drawingml.diagramData+xml"/>
  <Override PartName="/ppt/diagrams/data64.xml" ContentType="application/vnd.openxmlformats-officedocument.drawingml.diagramData+xml"/>
  <Override PartName="/ppt/diagrams/data66.xml" ContentType="application/vnd.openxmlformats-officedocument.drawingml.diagramData+xml"/>
  <Override PartName="/ppt/diagrams/data69.xml" ContentType="application/vnd.openxmlformats-officedocument.drawingml.diagramData+xml"/>
  <Override PartName="/ppt/diagrams/data71.xml" ContentType="application/vnd.openxmlformats-officedocument.drawingml.diagramData+xml"/>
  <Override PartName="/ppt/diagrams/data73.xml" ContentType="application/vnd.openxmlformats-officedocument.drawingml.diagramData+xml"/>
  <Override PartName="/ppt/diagrams/data76.xml" ContentType="application/vnd.openxmlformats-officedocument.drawingml.diagramData+xml"/>
  <Override PartName="/ppt/diagrams/data78.xml" ContentType="application/vnd.openxmlformats-officedocument.drawingml.diagramData+xml"/>
  <Override PartName="/ppt/diagrams/data83.xml" ContentType="application/vnd.openxmlformats-officedocument.drawingml.diagramData+xml"/>
  <Override PartName="/ppt/diagrams/data85.xml" ContentType="application/vnd.openxmlformats-officedocument.drawingml.diagramData+xml"/>
  <Override PartName="/ppt/diagrams/data87.xml" ContentType="application/vnd.openxmlformats-officedocument.drawingml.diagramData+xml"/>
  <Override PartName="/ppt/diagrams/data90.xml" ContentType="application/vnd.openxmlformats-officedocument.drawingml.diagramData+xml"/>
  <Override PartName="/ppt/diagrams/data93.xml" ContentType="application/vnd.openxmlformats-officedocument.drawingml.diagramData+xml"/>
  <Override PartName="/ppt/diagrams/data95.xml" ContentType="application/vnd.openxmlformats-officedocument.drawingml.diagramData+xml"/>
  <Override PartName="/ppt/diagrams/data98.xml" ContentType="application/vnd.openxmlformats-officedocument.drawingml.diagramData+xml"/>
  <Override PartName="/ppt/diagrams/data100.xml" ContentType="application/vnd.openxmlformats-officedocument.drawingml.diagramData+xml"/>
  <Override PartName="/ppt/diagrams/data103.xml" ContentType="application/vnd.openxmlformats-officedocument.drawingml.diagramData+xml"/>
  <Override PartName="/ppt/diagrams/data105.xml" ContentType="application/vnd.openxmlformats-officedocument.drawingml.diagramData+xml"/>
  <Override PartName="/ppt/diagrams/data108.xml" ContentType="application/vnd.openxmlformats-officedocument.drawingml.diagramData+xml"/>
  <Override PartName="/ppt/diagrams/data110.xml" ContentType="application/vnd.openxmlformats-officedocument.drawingml.diagramData+xml"/>
  <Override PartName="/ppt/diagrams/data114.xml" ContentType="application/vnd.openxmlformats-officedocument.drawingml.diagramData+xml"/>
  <Override PartName="/ppt/diagrams/data116.xml" ContentType="application/vnd.openxmlformats-officedocument.drawingml.diagramData+xml"/>
  <Override PartName="/ppt/diagrams/data118.xml" ContentType="application/vnd.openxmlformats-officedocument.drawingml.diagramData+xml"/>
  <Override PartName="/ppt/diagrams/data121.xml" ContentType="application/vnd.openxmlformats-officedocument.drawingml.diagramData+xml"/>
  <Override PartName="/ppt/diagrams/data1240.xml" ContentType="application/vnd.openxmlformats-officedocument.drawingml.diagramData+xml"/>
  <Override PartName="/ppt/diagrams/data1260.xml" ContentType="application/vnd.openxmlformats-officedocument.drawingml.diagramData+xml"/>
  <Override PartName="/ppt/diagrams/data129.xml" ContentType="application/vnd.openxmlformats-officedocument.drawingml.diagramData+xml"/>
  <Override PartName="/ppt/diagrams/data132.xml" ContentType="application/vnd.openxmlformats-officedocument.drawingml.diagramData+xml"/>
  <Override PartName="/ppt/diagrams/data136.xml" ContentType="application/vnd.openxmlformats-officedocument.drawingml.diagramData+xml"/>
  <Override PartName="/ppt/diagrams/data141.xml" ContentType="application/vnd.openxmlformats-officedocument.drawingml.diagramData+xml"/>
  <Override PartName="/ppt/diagrams/data144.xml" ContentType="application/vnd.openxmlformats-officedocument.drawingml.diagramData+xml"/>
  <Override PartName="/ppt/diagrams/data146.xml" ContentType="application/vnd.openxmlformats-officedocument.drawingml.diagramData+xml"/>
  <Override PartName="/ppt/diagrams/data148.xml" ContentType="application/vnd.openxmlformats-officedocument.drawingml.diagramData+xml"/>
  <Override PartName="/ppt/diagrams/data182.xml" ContentType="application/vnd.openxmlformats-officedocument.drawingml.diagramData+xml"/>
  <Override PartName="/ppt/diagrams/data184.xml" ContentType="application/vnd.openxmlformats-officedocument.drawingml.diagramData+xml"/>
  <Override PartName="/ppt/diagrams/data187.xml" ContentType="application/vnd.openxmlformats-officedocument.drawingml.diagramData+xml"/>
  <Override PartName="/ppt/diagrams/data190.xml" ContentType="application/vnd.openxmlformats-officedocument.drawingml.diagramData+xml"/>
  <Override PartName="/ppt/diagrams/data193.xml" ContentType="application/vnd.openxmlformats-officedocument.drawingml.diagramData+xml"/>
  <Override PartName="/ppt/diagrams/data196.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8" r:id="rId1"/>
  </p:sldMasterIdLst>
  <p:notesMasterIdLst>
    <p:notesMasterId r:id="rId70"/>
  </p:notesMasterIdLst>
  <p:handoutMasterIdLst>
    <p:handoutMasterId r:id="rId71"/>
  </p:handoutMasterIdLst>
  <p:sldIdLst>
    <p:sldId id="441" r:id="rId2"/>
    <p:sldId id="516" r:id="rId3"/>
    <p:sldId id="533" r:id="rId4"/>
    <p:sldId id="534" r:id="rId5"/>
    <p:sldId id="535" r:id="rId6"/>
    <p:sldId id="521" r:id="rId7"/>
    <p:sldId id="536" r:id="rId8"/>
    <p:sldId id="538" r:id="rId9"/>
    <p:sldId id="537" r:id="rId10"/>
    <p:sldId id="518" r:id="rId11"/>
    <p:sldId id="539" r:id="rId12"/>
    <p:sldId id="540" r:id="rId13"/>
    <p:sldId id="541" r:id="rId14"/>
    <p:sldId id="542" r:id="rId15"/>
    <p:sldId id="531" r:id="rId16"/>
    <p:sldId id="511" r:id="rId17"/>
    <p:sldId id="543" r:id="rId18"/>
    <p:sldId id="599" r:id="rId19"/>
    <p:sldId id="600" r:id="rId20"/>
    <p:sldId id="532" r:id="rId21"/>
    <p:sldId id="549" r:id="rId22"/>
    <p:sldId id="594" r:id="rId23"/>
    <p:sldId id="611" r:id="rId24"/>
    <p:sldId id="595" r:id="rId25"/>
    <p:sldId id="596" r:id="rId26"/>
    <p:sldId id="597" r:id="rId27"/>
    <p:sldId id="598" r:id="rId28"/>
    <p:sldId id="550" r:id="rId29"/>
    <p:sldId id="523" r:id="rId30"/>
    <p:sldId id="551" r:id="rId31"/>
    <p:sldId id="552" r:id="rId32"/>
    <p:sldId id="558" r:id="rId33"/>
    <p:sldId id="553" r:id="rId34"/>
    <p:sldId id="546" r:id="rId35"/>
    <p:sldId id="555" r:id="rId36"/>
    <p:sldId id="610" r:id="rId37"/>
    <p:sldId id="554" r:id="rId38"/>
    <p:sldId id="556" r:id="rId39"/>
    <p:sldId id="529" r:id="rId40"/>
    <p:sldId id="591" r:id="rId41"/>
    <p:sldId id="608" r:id="rId42"/>
    <p:sldId id="609" r:id="rId43"/>
    <p:sldId id="530" r:id="rId44"/>
    <p:sldId id="565" r:id="rId45"/>
    <p:sldId id="570" r:id="rId46"/>
    <p:sldId id="571" r:id="rId47"/>
    <p:sldId id="572" r:id="rId48"/>
    <p:sldId id="524" r:id="rId49"/>
    <p:sldId id="564" r:id="rId50"/>
    <p:sldId id="592" r:id="rId51"/>
    <p:sldId id="563" r:id="rId52"/>
    <p:sldId id="561" r:id="rId53"/>
    <p:sldId id="593" r:id="rId54"/>
    <p:sldId id="559" r:id="rId55"/>
    <p:sldId id="562" r:id="rId56"/>
    <p:sldId id="560" r:id="rId57"/>
    <p:sldId id="526" r:id="rId58"/>
    <p:sldId id="573" r:id="rId59"/>
    <p:sldId id="574" r:id="rId60"/>
    <p:sldId id="575" r:id="rId61"/>
    <p:sldId id="576" r:id="rId62"/>
    <p:sldId id="578" r:id="rId63"/>
    <p:sldId id="528" r:id="rId64"/>
    <p:sldId id="582" r:id="rId65"/>
    <p:sldId id="583" r:id="rId66"/>
    <p:sldId id="584" r:id="rId67"/>
    <p:sldId id="512" r:id="rId68"/>
    <p:sldId id="612"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36">
          <p15:clr>
            <a:srgbClr val="A4A3A4"/>
          </p15:clr>
        </p15:guide>
        <p15:guide id="2" orient="horz" pos="391">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52" autoAdjust="0"/>
    <p:restoredTop sz="75838" autoAdjust="0"/>
  </p:normalViewPr>
  <p:slideViewPr>
    <p:cSldViewPr snapToGrid="0" showGuides="1">
      <p:cViewPr>
        <p:scale>
          <a:sx n="89" d="100"/>
          <a:sy n="89" d="100"/>
        </p:scale>
        <p:origin x="696" y="248"/>
      </p:cViewPr>
      <p:guideLst>
        <p:guide orient="horz" pos="936"/>
        <p:guide orient="horz" pos="391"/>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78" d="100"/>
          <a:sy n="78" d="100"/>
        </p:scale>
        <p:origin x="3954"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diagrams/_rels/data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ata11.xml.rels><?xml version="1.0" encoding="UTF-8" standalone="yes"?>
<Relationships xmlns="http://schemas.openxmlformats.org/package/2006/relationships"><Relationship Id="rId1" Type="http://schemas.openxmlformats.org/officeDocument/2006/relationships/image" Target="../media/image15.svg"/></Relationships>
</file>

<file path=ppt/diagrams/_rels/data13.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image" Target="../media/image15.svg"/></Relationships>
</file>

<file path=ppt/diagrams/_rels/data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ata1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ata20.xml.rels><?xml version="1.0" encoding="UTF-8" standalone="yes"?>
<Relationships xmlns="http://schemas.openxmlformats.org/package/2006/relationships"><Relationship Id="rId1" Type="http://schemas.openxmlformats.org/officeDocument/2006/relationships/image" Target="../media/image180.png"/></Relationships>
</file>

<file path=ppt/diagrams/_rels/data23.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image" Target="../media/image190.png"/></Relationships>
</file>

<file path=ppt/diagrams/_rels/data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0.png"/></Relationships>
</file>

<file path=ppt/diagrams/_rels/data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 Id="rId4" Type="http://schemas.openxmlformats.org/officeDocument/2006/relationships/image" Target="../media/image21.png"/></Relationships>
</file>

<file path=ppt/diagrams/_rels/data31.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image" Target="../media/image22.svg"/></Relationships>
</file>

<file path=ppt/diagrams/_rels/data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310.png"/><Relationship Id="rId1" Type="http://schemas.openxmlformats.org/officeDocument/2006/relationships/image" Target="../media/image300.png"/><Relationship Id="rId4" Type="http://schemas.openxmlformats.org/officeDocument/2006/relationships/image" Target="../media/image23.svg"/></Relationships>
</file>

<file path=ppt/diagrams/_rels/data33.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image" Target="../media/image22.svg"/></Relationships>
</file>

<file path=ppt/diagrams/_rels/data3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330.png"/><Relationship Id="rId1" Type="http://schemas.openxmlformats.org/officeDocument/2006/relationships/image" Target="../media/image320.png"/><Relationship Id="rId4" Type="http://schemas.openxmlformats.org/officeDocument/2006/relationships/image" Target="../media/image23.svg"/></Relationships>
</file>

<file path=ppt/diagrams/_rels/data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 Id="rId4" Type="http://schemas.openxmlformats.org/officeDocument/2006/relationships/image" Target="../media/image27.png"/></Relationships>
</file>

<file path=ppt/diagrams/_rels/data39.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image" Target="../media/image22.svg"/></Relationships>
</file>

<file path=ppt/diagrams/_rels/data4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390.png"/><Relationship Id="rId1" Type="http://schemas.openxmlformats.org/officeDocument/2006/relationships/image" Target="../media/image380.png"/><Relationship Id="rId4" Type="http://schemas.openxmlformats.org/officeDocument/2006/relationships/image" Target="../media/image23.svg"/></Relationships>
</file>

<file path=ppt/diagrams/_rels/data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0.png"/><Relationship Id="rId1" Type="http://schemas.openxmlformats.org/officeDocument/2006/relationships/image" Target="../media/image400.png"/><Relationship Id="rId4" Type="http://schemas.openxmlformats.org/officeDocument/2006/relationships/image" Target="../media/image430.png"/></Relationships>
</file>

<file path=ppt/diagrams/_rels/data49.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490.png"/><Relationship Id="rId1" Type="http://schemas.openxmlformats.org/officeDocument/2006/relationships/image" Target="../media/image480.png"/><Relationship Id="rId4" Type="http://schemas.openxmlformats.org/officeDocument/2006/relationships/image" Target="../media/image510.png"/></Relationships>
</file>

<file path=ppt/diagrams/_rels/data52.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490.png"/><Relationship Id="rId1" Type="http://schemas.openxmlformats.org/officeDocument/2006/relationships/image" Target="../media/image480.png"/><Relationship Id="rId4" Type="http://schemas.openxmlformats.org/officeDocument/2006/relationships/image" Target="../media/image510.png"/></Relationships>
</file>

<file path=ppt/diagrams/_rels/data54.xml.rels><?xml version="1.0" encoding="UTF-8" standalone="yes"?>
<Relationships xmlns="http://schemas.openxmlformats.org/package/2006/relationships"><Relationship Id="rId1" Type="http://schemas.openxmlformats.org/officeDocument/2006/relationships/image" Target="../media/image520.png"/></Relationships>
</file>

<file path=ppt/diagrams/_rels/data64.xml.rels><?xml version="1.0" encoding="UTF-8" standalone="yes"?>
<Relationships xmlns="http://schemas.openxmlformats.org/package/2006/relationships"><Relationship Id="rId1" Type="http://schemas.openxmlformats.org/officeDocument/2006/relationships/image" Target="../media/image550.png"/></Relationships>
</file>

<file path=ppt/diagrams/_rels/data66.xml.rels><?xml version="1.0" encoding="UTF-8" standalone="yes"?>
<Relationships xmlns="http://schemas.openxmlformats.org/package/2006/relationships"><Relationship Id="rId1" Type="http://schemas.openxmlformats.org/officeDocument/2006/relationships/image" Target="../media/image560.png"/></Relationships>
</file>

<file path=ppt/diagrams/_rels/data69.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490.png"/><Relationship Id="rId1" Type="http://schemas.openxmlformats.org/officeDocument/2006/relationships/image" Target="../media/image480.png"/><Relationship Id="rId4" Type="http://schemas.openxmlformats.org/officeDocument/2006/relationships/image" Target="../media/image510.png"/></Relationships>
</file>

<file path=ppt/diagrams/_rels/data71.xml.rels><?xml version="1.0" encoding="UTF-8" standalone="yes"?>
<Relationships xmlns="http://schemas.openxmlformats.org/package/2006/relationships"><Relationship Id="rId1" Type="http://schemas.openxmlformats.org/officeDocument/2006/relationships/image" Target="../media/image550.png"/></Relationships>
</file>

<file path=ppt/diagrams/_rels/data7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diagrams/_rels/data76.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490.png"/><Relationship Id="rId1" Type="http://schemas.openxmlformats.org/officeDocument/2006/relationships/image" Target="../media/image480.png"/><Relationship Id="rId4" Type="http://schemas.openxmlformats.org/officeDocument/2006/relationships/image" Target="../media/image510.png"/></Relationships>
</file>

<file path=ppt/diagrams/_rels/data78.xml.rels><?xml version="1.0" encoding="UTF-8" standalone="yes"?>
<Relationships xmlns="http://schemas.openxmlformats.org/package/2006/relationships"><Relationship Id="rId1" Type="http://schemas.openxmlformats.org/officeDocument/2006/relationships/image" Target="../media/image550.png"/></Relationships>
</file>

<file path=ppt/diagrams/_rels/data8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 Id="rId4" Type="http://schemas.openxmlformats.org/officeDocument/2006/relationships/image" Target="../media/image35.png"/></Relationships>
</file>

<file path=ppt/diagrams/_rels/data83.xml.rels><?xml version="1.0" encoding="UTF-8" standalone="yes"?>
<Relationships xmlns="http://schemas.openxmlformats.org/package/2006/relationships"><Relationship Id="rId1" Type="http://schemas.openxmlformats.org/officeDocument/2006/relationships/image" Target="../media/image66.png"/></Relationships>
</file>

<file path=ppt/diagrams/_rels/data85.xml.rels><?xml version="1.0" encoding="UTF-8" standalone="yes"?>
<Relationships xmlns="http://schemas.openxmlformats.org/package/2006/relationships"><Relationship Id="rId1" Type="http://schemas.openxmlformats.org/officeDocument/2006/relationships/image" Target="../media/image67.png"/></Relationships>
</file>

<file path=ppt/diagrams/_rels/data8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image" Target="../media/image68.png"/><Relationship Id="rId5" Type="http://schemas.openxmlformats.org/officeDocument/2006/relationships/image" Target="../media/image72.png"/><Relationship Id="rId4" Type="http://schemas.openxmlformats.org/officeDocument/2006/relationships/image" Target="../media/image71.png"/></Relationships>
</file>

<file path=ppt/diagrams/_rels/data90.xml.rels><?xml version="1.0" encoding="UTF-8" standalone="yes"?>
<Relationships xmlns="http://schemas.openxmlformats.org/package/2006/relationships"><Relationship Id="rId1" Type="http://schemas.openxmlformats.org/officeDocument/2006/relationships/image" Target="../media/image66.png"/></Relationships>
</file>

<file path=ppt/diagrams/_rels/data93.xml.rels><?xml version="1.0" encoding="UTF-8" standalone="yes"?>
<Relationships xmlns="http://schemas.openxmlformats.org/package/2006/relationships"><Relationship Id="rId1" Type="http://schemas.openxmlformats.org/officeDocument/2006/relationships/image" Target="../media/image66.png"/></Relationships>
</file>

<file path=ppt/diagrams/_rels/data95.xml.rels><?xml version="1.0" encoding="UTF-8" standalone="yes"?>
<Relationships xmlns="http://schemas.openxmlformats.org/package/2006/relationships"><Relationship Id="rId1" Type="http://schemas.openxmlformats.org/officeDocument/2006/relationships/image" Target="../media/image75.png"/></Relationships>
</file>

<file path=ppt/diagrams/_rels/data98.xml.rels><?xml version="1.0" encoding="UTF-8" standalone="yes"?>
<Relationships xmlns="http://schemas.openxmlformats.org/package/2006/relationships"><Relationship Id="rId1" Type="http://schemas.openxmlformats.org/officeDocument/2006/relationships/image" Target="../media/image66.png"/></Relationships>
</file>

<file path=ppt/diagrams/_rels/data100.xml.rels><?xml version="1.0" encoding="UTF-8" standalone="yes"?>
<Relationships xmlns="http://schemas.openxmlformats.org/package/2006/relationships"><Relationship Id="rId1" Type="http://schemas.openxmlformats.org/officeDocument/2006/relationships/image" Target="../media/image76.png"/></Relationships>
</file>

<file path=ppt/diagrams/_rels/data103.xml.rels><?xml version="1.0" encoding="UTF-8" standalone="yes"?>
<Relationships xmlns="http://schemas.openxmlformats.org/package/2006/relationships"><Relationship Id="rId1" Type="http://schemas.openxmlformats.org/officeDocument/2006/relationships/image" Target="../media/image66.png"/></Relationships>
</file>

<file path=ppt/diagrams/_rels/data10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image" Target="../media/image77.png"/></Relationships>
</file>

<file path=ppt/diagrams/_rels/data108.xml.rels><?xml version="1.0" encoding="UTF-8" standalone="yes"?>
<Relationships xmlns="http://schemas.openxmlformats.org/package/2006/relationships"><Relationship Id="rId1" Type="http://schemas.openxmlformats.org/officeDocument/2006/relationships/image" Target="../media/image66.png"/></Relationships>
</file>

<file path=ppt/diagrams/_rels/data11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image" Target="../media/image77.png"/></Relationships>
</file>

<file path=ppt/diagrams/_rels/data114.xml.rels><?xml version="1.0" encoding="UTF-8" standalone="yes"?>
<Relationships xmlns="http://schemas.openxmlformats.org/package/2006/relationships"><Relationship Id="rId1" Type="http://schemas.openxmlformats.org/officeDocument/2006/relationships/image" Target="../media/image79.png"/></Relationships>
</file>

<file path=ppt/diagrams/_rels/data11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image" Target="../media/image80.png"/></Relationships>
</file>

<file path=ppt/diagrams/_rels/data118.xml.rels><?xml version="1.0" encoding="UTF-8" standalone="yes"?>
<Relationships xmlns="http://schemas.openxmlformats.org/package/2006/relationships"><Relationship Id="rId1" Type="http://schemas.openxmlformats.org/officeDocument/2006/relationships/image" Target="../media/image82.png"/></Relationships>
</file>

<file path=ppt/diagrams/_rels/data121.xml.rels><?xml version="1.0" encoding="UTF-8" standalone="yes"?>
<Relationships xmlns="http://schemas.openxmlformats.org/package/2006/relationships"><Relationship Id="rId1" Type="http://schemas.openxmlformats.org/officeDocument/2006/relationships/image" Target="../media/image79.png"/></Relationships>
</file>

<file path=ppt/diagrams/_rels/data129.xml.rels><?xml version="1.0" encoding="UTF-8" standalone="yes"?>
<Relationships xmlns="http://schemas.openxmlformats.org/package/2006/relationships"><Relationship Id="rId1" Type="http://schemas.openxmlformats.org/officeDocument/2006/relationships/image" Target="../media/image79.png"/></Relationships>
</file>

<file path=ppt/diagrams/_rels/data132.xml.rels><?xml version="1.0" encoding="UTF-8" standalone="yes"?>
<Relationships xmlns="http://schemas.openxmlformats.org/package/2006/relationships"><Relationship Id="rId1" Type="http://schemas.openxmlformats.org/officeDocument/2006/relationships/image" Target="../media/image84.png"/></Relationships>
</file>

<file path=ppt/diagrams/_rels/data136.xml.rels><?xml version="1.0" encoding="UTF-8" standalone="yes"?>
<Relationships xmlns="http://schemas.openxmlformats.org/package/2006/relationships"><Relationship Id="rId1" Type="http://schemas.openxmlformats.org/officeDocument/2006/relationships/image" Target="../media/image85.png"/></Relationships>
</file>

<file path=ppt/diagrams/_rels/data141.xml.rels><?xml version="1.0" encoding="UTF-8" standalone="yes"?>
<Relationships xmlns="http://schemas.openxmlformats.org/package/2006/relationships"><Relationship Id="rId1" Type="http://schemas.openxmlformats.org/officeDocument/2006/relationships/image" Target="../media/image88.png"/></Relationships>
</file>

<file path=ppt/diagrams/_rels/data144.xml.rels><?xml version="1.0" encoding="UTF-8" standalone="yes"?>
<Relationships xmlns="http://schemas.openxmlformats.org/package/2006/relationships"><Relationship Id="rId1" Type="http://schemas.openxmlformats.org/officeDocument/2006/relationships/image" Target="../media/image91.png"/></Relationships>
</file>

<file path=ppt/diagrams/_rels/data146.xml.rels><?xml version="1.0" encoding="UTF-8" standalone="yes"?>
<Relationships xmlns="http://schemas.openxmlformats.org/package/2006/relationships"><Relationship Id="rId1" Type="http://schemas.openxmlformats.org/officeDocument/2006/relationships/image" Target="../media/image92.png"/></Relationships>
</file>

<file path=ppt/diagrams/_rels/data148.xml.rels><?xml version="1.0" encoding="UTF-8" standalone="yes"?>
<Relationships xmlns="http://schemas.openxmlformats.org/package/2006/relationships"><Relationship Id="rId1" Type="http://schemas.openxmlformats.org/officeDocument/2006/relationships/image" Target="../media/image93.png"/></Relationships>
</file>

<file path=ppt/diagrams/_rels/data154.xml.rels><?xml version="1.0" encoding="UTF-8" standalone="yes"?>
<Relationships xmlns="http://schemas.openxmlformats.org/package/2006/relationships"><Relationship Id="rId1" Type="http://schemas.openxmlformats.org/officeDocument/2006/relationships/image" Target="../media/image43.png"/></Relationships>
</file>

<file path=ppt/diagrams/_rels/data158.xml.rels><?xml version="1.0" encoding="UTF-8" standalone="yes"?>
<Relationships xmlns="http://schemas.openxmlformats.org/package/2006/relationships"><Relationship Id="rId1" Type="http://schemas.openxmlformats.org/officeDocument/2006/relationships/image" Target="../media/image43.png"/></Relationships>
</file>

<file path=ppt/diagrams/_rels/data161.xml.rels><?xml version="1.0" encoding="UTF-8" standalone="yes"?>
<Relationships xmlns="http://schemas.openxmlformats.org/package/2006/relationships"><Relationship Id="rId1" Type="http://schemas.openxmlformats.org/officeDocument/2006/relationships/image" Target="../media/image47.png"/></Relationships>
</file>

<file path=ppt/diagrams/_rels/data182.xml.rels><?xml version="1.0" encoding="UTF-8" standalone="yes"?>
<Relationships xmlns="http://schemas.openxmlformats.org/package/2006/relationships"><Relationship Id="rId1" Type="http://schemas.openxmlformats.org/officeDocument/2006/relationships/image" Target="../media/image104.png"/></Relationships>
</file>

<file path=ppt/diagrams/_rels/data184.xml.rels><?xml version="1.0" encoding="UTF-8" standalone="yes"?>
<Relationships xmlns="http://schemas.openxmlformats.org/package/2006/relationships"><Relationship Id="rId1" Type="http://schemas.openxmlformats.org/officeDocument/2006/relationships/image" Target="../media/image105.png"/></Relationships>
</file>

<file path=ppt/diagrams/_rels/data187.xml.rels><?xml version="1.0" encoding="UTF-8" standalone="yes"?>
<Relationships xmlns="http://schemas.openxmlformats.org/package/2006/relationships"><Relationship Id="rId1" Type="http://schemas.openxmlformats.org/officeDocument/2006/relationships/image" Target="../media/image106.png"/></Relationships>
</file>

<file path=ppt/diagrams/_rels/data190.xml.rels><?xml version="1.0" encoding="UTF-8" standalone="yes"?>
<Relationships xmlns="http://schemas.openxmlformats.org/package/2006/relationships"><Relationship Id="rId1" Type="http://schemas.openxmlformats.org/officeDocument/2006/relationships/image" Target="../media/image107.png"/></Relationships>
</file>

<file path=ppt/diagrams/_rels/data193.xml.rels><?xml version="1.0" encoding="UTF-8" standalone="yes"?>
<Relationships xmlns="http://schemas.openxmlformats.org/package/2006/relationships"><Relationship Id="rId1" Type="http://schemas.openxmlformats.org/officeDocument/2006/relationships/image" Target="../media/image108.png"/></Relationships>
</file>

<file path=ppt/diagrams/_rels/data196.xml.rels><?xml version="1.0" encoding="UTF-8" standalone="yes"?>
<Relationships xmlns="http://schemas.openxmlformats.org/package/2006/relationships"><Relationship Id="rId1" Type="http://schemas.openxmlformats.org/officeDocument/2006/relationships/image" Target="../media/image109.png"/></Relationships>
</file>

<file path=ppt/diagrams/_rels/data20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 Id="rId5" Type="http://schemas.openxmlformats.org/officeDocument/2006/relationships/image" Target="../media/image56.png"/><Relationship Id="rId4" Type="http://schemas.openxmlformats.org/officeDocument/2006/relationships/image" Target="../media/image55.png"/></Relationships>
</file>

<file path=ppt/diagrams/_rels/data570.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490.png"/><Relationship Id="rId1" Type="http://schemas.openxmlformats.org/officeDocument/2006/relationships/image" Target="../media/image480.png"/><Relationship Id="rId4" Type="http://schemas.openxmlformats.org/officeDocument/2006/relationships/image" Target="../media/image510.png"/></Relationships>
</file>

<file path=ppt/diagrams/_rels/data590.xml.rels><?xml version="1.0" encoding="UTF-8" standalone="yes"?>
<Relationships xmlns="http://schemas.openxmlformats.org/package/2006/relationships"><Relationship Id="rId1" Type="http://schemas.openxmlformats.org/officeDocument/2006/relationships/image" Target="../media/image550.png"/></Relationships>
</file>

<file path=ppt/diagrams/_rels/data620.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490.png"/><Relationship Id="rId1" Type="http://schemas.openxmlformats.org/officeDocument/2006/relationships/image" Target="../media/image480.png"/><Relationship Id="rId4" Type="http://schemas.openxmlformats.org/officeDocument/2006/relationships/image" Target="../media/image510.png"/></Relationships>
</file>

<file path=ppt/diagrams/_rels/data1240.xml.rels><?xml version="1.0" encoding="UTF-8" standalone="yes"?>
<Relationships xmlns="http://schemas.openxmlformats.org/package/2006/relationships"><Relationship Id="rId1" Type="http://schemas.openxmlformats.org/officeDocument/2006/relationships/image" Target="../media/image79.png"/></Relationships>
</file>

<file path=ppt/diagrams/_rels/data1260.xml.rels><?xml version="1.0" encoding="UTF-8" standalone="yes"?>
<Relationships xmlns="http://schemas.openxmlformats.org/package/2006/relationships"><Relationship Id="rId1" Type="http://schemas.openxmlformats.org/officeDocument/2006/relationships/image" Target="../media/image84.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rawing11.xml.rels><?xml version="1.0" encoding="UTF-8" standalone="yes"?>
<Relationships xmlns="http://schemas.openxmlformats.org/package/2006/relationships"><Relationship Id="rId1" Type="http://schemas.openxmlformats.org/officeDocument/2006/relationships/image" Target="../media/image15.svg"/></Relationships>
</file>

<file path=ppt/diagrams/_rels/drawing13.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image" Target="../media/image15.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rawing27.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image" Target="../media/image22.svg"/></Relationships>
</file>

<file path=ppt/diagrams/_rels/drawing28.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image" Target="../media/image22.svg"/></Relationships>
</file>

<file path=ppt/diagrams/_rels/drawing32.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8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8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9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9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9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0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0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0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0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1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1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2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4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4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5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a:solidFill>
          <a:schemeClr val="accent1">
            <a:lumMod val="60000"/>
            <a:lumOff val="40000"/>
          </a:schemeClr>
        </a:solidFill>
        <a:ln>
          <a:solidFill>
            <a:schemeClr val="tx1"/>
          </a:solidFill>
        </a:ln>
      </dgm:spPr>
      <dgm:t>
        <a:bodyPr/>
        <a:lstStyle/>
        <a:p>
          <a:r>
            <a:rPr lang="en-US" dirty="0">
              <a:solidFill>
                <a:schemeClr val="tx1"/>
              </a:solidFill>
            </a:rPr>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ABB1ABC-1A11-B14D-A318-375BD7178B72}" type="doc">
      <dgm:prSet loTypeId="urn:microsoft.com/office/officeart/2005/8/layout/vList3" loCatId="process" qsTypeId="urn:microsoft.com/office/officeart/2005/8/quickstyle/simple1" qsCatId="simple" csTypeId="urn:microsoft.com/office/officeart/2005/8/colors/accent1_2" csCatId="accent1" phldr="1"/>
      <dgm:spPr/>
      <dgm:t>
        <a:bodyPr/>
        <a:lstStyle/>
        <a:p>
          <a:endParaRPr lang="en-US"/>
        </a:p>
      </dgm:t>
    </dgm:pt>
    <dgm:pt modelId="{FFB1032E-6804-A844-A465-02497FD6E5D3}">
      <dgm:prSet/>
      <dgm:spPr/>
      <dgm:t>
        <a:bodyPr/>
        <a:lstStyle/>
        <a:p>
          <a:r>
            <a:rPr lang="en-US" b="0" dirty="0"/>
            <a:t>Independent Monte Carlo Code, McMini</a:t>
          </a:r>
          <a:endParaRPr lang="en-DK" dirty="0"/>
        </a:p>
      </dgm:t>
    </dgm:pt>
    <dgm:pt modelId="{281F8064-8FBD-8445-B5EB-41E94204C64C}" type="parTrans" cxnId="{08A67F4D-3536-ED48-8357-46CA88766833}">
      <dgm:prSet/>
      <dgm:spPr/>
      <dgm:t>
        <a:bodyPr/>
        <a:lstStyle/>
        <a:p>
          <a:endParaRPr lang="en-US"/>
        </a:p>
      </dgm:t>
    </dgm:pt>
    <dgm:pt modelId="{2D7B8C86-67E5-2C4B-B3C7-38DA2C942E00}" type="sibTrans" cxnId="{08A67F4D-3536-ED48-8357-46CA88766833}">
      <dgm:prSet/>
      <dgm:spPr/>
      <dgm:t>
        <a:bodyPr/>
        <a:lstStyle/>
        <a:p>
          <a:endParaRPr lang="en-US"/>
        </a:p>
      </dgm:t>
    </dgm:pt>
    <dgm:pt modelId="{0F7CF6FF-CABE-D54F-99AC-9A5B473B3C61}">
      <dgm:prSet/>
      <dgm:spPr/>
      <dgm:t>
        <a:bodyPr/>
        <a:lstStyle/>
        <a:p>
          <a:r>
            <a:rPr lang="en-US" dirty="0"/>
            <a:t>Validate McStas / Union Framework</a:t>
          </a:r>
          <a:endParaRPr lang="en-DK" dirty="0"/>
        </a:p>
      </dgm:t>
    </dgm:pt>
    <dgm:pt modelId="{608C0E1D-641A-674E-8D21-A6D595F4FCA8}" type="parTrans" cxnId="{2B1ADF99-9F33-6A4B-9594-79ED918E1FDB}">
      <dgm:prSet/>
      <dgm:spPr/>
      <dgm:t>
        <a:bodyPr/>
        <a:lstStyle/>
        <a:p>
          <a:endParaRPr lang="en-US"/>
        </a:p>
      </dgm:t>
    </dgm:pt>
    <dgm:pt modelId="{E6926E07-773D-DE4B-ADE7-4FFC7721B1EB}" type="sibTrans" cxnId="{2B1ADF99-9F33-6A4B-9594-79ED918E1FDB}">
      <dgm:prSet/>
      <dgm:spPr/>
      <dgm:t>
        <a:bodyPr/>
        <a:lstStyle/>
        <a:p>
          <a:endParaRPr lang="en-US"/>
        </a:p>
      </dgm:t>
    </dgm:pt>
    <dgm:pt modelId="{B70249C7-DBAC-3E48-AD30-B62BD26129DF}">
      <dgm:prSet/>
      <dgm:spPr/>
      <dgm:t>
        <a:bodyPr/>
        <a:lstStyle/>
        <a:p>
          <a:r>
            <a:rPr lang="en-US" b="0" dirty="0"/>
            <a:t>Use McStas to study hollow cylinder sample geometry</a:t>
          </a:r>
          <a:endParaRPr lang="en-DK" dirty="0"/>
        </a:p>
      </dgm:t>
    </dgm:pt>
    <dgm:pt modelId="{B925D461-538D-AC49-8357-382F7F28BB9D}" type="parTrans" cxnId="{ABD52BF7-4F1B-B143-8596-B50A69FE298F}">
      <dgm:prSet/>
      <dgm:spPr/>
      <dgm:t>
        <a:bodyPr/>
        <a:lstStyle/>
        <a:p>
          <a:endParaRPr lang="en-US"/>
        </a:p>
      </dgm:t>
    </dgm:pt>
    <dgm:pt modelId="{3C4700D9-2D83-D74B-8393-C80350A08E5B}" type="sibTrans" cxnId="{ABD52BF7-4F1B-B143-8596-B50A69FE298F}">
      <dgm:prSet/>
      <dgm:spPr/>
      <dgm:t>
        <a:bodyPr/>
        <a:lstStyle/>
        <a:p>
          <a:endParaRPr lang="en-US"/>
        </a:p>
      </dgm:t>
    </dgm:pt>
    <dgm:pt modelId="{45CFC8C8-9A29-F846-BFBD-E6289F3461D0}" type="pres">
      <dgm:prSet presAssocID="{3ABB1ABC-1A11-B14D-A318-375BD7178B72}" presName="linearFlow" presStyleCnt="0">
        <dgm:presLayoutVars>
          <dgm:dir/>
          <dgm:resizeHandles val="exact"/>
        </dgm:presLayoutVars>
      </dgm:prSet>
      <dgm:spPr/>
    </dgm:pt>
    <dgm:pt modelId="{8218D233-CD84-C249-8ADB-AFA346BD4534}" type="pres">
      <dgm:prSet presAssocID="{FFB1032E-6804-A844-A465-02497FD6E5D3}" presName="composite" presStyleCnt="0"/>
      <dgm:spPr/>
    </dgm:pt>
    <dgm:pt modelId="{22A35059-E90E-4547-92B9-8961A1713EA3}" type="pres">
      <dgm:prSet presAssocID="{FFB1032E-6804-A844-A465-02497FD6E5D3}" presName="imgShp" presStyleLbl="fgImgPlace1" presStyleIdx="0" presStyleCnt="3"/>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pt>
    <dgm:pt modelId="{CB7A847F-B087-9A49-9CF3-076449A2FCD4}" type="pres">
      <dgm:prSet presAssocID="{FFB1032E-6804-A844-A465-02497FD6E5D3}" presName="txShp" presStyleLbl="node1" presStyleIdx="0" presStyleCnt="3">
        <dgm:presLayoutVars>
          <dgm:bulletEnabled val="1"/>
        </dgm:presLayoutVars>
      </dgm:prSet>
      <dgm:spPr/>
    </dgm:pt>
    <dgm:pt modelId="{8FD8DC3B-ED42-2043-BA3D-7D53667F0788}" type="pres">
      <dgm:prSet presAssocID="{2D7B8C86-67E5-2C4B-B3C7-38DA2C942E00}" presName="spacing" presStyleCnt="0"/>
      <dgm:spPr/>
    </dgm:pt>
    <dgm:pt modelId="{B435627C-F854-2F41-96DE-F0F0F4D71502}" type="pres">
      <dgm:prSet presAssocID="{0F7CF6FF-CABE-D54F-99AC-9A5B473B3C61}" presName="composite" presStyleCnt="0"/>
      <dgm:spPr/>
    </dgm:pt>
    <dgm:pt modelId="{C0796714-A272-8A49-B46B-B138555A5260}" type="pres">
      <dgm:prSet presAssocID="{0F7CF6FF-CABE-D54F-99AC-9A5B473B3C61}" presName="imgShp" presStyleLbl="fgImgPlace1" presStyleIdx="1" presStyleCnt="3"/>
      <dgm:spPr>
        <a:blipFill rotWithShape="1">
          <a:blip xmlns:r="http://schemas.openxmlformats.org/officeDocument/2006/relationships">
            <a:extLst>
              <a:ext uri="{96DAC541-7B7A-43D3-8B79-37D633B846F1}">
                <asvg:svgBlip xmlns:asvg="http://schemas.microsoft.com/office/drawing/2016/SVG/main" r:embed="rId2"/>
              </a:ext>
            </a:extLst>
          </a:blip>
          <a:srcRect/>
          <a:stretch>
            <a:fillRect/>
          </a:stretch>
        </a:blipFill>
      </dgm:spPr>
    </dgm:pt>
    <dgm:pt modelId="{167C0BA0-185C-694C-BF1F-3278F05B4C83}" type="pres">
      <dgm:prSet presAssocID="{0F7CF6FF-CABE-D54F-99AC-9A5B473B3C61}" presName="txShp" presStyleLbl="node1" presStyleIdx="1" presStyleCnt="3">
        <dgm:presLayoutVars>
          <dgm:bulletEnabled val="1"/>
        </dgm:presLayoutVars>
      </dgm:prSet>
      <dgm:spPr/>
    </dgm:pt>
    <dgm:pt modelId="{1A57092D-F489-F04C-AFD1-70E0E12CFAEF}" type="pres">
      <dgm:prSet presAssocID="{E6926E07-773D-DE4B-ADE7-4FFC7721B1EB}" presName="spacing" presStyleCnt="0"/>
      <dgm:spPr/>
    </dgm:pt>
    <dgm:pt modelId="{65076F7B-FA71-C549-A3A9-AB0D5D577C42}" type="pres">
      <dgm:prSet presAssocID="{B70249C7-DBAC-3E48-AD30-B62BD26129DF}" presName="composite" presStyleCnt="0"/>
      <dgm:spPr/>
    </dgm:pt>
    <dgm:pt modelId="{7514A273-4AB9-374F-BBB2-387D64FAC320}" type="pres">
      <dgm:prSet presAssocID="{B70249C7-DBAC-3E48-AD30-B62BD26129DF}" presName="imgShp" presStyleLbl="fgImgPlace1" presStyleIdx="2" presStyleCnt="3"/>
      <dgm:spPr>
        <a:blipFill rotWithShape="1">
          <a:blip xmlns:r="http://schemas.openxmlformats.org/officeDocument/2006/relationships">
            <a:extLst>
              <a:ext uri="{96DAC541-7B7A-43D3-8B79-37D633B846F1}">
                <asvg:svgBlip xmlns:asvg="http://schemas.microsoft.com/office/drawing/2016/SVG/main" r:embed="rId3"/>
              </a:ext>
            </a:extLst>
          </a:blip>
          <a:srcRect/>
          <a:stretch>
            <a:fillRect/>
          </a:stretch>
        </a:blipFill>
      </dgm:spPr>
    </dgm:pt>
    <dgm:pt modelId="{E5B68BAD-7C27-7B40-B1C9-1AEAF8F91532}" type="pres">
      <dgm:prSet presAssocID="{B70249C7-DBAC-3E48-AD30-B62BD26129DF}" presName="txShp" presStyleLbl="node1" presStyleIdx="2" presStyleCnt="3">
        <dgm:presLayoutVars>
          <dgm:bulletEnabled val="1"/>
        </dgm:presLayoutVars>
      </dgm:prSet>
      <dgm:spPr/>
    </dgm:pt>
  </dgm:ptLst>
  <dgm:cxnLst>
    <dgm:cxn modelId="{08A67F4D-3536-ED48-8357-46CA88766833}" srcId="{3ABB1ABC-1A11-B14D-A318-375BD7178B72}" destId="{FFB1032E-6804-A844-A465-02497FD6E5D3}" srcOrd="0" destOrd="0" parTransId="{281F8064-8FBD-8445-B5EB-41E94204C64C}" sibTransId="{2D7B8C86-67E5-2C4B-B3C7-38DA2C942E00}"/>
    <dgm:cxn modelId="{72694364-6C41-1B43-A2C9-160A79DD04CB}" type="presOf" srcId="{0F7CF6FF-CABE-D54F-99AC-9A5B473B3C61}" destId="{167C0BA0-185C-694C-BF1F-3278F05B4C83}" srcOrd="0" destOrd="0" presId="urn:microsoft.com/office/officeart/2005/8/layout/vList3"/>
    <dgm:cxn modelId="{04F1A88A-BA7B-6F42-923F-77E959438367}" type="presOf" srcId="{B70249C7-DBAC-3E48-AD30-B62BD26129DF}" destId="{E5B68BAD-7C27-7B40-B1C9-1AEAF8F91532}" srcOrd="0" destOrd="0" presId="urn:microsoft.com/office/officeart/2005/8/layout/vList3"/>
    <dgm:cxn modelId="{2B1ADF99-9F33-6A4B-9594-79ED918E1FDB}" srcId="{3ABB1ABC-1A11-B14D-A318-375BD7178B72}" destId="{0F7CF6FF-CABE-D54F-99AC-9A5B473B3C61}" srcOrd="1" destOrd="0" parTransId="{608C0E1D-641A-674E-8D21-A6D595F4FCA8}" sibTransId="{E6926E07-773D-DE4B-ADE7-4FFC7721B1EB}"/>
    <dgm:cxn modelId="{8DD408F3-C54F-1C44-8EC4-E752015A7DC9}" type="presOf" srcId="{FFB1032E-6804-A844-A465-02497FD6E5D3}" destId="{CB7A847F-B087-9A49-9CF3-076449A2FCD4}" srcOrd="0" destOrd="0" presId="urn:microsoft.com/office/officeart/2005/8/layout/vList3"/>
    <dgm:cxn modelId="{ABD52BF7-4F1B-B143-8596-B50A69FE298F}" srcId="{3ABB1ABC-1A11-B14D-A318-375BD7178B72}" destId="{B70249C7-DBAC-3E48-AD30-B62BD26129DF}" srcOrd="2" destOrd="0" parTransId="{B925D461-538D-AC49-8357-382F7F28BB9D}" sibTransId="{3C4700D9-2D83-D74B-8393-C80350A08E5B}"/>
    <dgm:cxn modelId="{BC92EDF9-5DA6-4B44-BA0B-3B7D3EB8754D}" type="presOf" srcId="{3ABB1ABC-1A11-B14D-A318-375BD7178B72}" destId="{45CFC8C8-9A29-F846-BFBD-E6289F3461D0}" srcOrd="0" destOrd="0" presId="urn:microsoft.com/office/officeart/2005/8/layout/vList3"/>
    <dgm:cxn modelId="{F54AC19F-B508-0B4B-A95A-AF96599B314E}" type="presParOf" srcId="{45CFC8C8-9A29-F846-BFBD-E6289F3461D0}" destId="{8218D233-CD84-C249-8ADB-AFA346BD4534}" srcOrd="0" destOrd="0" presId="urn:microsoft.com/office/officeart/2005/8/layout/vList3"/>
    <dgm:cxn modelId="{C58C8152-0584-C14F-A4E3-7BFDBC115565}" type="presParOf" srcId="{8218D233-CD84-C249-8ADB-AFA346BD4534}" destId="{22A35059-E90E-4547-92B9-8961A1713EA3}" srcOrd="0" destOrd="0" presId="urn:microsoft.com/office/officeart/2005/8/layout/vList3"/>
    <dgm:cxn modelId="{4E212D3D-1BFE-684D-8F75-F91F8C37B463}" type="presParOf" srcId="{8218D233-CD84-C249-8ADB-AFA346BD4534}" destId="{CB7A847F-B087-9A49-9CF3-076449A2FCD4}" srcOrd="1" destOrd="0" presId="urn:microsoft.com/office/officeart/2005/8/layout/vList3"/>
    <dgm:cxn modelId="{417F4710-8126-9444-AD66-4AFB3DFD54CA}" type="presParOf" srcId="{45CFC8C8-9A29-F846-BFBD-E6289F3461D0}" destId="{8FD8DC3B-ED42-2043-BA3D-7D53667F0788}" srcOrd="1" destOrd="0" presId="urn:microsoft.com/office/officeart/2005/8/layout/vList3"/>
    <dgm:cxn modelId="{AF2ED039-1A4C-1E4F-A71D-4B42326DA8A9}" type="presParOf" srcId="{45CFC8C8-9A29-F846-BFBD-E6289F3461D0}" destId="{B435627C-F854-2F41-96DE-F0F0F4D71502}" srcOrd="2" destOrd="0" presId="urn:microsoft.com/office/officeart/2005/8/layout/vList3"/>
    <dgm:cxn modelId="{12A16B65-77E8-EA44-AE6D-5AD023A94986}" type="presParOf" srcId="{B435627C-F854-2F41-96DE-F0F0F4D71502}" destId="{C0796714-A272-8A49-B46B-B138555A5260}" srcOrd="0" destOrd="0" presId="urn:microsoft.com/office/officeart/2005/8/layout/vList3"/>
    <dgm:cxn modelId="{E02DBA07-20E6-9647-A84F-C16DCA864552}" type="presParOf" srcId="{B435627C-F854-2F41-96DE-F0F0F4D71502}" destId="{167C0BA0-185C-694C-BF1F-3278F05B4C83}" srcOrd="1" destOrd="0" presId="urn:microsoft.com/office/officeart/2005/8/layout/vList3"/>
    <dgm:cxn modelId="{EF011B61-FDC6-BF4D-A631-936EACE6B7C3}" type="presParOf" srcId="{45CFC8C8-9A29-F846-BFBD-E6289F3461D0}" destId="{1A57092D-F489-F04C-AFD1-70E0E12CFAEF}" srcOrd="3" destOrd="0" presId="urn:microsoft.com/office/officeart/2005/8/layout/vList3"/>
    <dgm:cxn modelId="{1DD111FE-21EB-E645-B15F-3474FFE20C29}" type="presParOf" srcId="{45CFC8C8-9A29-F846-BFBD-E6289F3461D0}" destId="{65076F7B-FA71-C549-A3A9-AB0D5D577C42}" srcOrd="4" destOrd="0" presId="urn:microsoft.com/office/officeart/2005/8/layout/vList3"/>
    <dgm:cxn modelId="{F724D88D-C15E-E441-98DF-FDCEAF3056A9}" type="presParOf" srcId="{65076F7B-FA71-C549-A3A9-AB0D5D577C42}" destId="{7514A273-4AB9-374F-BBB2-387D64FAC320}" srcOrd="0" destOrd="0" presId="urn:microsoft.com/office/officeart/2005/8/layout/vList3"/>
    <dgm:cxn modelId="{F63BEE7E-8AD0-9842-976E-6159159BA749}" type="presParOf" srcId="{65076F7B-FA71-C549-A3A9-AB0D5D577C42}" destId="{E5B68BAD-7C27-7B40-B1C9-1AEAF8F91532}" srcOrd="1" destOrd="0" presId="urn:microsoft.com/office/officeart/2005/8/layout/v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a:solidFill>
          <a:schemeClr val="accent1">
            <a:lumMod val="60000"/>
            <a:lumOff val="40000"/>
          </a:schemeClr>
        </a:solidFill>
        <a:ln>
          <a:solidFill>
            <a:schemeClr val="tx1"/>
          </a:solidFill>
        </a:ln>
      </dgm:spPr>
      <dgm:t>
        <a:bodyPr/>
        <a:lstStyle/>
        <a:p>
          <a:r>
            <a:rPr lang="en-US" dirty="0">
              <a:solidFill>
                <a:schemeClr val="tx1"/>
              </a:solidFill>
            </a:rPr>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3CA2A28-DA36-4540-B171-435AD56E6FC0}" type="doc">
      <dgm:prSet loTypeId="urn:microsoft.com/office/officeart/2005/8/layout/list1" loCatId="process" qsTypeId="urn:microsoft.com/office/officeart/2005/8/quickstyle/simple1" qsCatId="simple" csTypeId="urn:microsoft.com/office/officeart/2005/8/colors/accent1_2" csCatId="accent1" phldr="1"/>
      <dgm:spPr/>
      <dgm:t>
        <a:bodyPr/>
        <a:lstStyle/>
        <a:p>
          <a:endParaRPr lang="en-US"/>
        </a:p>
      </dgm:t>
    </dgm:pt>
    <dgm:pt modelId="{F0DC3497-4AB6-FC4A-B2D8-216E9FF1D364}">
      <dgm:prSet/>
      <dgm:spPr/>
      <dgm:t>
        <a:bodyPr/>
        <a:lstStyle/>
        <a:p>
          <a:r>
            <a:rPr lang="en-US" b="0"/>
            <a:t>Vanadium </a:t>
          </a:r>
          <a:endParaRPr lang="en-DK" dirty="0"/>
        </a:p>
      </dgm:t>
    </dgm:pt>
    <dgm:pt modelId="{AB7A6AF6-197A-0E42-A91C-F1159E867378}" type="parTrans" cxnId="{EA22BE60-274C-EC4B-BF8E-00352DFB0F84}">
      <dgm:prSet/>
      <dgm:spPr/>
      <dgm:t>
        <a:bodyPr/>
        <a:lstStyle/>
        <a:p>
          <a:endParaRPr lang="en-US"/>
        </a:p>
      </dgm:t>
    </dgm:pt>
    <dgm:pt modelId="{5C6D55B0-AD11-2E43-B6F3-53D1DFA9B685}" type="sibTrans" cxnId="{EA22BE60-274C-EC4B-BF8E-00352DFB0F84}">
      <dgm:prSet/>
      <dgm:spPr/>
      <dgm:t>
        <a:bodyPr/>
        <a:lstStyle/>
        <a:p>
          <a:endParaRPr lang="en-US"/>
        </a:p>
      </dgm:t>
    </dgm:pt>
    <dgm:pt modelId="{10BE275B-B4A8-EC48-83BA-A7598C56F5D2}">
      <dgm:prSet/>
      <dgm:spPr/>
      <dgm:t>
        <a:bodyPr/>
        <a:lstStyle/>
        <a:p>
          <a:r>
            <a:rPr lang="en-US" dirty="0"/>
            <a:t>E</a:t>
          </a:r>
          <a:r>
            <a:rPr lang="en-US" b="0" dirty="0"/>
            <a:t>xpected isotropic scattered signal</a:t>
          </a:r>
          <a:endParaRPr lang="en-DK" dirty="0"/>
        </a:p>
      </dgm:t>
    </dgm:pt>
    <dgm:pt modelId="{31683B31-8B4B-6B41-AA77-2EBB2053288A}" type="sibTrans" cxnId="{1D7EE6E3-9FCE-674F-8FCD-1121122BF3F5}">
      <dgm:prSet/>
      <dgm:spPr/>
      <dgm:t>
        <a:bodyPr/>
        <a:lstStyle/>
        <a:p>
          <a:endParaRPr lang="en-US"/>
        </a:p>
      </dgm:t>
    </dgm:pt>
    <dgm:pt modelId="{765E5BD7-6B8D-464D-8581-61EFFE6EFBE5}" type="parTrans" cxnId="{1D7EE6E3-9FCE-674F-8FCD-1121122BF3F5}">
      <dgm:prSet/>
      <dgm:spPr/>
      <dgm:t>
        <a:bodyPr/>
        <a:lstStyle/>
        <a:p>
          <a:endParaRPr lang="en-US"/>
        </a:p>
      </dgm:t>
    </dgm:pt>
    <dgm:pt modelId="{A1BB9377-663D-4341-A4CF-EDBC90B48460}" type="pres">
      <dgm:prSet presAssocID="{73CA2A28-DA36-4540-B171-435AD56E6FC0}" presName="linear" presStyleCnt="0">
        <dgm:presLayoutVars>
          <dgm:dir/>
          <dgm:animLvl val="lvl"/>
          <dgm:resizeHandles val="exact"/>
        </dgm:presLayoutVars>
      </dgm:prSet>
      <dgm:spPr/>
    </dgm:pt>
    <dgm:pt modelId="{D09EF7AD-D0E0-CC46-AED9-72046F8F5ADD}" type="pres">
      <dgm:prSet presAssocID="{F0DC3497-4AB6-FC4A-B2D8-216E9FF1D364}" presName="parentLin" presStyleCnt="0"/>
      <dgm:spPr/>
    </dgm:pt>
    <dgm:pt modelId="{E2FE97C6-8814-FB45-A4F7-DF4E185AE210}" type="pres">
      <dgm:prSet presAssocID="{F0DC3497-4AB6-FC4A-B2D8-216E9FF1D364}" presName="parentLeftMargin" presStyleLbl="node1" presStyleIdx="0" presStyleCnt="1"/>
      <dgm:spPr/>
    </dgm:pt>
    <dgm:pt modelId="{9398F9EC-B6CA-D24A-9819-116CC51AD44B}" type="pres">
      <dgm:prSet presAssocID="{F0DC3497-4AB6-FC4A-B2D8-216E9FF1D364}" presName="parentText" presStyleLbl="node1" presStyleIdx="0" presStyleCnt="1">
        <dgm:presLayoutVars>
          <dgm:chMax val="0"/>
          <dgm:bulletEnabled val="1"/>
        </dgm:presLayoutVars>
      </dgm:prSet>
      <dgm:spPr/>
    </dgm:pt>
    <dgm:pt modelId="{FEEE7371-C89B-0A4D-B782-7CABCD12B79A}" type="pres">
      <dgm:prSet presAssocID="{F0DC3497-4AB6-FC4A-B2D8-216E9FF1D364}" presName="negativeSpace" presStyleCnt="0"/>
      <dgm:spPr/>
    </dgm:pt>
    <dgm:pt modelId="{AE05D9AA-16A4-C741-A7D3-FD0FC94062FD}" type="pres">
      <dgm:prSet presAssocID="{F0DC3497-4AB6-FC4A-B2D8-216E9FF1D364}" presName="childText" presStyleLbl="conFgAcc1" presStyleIdx="0" presStyleCnt="1">
        <dgm:presLayoutVars>
          <dgm:bulletEnabled val="1"/>
        </dgm:presLayoutVars>
      </dgm:prSet>
      <dgm:spPr/>
    </dgm:pt>
  </dgm:ptLst>
  <dgm:cxnLst>
    <dgm:cxn modelId="{A90E4C1C-D3E3-8943-9050-9804BA126535}" type="presOf" srcId="{73CA2A28-DA36-4540-B171-435AD56E6FC0}" destId="{A1BB9377-663D-4341-A4CF-EDBC90B48460}" srcOrd="0" destOrd="0" presId="urn:microsoft.com/office/officeart/2005/8/layout/list1"/>
    <dgm:cxn modelId="{EA22BE60-274C-EC4B-BF8E-00352DFB0F84}" srcId="{73CA2A28-DA36-4540-B171-435AD56E6FC0}" destId="{F0DC3497-4AB6-FC4A-B2D8-216E9FF1D364}" srcOrd="0" destOrd="0" parTransId="{AB7A6AF6-197A-0E42-A91C-F1159E867378}" sibTransId="{5C6D55B0-AD11-2E43-B6F3-53D1DFA9B685}"/>
    <dgm:cxn modelId="{FB2B6A72-DBAA-0240-B997-1AB5C6532654}" type="presOf" srcId="{10BE275B-B4A8-EC48-83BA-A7598C56F5D2}" destId="{AE05D9AA-16A4-C741-A7D3-FD0FC94062FD}" srcOrd="0" destOrd="0" presId="urn:microsoft.com/office/officeart/2005/8/layout/list1"/>
    <dgm:cxn modelId="{24E14B7A-D7BC-AA40-B41A-5698DB7E0FD6}" type="presOf" srcId="{F0DC3497-4AB6-FC4A-B2D8-216E9FF1D364}" destId="{E2FE97C6-8814-FB45-A4F7-DF4E185AE210}" srcOrd="0" destOrd="0" presId="urn:microsoft.com/office/officeart/2005/8/layout/list1"/>
    <dgm:cxn modelId="{EF6B23D4-2354-3547-8E1A-FBCD773A0DDE}" type="presOf" srcId="{F0DC3497-4AB6-FC4A-B2D8-216E9FF1D364}" destId="{9398F9EC-B6CA-D24A-9819-116CC51AD44B}" srcOrd="1" destOrd="0" presId="urn:microsoft.com/office/officeart/2005/8/layout/list1"/>
    <dgm:cxn modelId="{1D7EE6E3-9FCE-674F-8FCD-1121122BF3F5}" srcId="{F0DC3497-4AB6-FC4A-B2D8-216E9FF1D364}" destId="{10BE275B-B4A8-EC48-83BA-A7598C56F5D2}" srcOrd="0" destOrd="0" parTransId="{765E5BD7-6B8D-464D-8581-61EFFE6EFBE5}" sibTransId="{31683B31-8B4B-6B41-AA77-2EBB2053288A}"/>
    <dgm:cxn modelId="{34134053-8103-7343-AE7A-FF6F85B467F1}" type="presParOf" srcId="{A1BB9377-663D-4341-A4CF-EDBC90B48460}" destId="{D09EF7AD-D0E0-CC46-AED9-72046F8F5ADD}" srcOrd="0" destOrd="0" presId="urn:microsoft.com/office/officeart/2005/8/layout/list1"/>
    <dgm:cxn modelId="{AD30F3B6-9EB0-C54A-96B9-B6CFAD9FBDAA}" type="presParOf" srcId="{D09EF7AD-D0E0-CC46-AED9-72046F8F5ADD}" destId="{E2FE97C6-8814-FB45-A4F7-DF4E185AE210}" srcOrd="0" destOrd="0" presId="urn:microsoft.com/office/officeart/2005/8/layout/list1"/>
    <dgm:cxn modelId="{46ECFFBC-78FB-1B44-BB3C-BA4EA1C30B43}" type="presParOf" srcId="{D09EF7AD-D0E0-CC46-AED9-72046F8F5ADD}" destId="{9398F9EC-B6CA-D24A-9819-116CC51AD44B}" srcOrd="1" destOrd="0" presId="urn:microsoft.com/office/officeart/2005/8/layout/list1"/>
    <dgm:cxn modelId="{15B50F26-0425-F842-A6C9-79CDD56E1935}" type="presParOf" srcId="{A1BB9377-663D-4341-A4CF-EDBC90B48460}" destId="{FEEE7371-C89B-0A4D-B782-7CABCD12B79A}" srcOrd="1" destOrd="0" presId="urn:microsoft.com/office/officeart/2005/8/layout/list1"/>
    <dgm:cxn modelId="{12440542-7DCE-7A41-8162-E71D33FFCEF8}" type="presParOf" srcId="{A1BB9377-663D-4341-A4CF-EDBC90B48460}" destId="{AE05D9AA-16A4-C741-A7D3-FD0FC94062FD}" srcOrd="2"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a:solidFill>
          <a:schemeClr val="accent1">
            <a:lumMod val="60000"/>
            <a:lumOff val="40000"/>
          </a:schemeClr>
        </a:solidFill>
        <a:ln>
          <a:solidFill>
            <a:schemeClr val="tx1"/>
          </a:solidFill>
        </a:ln>
      </dgm:spPr>
      <dgm:t>
        <a:bodyPr/>
        <a:lstStyle/>
        <a:p>
          <a:r>
            <a:rPr lang="en-US" dirty="0">
              <a:solidFill>
                <a:schemeClr val="tx1"/>
              </a:solidFill>
            </a:rPr>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3CA2A28-DA36-4540-B171-435AD56E6FC0}" type="doc">
      <dgm:prSet loTypeId="urn:microsoft.com/office/officeart/2005/8/layout/list1" loCatId="process" qsTypeId="urn:microsoft.com/office/officeart/2005/8/quickstyle/simple1" qsCatId="simple" csTypeId="urn:microsoft.com/office/officeart/2005/8/colors/accent1_2" csCatId="accent1" phldr="1"/>
      <dgm:spPr/>
      <dgm:t>
        <a:bodyPr/>
        <a:lstStyle/>
        <a:p>
          <a:endParaRPr lang="en-US"/>
        </a:p>
      </dgm:t>
    </dgm:pt>
    <dgm:pt modelId="{F0DC3497-4AB6-FC4A-B2D8-216E9FF1D364}">
      <dgm:prSet/>
      <dgm:spPr/>
      <dgm:t>
        <a:bodyPr/>
        <a:lstStyle/>
        <a:p>
          <a:r>
            <a:rPr lang="en-US" b="0"/>
            <a:t>Vanadium </a:t>
          </a:r>
          <a:endParaRPr lang="en-DK" dirty="0"/>
        </a:p>
      </dgm:t>
    </dgm:pt>
    <dgm:pt modelId="{AB7A6AF6-197A-0E42-A91C-F1159E867378}" type="parTrans" cxnId="{EA22BE60-274C-EC4B-BF8E-00352DFB0F84}">
      <dgm:prSet/>
      <dgm:spPr/>
      <dgm:t>
        <a:bodyPr/>
        <a:lstStyle/>
        <a:p>
          <a:endParaRPr lang="en-US"/>
        </a:p>
      </dgm:t>
    </dgm:pt>
    <dgm:pt modelId="{5C6D55B0-AD11-2E43-B6F3-53D1DFA9B685}" type="sibTrans" cxnId="{EA22BE60-274C-EC4B-BF8E-00352DFB0F84}">
      <dgm:prSet/>
      <dgm:spPr/>
      <dgm:t>
        <a:bodyPr/>
        <a:lstStyle/>
        <a:p>
          <a:endParaRPr lang="en-US"/>
        </a:p>
      </dgm:t>
    </dgm:pt>
    <dgm:pt modelId="{4B8F8115-D38B-CD40-B6EE-FA02E7BAF82B}">
      <dgm:prSet/>
      <dgm:spPr/>
      <dgm:t>
        <a:bodyPr/>
        <a:lstStyle/>
        <a:p>
          <a:r>
            <a:rPr lang="en-DK" dirty="0"/>
            <a:t>Geometry </a:t>
          </a:r>
        </a:p>
      </dgm:t>
    </dgm:pt>
    <dgm:pt modelId="{9DF2A122-7074-2B49-A839-7E58B974A720}" type="parTrans" cxnId="{120D6CC2-A701-3249-AA7D-4F7FB7892E5A}">
      <dgm:prSet/>
      <dgm:spPr/>
      <dgm:t>
        <a:bodyPr/>
        <a:lstStyle/>
        <a:p>
          <a:endParaRPr lang="en-US"/>
        </a:p>
      </dgm:t>
    </dgm:pt>
    <dgm:pt modelId="{C1BE6380-40DC-F747-971F-58CCACFECF44}" type="sibTrans" cxnId="{120D6CC2-A701-3249-AA7D-4F7FB7892E5A}">
      <dgm:prSet/>
      <dgm:spPr/>
      <dgm:t>
        <a:bodyPr/>
        <a:lstStyle/>
        <a:p>
          <a:endParaRPr lang="en-US"/>
        </a:p>
      </dgm:t>
    </dgm:pt>
    <dgm:pt modelId="{86B92A5F-6DF6-5D42-A275-6E727C9C2A05}">
      <dgm:prSet/>
      <dgm:spPr/>
      <dgm:t>
        <a:bodyPr/>
        <a:lstStyle/>
        <a:p>
          <a:r>
            <a:rPr lang="en-DK" dirty="0"/>
            <a:t>Gives rise to angular distortion</a:t>
          </a:r>
        </a:p>
      </dgm:t>
    </dgm:pt>
    <dgm:pt modelId="{5ED35004-E7DF-2E42-A501-5EC5D3A79E05}" type="sibTrans" cxnId="{BC7E0F14-C3F1-DC4A-A66E-164204DD50F1}">
      <dgm:prSet/>
      <dgm:spPr/>
      <dgm:t>
        <a:bodyPr/>
        <a:lstStyle/>
        <a:p>
          <a:endParaRPr lang="en-US"/>
        </a:p>
      </dgm:t>
    </dgm:pt>
    <dgm:pt modelId="{1E83AFE3-384E-8943-B224-DB47DA525F67}" type="parTrans" cxnId="{BC7E0F14-C3F1-DC4A-A66E-164204DD50F1}">
      <dgm:prSet/>
      <dgm:spPr/>
      <dgm:t>
        <a:bodyPr/>
        <a:lstStyle/>
        <a:p>
          <a:endParaRPr lang="en-US"/>
        </a:p>
      </dgm:t>
    </dgm:pt>
    <dgm:pt modelId="{10BE275B-B4A8-EC48-83BA-A7598C56F5D2}">
      <dgm:prSet/>
      <dgm:spPr/>
      <dgm:t>
        <a:bodyPr/>
        <a:lstStyle/>
        <a:p>
          <a:r>
            <a:rPr lang="en-US" dirty="0"/>
            <a:t>E</a:t>
          </a:r>
          <a:r>
            <a:rPr lang="en-US" b="0" dirty="0"/>
            <a:t>xpected isotropic scattered signal</a:t>
          </a:r>
          <a:endParaRPr lang="en-DK" dirty="0"/>
        </a:p>
      </dgm:t>
    </dgm:pt>
    <dgm:pt modelId="{31683B31-8B4B-6B41-AA77-2EBB2053288A}" type="sibTrans" cxnId="{1D7EE6E3-9FCE-674F-8FCD-1121122BF3F5}">
      <dgm:prSet/>
      <dgm:spPr/>
      <dgm:t>
        <a:bodyPr/>
        <a:lstStyle/>
        <a:p>
          <a:endParaRPr lang="en-US"/>
        </a:p>
      </dgm:t>
    </dgm:pt>
    <dgm:pt modelId="{765E5BD7-6B8D-464D-8581-61EFFE6EFBE5}" type="parTrans" cxnId="{1D7EE6E3-9FCE-674F-8FCD-1121122BF3F5}">
      <dgm:prSet/>
      <dgm:spPr/>
      <dgm:t>
        <a:bodyPr/>
        <a:lstStyle/>
        <a:p>
          <a:endParaRPr lang="en-US"/>
        </a:p>
      </dgm:t>
    </dgm:pt>
    <dgm:pt modelId="{A1BB9377-663D-4341-A4CF-EDBC90B48460}" type="pres">
      <dgm:prSet presAssocID="{73CA2A28-DA36-4540-B171-435AD56E6FC0}" presName="linear" presStyleCnt="0">
        <dgm:presLayoutVars>
          <dgm:dir/>
          <dgm:animLvl val="lvl"/>
          <dgm:resizeHandles val="exact"/>
        </dgm:presLayoutVars>
      </dgm:prSet>
      <dgm:spPr/>
    </dgm:pt>
    <dgm:pt modelId="{D09EF7AD-D0E0-CC46-AED9-72046F8F5ADD}" type="pres">
      <dgm:prSet presAssocID="{F0DC3497-4AB6-FC4A-B2D8-216E9FF1D364}" presName="parentLin" presStyleCnt="0"/>
      <dgm:spPr/>
    </dgm:pt>
    <dgm:pt modelId="{E2FE97C6-8814-FB45-A4F7-DF4E185AE210}" type="pres">
      <dgm:prSet presAssocID="{F0DC3497-4AB6-FC4A-B2D8-216E9FF1D364}" presName="parentLeftMargin" presStyleLbl="node1" presStyleIdx="0" presStyleCnt="2"/>
      <dgm:spPr/>
    </dgm:pt>
    <dgm:pt modelId="{9398F9EC-B6CA-D24A-9819-116CC51AD44B}" type="pres">
      <dgm:prSet presAssocID="{F0DC3497-4AB6-FC4A-B2D8-216E9FF1D364}" presName="parentText" presStyleLbl="node1" presStyleIdx="0" presStyleCnt="2">
        <dgm:presLayoutVars>
          <dgm:chMax val="0"/>
          <dgm:bulletEnabled val="1"/>
        </dgm:presLayoutVars>
      </dgm:prSet>
      <dgm:spPr/>
    </dgm:pt>
    <dgm:pt modelId="{FEEE7371-C89B-0A4D-B782-7CABCD12B79A}" type="pres">
      <dgm:prSet presAssocID="{F0DC3497-4AB6-FC4A-B2D8-216E9FF1D364}" presName="negativeSpace" presStyleCnt="0"/>
      <dgm:spPr/>
    </dgm:pt>
    <dgm:pt modelId="{AE05D9AA-16A4-C741-A7D3-FD0FC94062FD}" type="pres">
      <dgm:prSet presAssocID="{F0DC3497-4AB6-FC4A-B2D8-216E9FF1D364}" presName="childText" presStyleLbl="conFgAcc1" presStyleIdx="0" presStyleCnt="2">
        <dgm:presLayoutVars>
          <dgm:bulletEnabled val="1"/>
        </dgm:presLayoutVars>
      </dgm:prSet>
      <dgm:spPr/>
    </dgm:pt>
    <dgm:pt modelId="{3557A384-91FA-4547-A4A3-0A50765702E5}" type="pres">
      <dgm:prSet presAssocID="{5C6D55B0-AD11-2E43-B6F3-53D1DFA9B685}" presName="spaceBetweenRectangles" presStyleCnt="0"/>
      <dgm:spPr/>
    </dgm:pt>
    <dgm:pt modelId="{49DC2AFC-5120-EB40-A688-96E12254D735}" type="pres">
      <dgm:prSet presAssocID="{4B8F8115-D38B-CD40-B6EE-FA02E7BAF82B}" presName="parentLin" presStyleCnt="0"/>
      <dgm:spPr/>
    </dgm:pt>
    <dgm:pt modelId="{A14CB140-657A-C440-A56F-214F11CF67B8}" type="pres">
      <dgm:prSet presAssocID="{4B8F8115-D38B-CD40-B6EE-FA02E7BAF82B}" presName="parentLeftMargin" presStyleLbl="node1" presStyleIdx="0" presStyleCnt="2"/>
      <dgm:spPr/>
    </dgm:pt>
    <dgm:pt modelId="{1842A9D2-D24A-AA48-B230-260966B34DFF}" type="pres">
      <dgm:prSet presAssocID="{4B8F8115-D38B-CD40-B6EE-FA02E7BAF82B}" presName="parentText" presStyleLbl="node1" presStyleIdx="1" presStyleCnt="2">
        <dgm:presLayoutVars>
          <dgm:chMax val="0"/>
          <dgm:bulletEnabled val="1"/>
        </dgm:presLayoutVars>
      </dgm:prSet>
      <dgm:spPr/>
    </dgm:pt>
    <dgm:pt modelId="{AFCC1E78-99DB-F446-A185-33E2F726D5B2}" type="pres">
      <dgm:prSet presAssocID="{4B8F8115-D38B-CD40-B6EE-FA02E7BAF82B}" presName="negativeSpace" presStyleCnt="0"/>
      <dgm:spPr/>
    </dgm:pt>
    <dgm:pt modelId="{D63CAAD2-27AD-C346-81D1-3C9947CE015D}" type="pres">
      <dgm:prSet presAssocID="{4B8F8115-D38B-CD40-B6EE-FA02E7BAF82B}" presName="childText" presStyleLbl="conFgAcc1" presStyleIdx="1" presStyleCnt="2">
        <dgm:presLayoutVars>
          <dgm:bulletEnabled val="1"/>
        </dgm:presLayoutVars>
      </dgm:prSet>
      <dgm:spPr/>
    </dgm:pt>
  </dgm:ptLst>
  <dgm:cxnLst>
    <dgm:cxn modelId="{BC7E0F14-C3F1-DC4A-A66E-164204DD50F1}" srcId="{4B8F8115-D38B-CD40-B6EE-FA02E7BAF82B}" destId="{86B92A5F-6DF6-5D42-A275-6E727C9C2A05}" srcOrd="0" destOrd="0" parTransId="{1E83AFE3-384E-8943-B224-DB47DA525F67}" sibTransId="{5ED35004-E7DF-2E42-A501-5EC5D3A79E05}"/>
    <dgm:cxn modelId="{A90E4C1C-D3E3-8943-9050-9804BA126535}" type="presOf" srcId="{73CA2A28-DA36-4540-B171-435AD56E6FC0}" destId="{A1BB9377-663D-4341-A4CF-EDBC90B48460}" srcOrd="0" destOrd="0" presId="urn:microsoft.com/office/officeart/2005/8/layout/list1"/>
    <dgm:cxn modelId="{9CFCC81C-7753-AE46-AFBA-D804FC42E58C}" type="presOf" srcId="{4B8F8115-D38B-CD40-B6EE-FA02E7BAF82B}" destId="{A14CB140-657A-C440-A56F-214F11CF67B8}" srcOrd="0" destOrd="0" presId="urn:microsoft.com/office/officeart/2005/8/layout/list1"/>
    <dgm:cxn modelId="{F181D64A-B9E9-7F42-B5DE-3B8820E1ACC3}" type="presOf" srcId="{4B8F8115-D38B-CD40-B6EE-FA02E7BAF82B}" destId="{1842A9D2-D24A-AA48-B230-260966B34DFF}" srcOrd="1" destOrd="0" presId="urn:microsoft.com/office/officeart/2005/8/layout/list1"/>
    <dgm:cxn modelId="{74EED455-190B-4248-9F53-27B668C5C7B6}" type="presOf" srcId="{86B92A5F-6DF6-5D42-A275-6E727C9C2A05}" destId="{D63CAAD2-27AD-C346-81D1-3C9947CE015D}" srcOrd="0" destOrd="0" presId="urn:microsoft.com/office/officeart/2005/8/layout/list1"/>
    <dgm:cxn modelId="{EA22BE60-274C-EC4B-BF8E-00352DFB0F84}" srcId="{73CA2A28-DA36-4540-B171-435AD56E6FC0}" destId="{F0DC3497-4AB6-FC4A-B2D8-216E9FF1D364}" srcOrd="0" destOrd="0" parTransId="{AB7A6AF6-197A-0E42-A91C-F1159E867378}" sibTransId="{5C6D55B0-AD11-2E43-B6F3-53D1DFA9B685}"/>
    <dgm:cxn modelId="{FB2B6A72-DBAA-0240-B997-1AB5C6532654}" type="presOf" srcId="{10BE275B-B4A8-EC48-83BA-A7598C56F5D2}" destId="{AE05D9AA-16A4-C741-A7D3-FD0FC94062FD}" srcOrd="0" destOrd="0" presId="urn:microsoft.com/office/officeart/2005/8/layout/list1"/>
    <dgm:cxn modelId="{24E14B7A-D7BC-AA40-B41A-5698DB7E0FD6}" type="presOf" srcId="{F0DC3497-4AB6-FC4A-B2D8-216E9FF1D364}" destId="{E2FE97C6-8814-FB45-A4F7-DF4E185AE210}" srcOrd="0" destOrd="0" presId="urn:microsoft.com/office/officeart/2005/8/layout/list1"/>
    <dgm:cxn modelId="{120D6CC2-A701-3249-AA7D-4F7FB7892E5A}" srcId="{73CA2A28-DA36-4540-B171-435AD56E6FC0}" destId="{4B8F8115-D38B-CD40-B6EE-FA02E7BAF82B}" srcOrd="1" destOrd="0" parTransId="{9DF2A122-7074-2B49-A839-7E58B974A720}" sibTransId="{C1BE6380-40DC-F747-971F-58CCACFECF44}"/>
    <dgm:cxn modelId="{EF6B23D4-2354-3547-8E1A-FBCD773A0DDE}" type="presOf" srcId="{F0DC3497-4AB6-FC4A-B2D8-216E9FF1D364}" destId="{9398F9EC-B6CA-D24A-9819-116CC51AD44B}" srcOrd="1" destOrd="0" presId="urn:microsoft.com/office/officeart/2005/8/layout/list1"/>
    <dgm:cxn modelId="{1D7EE6E3-9FCE-674F-8FCD-1121122BF3F5}" srcId="{F0DC3497-4AB6-FC4A-B2D8-216E9FF1D364}" destId="{10BE275B-B4A8-EC48-83BA-A7598C56F5D2}" srcOrd="0" destOrd="0" parTransId="{765E5BD7-6B8D-464D-8581-61EFFE6EFBE5}" sibTransId="{31683B31-8B4B-6B41-AA77-2EBB2053288A}"/>
    <dgm:cxn modelId="{34134053-8103-7343-AE7A-FF6F85B467F1}" type="presParOf" srcId="{A1BB9377-663D-4341-A4CF-EDBC90B48460}" destId="{D09EF7AD-D0E0-CC46-AED9-72046F8F5ADD}" srcOrd="0" destOrd="0" presId="urn:microsoft.com/office/officeart/2005/8/layout/list1"/>
    <dgm:cxn modelId="{AD30F3B6-9EB0-C54A-96B9-B6CFAD9FBDAA}" type="presParOf" srcId="{D09EF7AD-D0E0-CC46-AED9-72046F8F5ADD}" destId="{E2FE97C6-8814-FB45-A4F7-DF4E185AE210}" srcOrd="0" destOrd="0" presId="urn:microsoft.com/office/officeart/2005/8/layout/list1"/>
    <dgm:cxn modelId="{46ECFFBC-78FB-1B44-BB3C-BA4EA1C30B43}" type="presParOf" srcId="{D09EF7AD-D0E0-CC46-AED9-72046F8F5ADD}" destId="{9398F9EC-B6CA-D24A-9819-116CC51AD44B}" srcOrd="1" destOrd="0" presId="urn:microsoft.com/office/officeart/2005/8/layout/list1"/>
    <dgm:cxn modelId="{15B50F26-0425-F842-A6C9-79CDD56E1935}" type="presParOf" srcId="{A1BB9377-663D-4341-A4CF-EDBC90B48460}" destId="{FEEE7371-C89B-0A4D-B782-7CABCD12B79A}" srcOrd="1" destOrd="0" presId="urn:microsoft.com/office/officeart/2005/8/layout/list1"/>
    <dgm:cxn modelId="{12440542-7DCE-7A41-8162-E71D33FFCEF8}" type="presParOf" srcId="{A1BB9377-663D-4341-A4CF-EDBC90B48460}" destId="{AE05D9AA-16A4-C741-A7D3-FD0FC94062FD}" srcOrd="2" destOrd="0" presId="urn:microsoft.com/office/officeart/2005/8/layout/list1"/>
    <dgm:cxn modelId="{A03E4C8C-F945-7149-9795-FDDA458FEB31}" type="presParOf" srcId="{A1BB9377-663D-4341-A4CF-EDBC90B48460}" destId="{3557A384-91FA-4547-A4A3-0A50765702E5}" srcOrd="3" destOrd="0" presId="urn:microsoft.com/office/officeart/2005/8/layout/list1"/>
    <dgm:cxn modelId="{C97BD68D-FD46-7344-B4EF-8D209AB6FE36}" type="presParOf" srcId="{A1BB9377-663D-4341-A4CF-EDBC90B48460}" destId="{49DC2AFC-5120-EB40-A688-96E12254D735}" srcOrd="4" destOrd="0" presId="urn:microsoft.com/office/officeart/2005/8/layout/list1"/>
    <dgm:cxn modelId="{A91FA830-47DA-BD4F-A041-F77FA3B575B5}" type="presParOf" srcId="{49DC2AFC-5120-EB40-A688-96E12254D735}" destId="{A14CB140-657A-C440-A56F-214F11CF67B8}" srcOrd="0" destOrd="0" presId="urn:microsoft.com/office/officeart/2005/8/layout/list1"/>
    <dgm:cxn modelId="{FBCF07E2-CB21-7441-AE5E-2CC56DE8CF63}" type="presParOf" srcId="{49DC2AFC-5120-EB40-A688-96E12254D735}" destId="{1842A9D2-D24A-AA48-B230-260966B34DFF}" srcOrd="1" destOrd="0" presId="urn:microsoft.com/office/officeart/2005/8/layout/list1"/>
    <dgm:cxn modelId="{FC42C252-AC34-6C45-A78F-D93EF734F846}" type="presParOf" srcId="{A1BB9377-663D-4341-A4CF-EDBC90B48460}" destId="{AFCC1E78-99DB-F446-A185-33E2F726D5B2}" srcOrd="5" destOrd="0" presId="urn:microsoft.com/office/officeart/2005/8/layout/list1"/>
    <dgm:cxn modelId="{15F8A08A-A9EF-814F-9454-51D7D1A66966}" type="presParOf" srcId="{A1BB9377-663D-4341-A4CF-EDBC90B48460}" destId="{D63CAAD2-27AD-C346-81D1-3C9947CE015D}" srcOrd="6"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a:solidFill>
          <a:schemeClr val="accent1">
            <a:lumMod val="60000"/>
            <a:lumOff val="40000"/>
          </a:schemeClr>
        </a:solidFill>
        <a:ln>
          <a:solidFill>
            <a:schemeClr val="tx1"/>
          </a:solidFill>
        </a:ln>
      </dgm:spPr>
      <dgm:t>
        <a:bodyPr/>
        <a:lstStyle/>
        <a:p>
          <a:r>
            <a:rPr lang="en-US" dirty="0">
              <a:solidFill>
                <a:schemeClr val="tx1"/>
              </a:solidFill>
            </a:rPr>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3CA2A28-DA36-4540-B171-435AD56E6FC0}" type="doc">
      <dgm:prSet loTypeId="urn:microsoft.com/office/officeart/2005/8/layout/list1" loCatId="process" qsTypeId="urn:microsoft.com/office/officeart/2005/8/quickstyle/simple1" qsCatId="simple" csTypeId="urn:microsoft.com/office/officeart/2005/8/colors/accent1_2" csCatId="accent1" phldr="1"/>
      <dgm:spPr/>
      <dgm:t>
        <a:bodyPr/>
        <a:lstStyle/>
        <a:p>
          <a:endParaRPr lang="en-US"/>
        </a:p>
      </dgm:t>
    </dgm:pt>
    <dgm:pt modelId="{F0DC3497-4AB6-FC4A-B2D8-216E9FF1D364}">
      <dgm:prSet/>
      <dgm:spPr/>
      <dgm:t>
        <a:bodyPr/>
        <a:lstStyle/>
        <a:p>
          <a:r>
            <a:rPr lang="en-US" b="0"/>
            <a:t>Vanadium </a:t>
          </a:r>
          <a:endParaRPr lang="en-DK" dirty="0"/>
        </a:p>
      </dgm:t>
    </dgm:pt>
    <dgm:pt modelId="{AB7A6AF6-197A-0E42-A91C-F1159E867378}" type="parTrans" cxnId="{EA22BE60-274C-EC4B-BF8E-00352DFB0F84}">
      <dgm:prSet/>
      <dgm:spPr/>
      <dgm:t>
        <a:bodyPr/>
        <a:lstStyle/>
        <a:p>
          <a:endParaRPr lang="en-US"/>
        </a:p>
      </dgm:t>
    </dgm:pt>
    <dgm:pt modelId="{5C6D55B0-AD11-2E43-B6F3-53D1DFA9B685}" type="sibTrans" cxnId="{EA22BE60-274C-EC4B-BF8E-00352DFB0F84}">
      <dgm:prSet/>
      <dgm:spPr/>
      <dgm:t>
        <a:bodyPr/>
        <a:lstStyle/>
        <a:p>
          <a:endParaRPr lang="en-US"/>
        </a:p>
      </dgm:t>
    </dgm:pt>
    <dgm:pt modelId="{4B8F8115-D38B-CD40-B6EE-FA02E7BAF82B}">
      <dgm:prSet/>
      <dgm:spPr/>
      <dgm:t>
        <a:bodyPr/>
        <a:lstStyle/>
        <a:p>
          <a:r>
            <a:rPr lang="en-DK" dirty="0"/>
            <a:t>Geometry </a:t>
          </a:r>
        </a:p>
      </dgm:t>
    </dgm:pt>
    <dgm:pt modelId="{9DF2A122-7074-2B49-A839-7E58B974A720}" type="parTrans" cxnId="{120D6CC2-A701-3249-AA7D-4F7FB7892E5A}">
      <dgm:prSet/>
      <dgm:spPr/>
      <dgm:t>
        <a:bodyPr/>
        <a:lstStyle/>
        <a:p>
          <a:endParaRPr lang="en-US"/>
        </a:p>
      </dgm:t>
    </dgm:pt>
    <dgm:pt modelId="{C1BE6380-40DC-F747-971F-58CCACFECF44}" type="sibTrans" cxnId="{120D6CC2-A701-3249-AA7D-4F7FB7892E5A}">
      <dgm:prSet/>
      <dgm:spPr/>
      <dgm:t>
        <a:bodyPr/>
        <a:lstStyle/>
        <a:p>
          <a:endParaRPr lang="en-US"/>
        </a:p>
      </dgm:t>
    </dgm:pt>
    <dgm:pt modelId="{638B3055-6BAB-6741-8CD5-8C1089606820}">
      <dgm:prSet/>
      <dgm:spPr/>
      <dgm:t>
        <a:bodyPr/>
        <a:lstStyle/>
        <a:p>
          <a:r>
            <a:rPr lang="en-DK" dirty="0"/>
            <a:t>Calibration </a:t>
          </a:r>
        </a:p>
      </dgm:t>
    </dgm:pt>
    <dgm:pt modelId="{3B0E7E25-1C3D-234B-A39F-29C59818944B}" type="parTrans" cxnId="{CA7E1B45-9DBC-BC46-9BA7-50C6E3DC2AE8}">
      <dgm:prSet/>
      <dgm:spPr/>
      <dgm:t>
        <a:bodyPr/>
        <a:lstStyle/>
        <a:p>
          <a:endParaRPr lang="en-US"/>
        </a:p>
      </dgm:t>
    </dgm:pt>
    <dgm:pt modelId="{79D70A10-0127-544C-9B50-3AD8981EEFCE}" type="sibTrans" cxnId="{CA7E1B45-9DBC-BC46-9BA7-50C6E3DC2AE8}">
      <dgm:prSet/>
      <dgm:spPr/>
      <dgm:t>
        <a:bodyPr/>
        <a:lstStyle/>
        <a:p>
          <a:endParaRPr lang="en-US"/>
        </a:p>
      </dgm:t>
    </dgm:pt>
    <dgm:pt modelId="{C354D22D-87C4-C04C-8122-40881A645E2D}">
      <dgm:prSet/>
      <dgm:spPr/>
      <dgm:t>
        <a:bodyPr/>
        <a:lstStyle/>
        <a:p>
          <a:r>
            <a:rPr lang="en-DK" dirty="0"/>
            <a:t>Biased calibration if pattern is wrong</a:t>
          </a:r>
        </a:p>
      </dgm:t>
    </dgm:pt>
    <dgm:pt modelId="{BD432513-930A-1345-88B6-CAAD4606C7C1}" type="sibTrans" cxnId="{CF247773-7400-C04B-B16D-BA7B5C4473A0}">
      <dgm:prSet/>
      <dgm:spPr/>
      <dgm:t>
        <a:bodyPr/>
        <a:lstStyle/>
        <a:p>
          <a:endParaRPr lang="en-US"/>
        </a:p>
      </dgm:t>
    </dgm:pt>
    <dgm:pt modelId="{76442F2D-8A21-A148-BFBB-03DE65F2686E}" type="parTrans" cxnId="{CF247773-7400-C04B-B16D-BA7B5C4473A0}">
      <dgm:prSet/>
      <dgm:spPr/>
      <dgm:t>
        <a:bodyPr/>
        <a:lstStyle/>
        <a:p>
          <a:endParaRPr lang="en-US"/>
        </a:p>
      </dgm:t>
    </dgm:pt>
    <dgm:pt modelId="{86B92A5F-6DF6-5D42-A275-6E727C9C2A05}">
      <dgm:prSet/>
      <dgm:spPr/>
      <dgm:t>
        <a:bodyPr/>
        <a:lstStyle/>
        <a:p>
          <a:r>
            <a:rPr lang="en-DK" dirty="0"/>
            <a:t>Gives rise to angular distortion</a:t>
          </a:r>
        </a:p>
      </dgm:t>
    </dgm:pt>
    <dgm:pt modelId="{5ED35004-E7DF-2E42-A501-5EC5D3A79E05}" type="sibTrans" cxnId="{BC7E0F14-C3F1-DC4A-A66E-164204DD50F1}">
      <dgm:prSet/>
      <dgm:spPr/>
      <dgm:t>
        <a:bodyPr/>
        <a:lstStyle/>
        <a:p>
          <a:endParaRPr lang="en-US"/>
        </a:p>
      </dgm:t>
    </dgm:pt>
    <dgm:pt modelId="{1E83AFE3-384E-8943-B224-DB47DA525F67}" type="parTrans" cxnId="{BC7E0F14-C3F1-DC4A-A66E-164204DD50F1}">
      <dgm:prSet/>
      <dgm:spPr/>
      <dgm:t>
        <a:bodyPr/>
        <a:lstStyle/>
        <a:p>
          <a:endParaRPr lang="en-US"/>
        </a:p>
      </dgm:t>
    </dgm:pt>
    <dgm:pt modelId="{10BE275B-B4A8-EC48-83BA-A7598C56F5D2}">
      <dgm:prSet/>
      <dgm:spPr/>
      <dgm:t>
        <a:bodyPr/>
        <a:lstStyle/>
        <a:p>
          <a:r>
            <a:rPr lang="en-US" dirty="0"/>
            <a:t>E</a:t>
          </a:r>
          <a:r>
            <a:rPr lang="en-US" b="0" dirty="0"/>
            <a:t>xpected isotropic signal</a:t>
          </a:r>
          <a:endParaRPr lang="en-DK" dirty="0"/>
        </a:p>
      </dgm:t>
    </dgm:pt>
    <dgm:pt modelId="{31683B31-8B4B-6B41-AA77-2EBB2053288A}" type="sibTrans" cxnId="{1D7EE6E3-9FCE-674F-8FCD-1121122BF3F5}">
      <dgm:prSet/>
      <dgm:spPr/>
      <dgm:t>
        <a:bodyPr/>
        <a:lstStyle/>
        <a:p>
          <a:endParaRPr lang="en-US"/>
        </a:p>
      </dgm:t>
    </dgm:pt>
    <dgm:pt modelId="{765E5BD7-6B8D-464D-8581-61EFFE6EFBE5}" type="parTrans" cxnId="{1D7EE6E3-9FCE-674F-8FCD-1121122BF3F5}">
      <dgm:prSet/>
      <dgm:spPr/>
      <dgm:t>
        <a:bodyPr/>
        <a:lstStyle/>
        <a:p>
          <a:endParaRPr lang="en-US"/>
        </a:p>
      </dgm:t>
    </dgm:pt>
    <dgm:pt modelId="{A1BB9377-663D-4341-A4CF-EDBC90B48460}" type="pres">
      <dgm:prSet presAssocID="{73CA2A28-DA36-4540-B171-435AD56E6FC0}" presName="linear" presStyleCnt="0">
        <dgm:presLayoutVars>
          <dgm:dir/>
          <dgm:animLvl val="lvl"/>
          <dgm:resizeHandles val="exact"/>
        </dgm:presLayoutVars>
      </dgm:prSet>
      <dgm:spPr/>
    </dgm:pt>
    <dgm:pt modelId="{D09EF7AD-D0E0-CC46-AED9-72046F8F5ADD}" type="pres">
      <dgm:prSet presAssocID="{F0DC3497-4AB6-FC4A-B2D8-216E9FF1D364}" presName="parentLin" presStyleCnt="0"/>
      <dgm:spPr/>
    </dgm:pt>
    <dgm:pt modelId="{E2FE97C6-8814-FB45-A4F7-DF4E185AE210}" type="pres">
      <dgm:prSet presAssocID="{F0DC3497-4AB6-FC4A-B2D8-216E9FF1D364}" presName="parentLeftMargin" presStyleLbl="node1" presStyleIdx="0" presStyleCnt="3"/>
      <dgm:spPr/>
    </dgm:pt>
    <dgm:pt modelId="{9398F9EC-B6CA-D24A-9819-116CC51AD44B}" type="pres">
      <dgm:prSet presAssocID="{F0DC3497-4AB6-FC4A-B2D8-216E9FF1D364}" presName="parentText" presStyleLbl="node1" presStyleIdx="0" presStyleCnt="3">
        <dgm:presLayoutVars>
          <dgm:chMax val="0"/>
          <dgm:bulletEnabled val="1"/>
        </dgm:presLayoutVars>
      </dgm:prSet>
      <dgm:spPr/>
    </dgm:pt>
    <dgm:pt modelId="{FEEE7371-C89B-0A4D-B782-7CABCD12B79A}" type="pres">
      <dgm:prSet presAssocID="{F0DC3497-4AB6-FC4A-B2D8-216E9FF1D364}" presName="negativeSpace" presStyleCnt="0"/>
      <dgm:spPr/>
    </dgm:pt>
    <dgm:pt modelId="{AE05D9AA-16A4-C741-A7D3-FD0FC94062FD}" type="pres">
      <dgm:prSet presAssocID="{F0DC3497-4AB6-FC4A-B2D8-216E9FF1D364}" presName="childText" presStyleLbl="conFgAcc1" presStyleIdx="0" presStyleCnt="3">
        <dgm:presLayoutVars>
          <dgm:bulletEnabled val="1"/>
        </dgm:presLayoutVars>
      </dgm:prSet>
      <dgm:spPr/>
    </dgm:pt>
    <dgm:pt modelId="{3557A384-91FA-4547-A4A3-0A50765702E5}" type="pres">
      <dgm:prSet presAssocID="{5C6D55B0-AD11-2E43-B6F3-53D1DFA9B685}" presName="spaceBetweenRectangles" presStyleCnt="0"/>
      <dgm:spPr/>
    </dgm:pt>
    <dgm:pt modelId="{49DC2AFC-5120-EB40-A688-96E12254D735}" type="pres">
      <dgm:prSet presAssocID="{4B8F8115-D38B-CD40-B6EE-FA02E7BAF82B}" presName="parentLin" presStyleCnt="0"/>
      <dgm:spPr/>
    </dgm:pt>
    <dgm:pt modelId="{A14CB140-657A-C440-A56F-214F11CF67B8}" type="pres">
      <dgm:prSet presAssocID="{4B8F8115-D38B-CD40-B6EE-FA02E7BAF82B}" presName="parentLeftMargin" presStyleLbl="node1" presStyleIdx="0" presStyleCnt="3"/>
      <dgm:spPr/>
    </dgm:pt>
    <dgm:pt modelId="{1842A9D2-D24A-AA48-B230-260966B34DFF}" type="pres">
      <dgm:prSet presAssocID="{4B8F8115-D38B-CD40-B6EE-FA02E7BAF82B}" presName="parentText" presStyleLbl="node1" presStyleIdx="1" presStyleCnt="3">
        <dgm:presLayoutVars>
          <dgm:chMax val="0"/>
          <dgm:bulletEnabled val="1"/>
        </dgm:presLayoutVars>
      </dgm:prSet>
      <dgm:spPr/>
    </dgm:pt>
    <dgm:pt modelId="{AFCC1E78-99DB-F446-A185-33E2F726D5B2}" type="pres">
      <dgm:prSet presAssocID="{4B8F8115-D38B-CD40-B6EE-FA02E7BAF82B}" presName="negativeSpace" presStyleCnt="0"/>
      <dgm:spPr/>
    </dgm:pt>
    <dgm:pt modelId="{D63CAAD2-27AD-C346-81D1-3C9947CE015D}" type="pres">
      <dgm:prSet presAssocID="{4B8F8115-D38B-CD40-B6EE-FA02E7BAF82B}" presName="childText" presStyleLbl="conFgAcc1" presStyleIdx="1" presStyleCnt="3">
        <dgm:presLayoutVars>
          <dgm:bulletEnabled val="1"/>
        </dgm:presLayoutVars>
      </dgm:prSet>
      <dgm:spPr/>
    </dgm:pt>
    <dgm:pt modelId="{8AA3D7E4-A9FF-0344-90AA-7156C12D9534}" type="pres">
      <dgm:prSet presAssocID="{C1BE6380-40DC-F747-971F-58CCACFECF44}" presName="spaceBetweenRectangles" presStyleCnt="0"/>
      <dgm:spPr/>
    </dgm:pt>
    <dgm:pt modelId="{49817365-FD2D-C74D-85E9-69FEFA7F2898}" type="pres">
      <dgm:prSet presAssocID="{638B3055-6BAB-6741-8CD5-8C1089606820}" presName="parentLin" presStyleCnt="0"/>
      <dgm:spPr/>
    </dgm:pt>
    <dgm:pt modelId="{03F6CF85-2A49-E64F-A140-74EE7F46DC70}" type="pres">
      <dgm:prSet presAssocID="{638B3055-6BAB-6741-8CD5-8C1089606820}" presName="parentLeftMargin" presStyleLbl="node1" presStyleIdx="1" presStyleCnt="3"/>
      <dgm:spPr/>
    </dgm:pt>
    <dgm:pt modelId="{3C1E9227-B2F4-E94B-AEFB-B64A319E0EC1}" type="pres">
      <dgm:prSet presAssocID="{638B3055-6BAB-6741-8CD5-8C1089606820}" presName="parentText" presStyleLbl="node1" presStyleIdx="2" presStyleCnt="3">
        <dgm:presLayoutVars>
          <dgm:chMax val="0"/>
          <dgm:bulletEnabled val="1"/>
        </dgm:presLayoutVars>
      </dgm:prSet>
      <dgm:spPr/>
    </dgm:pt>
    <dgm:pt modelId="{D40D9BC7-10A5-934A-8FDE-AB7BF2F53721}" type="pres">
      <dgm:prSet presAssocID="{638B3055-6BAB-6741-8CD5-8C1089606820}" presName="negativeSpace" presStyleCnt="0"/>
      <dgm:spPr/>
    </dgm:pt>
    <dgm:pt modelId="{A64D0660-F44E-0044-B12D-39388D235230}" type="pres">
      <dgm:prSet presAssocID="{638B3055-6BAB-6741-8CD5-8C1089606820}" presName="childText" presStyleLbl="conFgAcc1" presStyleIdx="2" presStyleCnt="3">
        <dgm:presLayoutVars>
          <dgm:bulletEnabled val="1"/>
        </dgm:presLayoutVars>
      </dgm:prSet>
      <dgm:spPr/>
    </dgm:pt>
  </dgm:ptLst>
  <dgm:cxnLst>
    <dgm:cxn modelId="{BC7E0F14-C3F1-DC4A-A66E-164204DD50F1}" srcId="{4B8F8115-D38B-CD40-B6EE-FA02E7BAF82B}" destId="{86B92A5F-6DF6-5D42-A275-6E727C9C2A05}" srcOrd="0" destOrd="0" parTransId="{1E83AFE3-384E-8943-B224-DB47DA525F67}" sibTransId="{5ED35004-E7DF-2E42-A501-5EC5D3A79E05}"/>
    <dgm:cxn modelId="{A90E4C1C-D3E3-8943-9050-9804BA126535}" type="presOf" srcId="{73CA2A28-DA36-4540-B171-435AD56E6FC0}" destId="{A1BB9377-663D-4341-A4CF-EDBC90B48460}" srcOrd="0" destOrd="0" presId="urn:microsoft.com/office/officeart/2005/8/layout/list1"/>
    <dgm:cxn modelId="{9CFCC81C-7753-AE46-AFBA-D804FC42E58C}" type="presOf" srcId="{4B8F8115-D38B-CD40-B6EE-FA02E7BAF82B}" destId="{A14CB140-657A-C440-A56F-214F11CF67B8}" srcOrd="0" destOrd="0" presId="urn:microsoft.com/office/officeart/2005/8/layout/list1"/>
    <dgm:cxn modelId="{CA7E1B45-9DBC-BC46-9BA7-50C6E3DC2AE8}" srcId="{73CA2A28-DA36-4540-B171-435AD56E6FC0}" destId="{638B3055-6BAB-6741-8CD5-8C1089606820}" srcOrd="2" destOrd="0" parTransId="{3B0E7E25-1C3D-234B-A39F-29C59818944B}" sibTransId="{79D70A10-0127-544C-9B50-3AD8981EEFCE}"/>
    <dgm:cxn modelId="{F181D64A-B9E9-7F42-B5DE-3B8820E1ACC3}" type="presOf" srcId="{4B8F8115-D38B-CD40-B6EE-FA02E7BAF82B}" destId="{1842A9D2-D24A-AA48-B230-260966B34DFF}" srcOrd="1" destOrd="0" presId="urn:microsoft.com/office/officeart/2005/8/layout/list1"/>
    <dgm:cxn modelId="{74EED455-190B-4248-9F53-27B668C5C7B6}" type="presOf" srcId="{86B92A5F-6DF6-5D42-A275-6E727C9C2A05}" destId="{D63CAAD2-27AD-C346-81D1-3C9947CE015D}" srcOrd="0" destOrd="0" presId="urn:microsoft.com/office/officeart/2005/8/layout/list1"/>
    <dgm:cxn modelId="{EA22BE60-274C-EC4B-BF8E-00352DFB0F84}" srcId="{73CA2A28-DA36-4540-B171-435AD56E6FC0}" destId="{F0DC3497-4AB6-FC4A-B2D8-216E9FF1D364}" srcOrd="0" destOrd="0" parTransId="{AB7A6AF6-197A-0E42-A91C-F1159E867378}" sibTransId="{5C6D55B0-AD11-2E43-B6F3-53D1DFA9B685}"/>
    <dgm:cxn modelId="{FB2B6A72-DBAA-0240-B997-1AB5C6532654}" type="presOf" srcId="{10BE275B-B4A8-EC48-83BA-A7598C56F5D2}" destId="{AE05D9AA-16A4-C741-A7D3-FD0FC94062FD}" srcOrd="0" destOrd="0" presId="urn:microsoft.com/office/officeart/2005/8/layout/list1"/>
    <dgm:cxn modelId="{CF247773-7400-C04B-B16D-BA7B5C4473A0}" srcId="{638B3055-6BAB-6741-8CD5-8C1089606820}" destId="{C354D22D-87C4-C04C-8122-40881A645E2D}" srcOrd="0" destOrd="0" parTransId="{76442F2D-8A21-A148-BFBB-03DE65F2686E}" sibTransId="{BD432513-930A-1345-88B6-CAAD4606C7C1}"/>
    <dgm:cxn modelId="{E95FF175-F7FC-C348-A8E1-A15A99D272E3}" type="presOf" srcId="{638B3055-6BAB-6741-8CD5-8C1089606820}" destId="{3C1E9227-B2F4-E94B-AEFB-B64A319E0EC1}" srcOrd="1" destOrd="0" presId="urn:microsoft.com/office/officeart/2005/8/layout/list1"/>
    <dgm:cxn modelId="{167A157A-76AB-3D45-8053-638AC5C6345D}" type="presOf" srcId="{C354D22D-87C4-C04C-8122-40881A645E2D}" destId="{A64D0660-F44E-0044-B12D-39388D235230}" srcOrd="0" destOrd="0" presId="urn:microsoft.com/office/officeart/2005/8/layout/list1"/>
    <dgm:cxn modelId="{24E14B7A-D7BC-AA40-B41A-5698DB7E0FD6}" type="presOf" srcId="{F0DC3497-4AB6-FC4A-B2D8-216E9FF1D364}" destId="{E2FE97C6-8814-FB45-A4F7-DF4E185AE210}" srcOrd="0" destOrd="0" presId="urn:microsoft.com/office/officeart/2005/8/layout/list1"/>
    <dgm:cxn modelId="{120D6CC2-A701-3249-AA7D-4F7FB7892E5A}" srcId="{73CA2A28-DA36-4540-B171-435AD56E6FC0}" destId="{4B8F8115-D38B-CD40-B6EE-FA02E7BAF82B}" srcOrd="1" destOrd="0" parTransId="{9DF2A122-7074-2B49-A839-7E58B974A720}" sibTransId="{C1BE6380-40DC-F747-971F-58CCACFECF44}"/>
    <dgm:cxn modelId="{EF6B23D4-2354-3547-8E1A-FBCD773A0DDE}" type="presOf" srcId="{F0DC3497-4AB6-FC4A-B2D8-216E9FF1D364}" destId="{9398F9EC-B6CA-D24A-9819-116CC51AD44B}" srcOrd="1" destOrd="0" presId="urn:microsoft.com/office/officeart/2005/8/layout/list1"/>
    <dgm:cxn modelId="{1D7EE6E3-9FCE-674F-8FCD-1121122BF3F5}" srcId="{F0DC3497-4AB6-FC4A-B2D8-216E9FF1D364}" destId="{10BE275B-B4A8-EC48-83BA-A7598C56F5D2}" srcOrd="0" destOrd="0" parTransId="{765E5BD7-6B8D-464D-8581-61EFFE6EFBE5}" sibTransId="{31683B31-8B4B-6B41-AA77-2EBB2053288A}"/>
    <dgm:cxn modelId="{B4D29EFB-4ED4-054B-9FF2-5AC29034AC92}" type="presOf" srcId="{638B3055-6BAB-6741-8CD5-8C1089606820}" destId="{03F6CF85-2A49-E64F-A140-74EE7F46DC70}" srcOrd="0" destOrd="0" presId="urn:microsoft.com/office/officeart/2005/8/layout/list1"/>
    <dgm:cxn modelId="{34134053-8103-7343-AE7A-FF6F85B467F1}" type="presParOf" srcId="{A1BB9377-663D-4341-A4CF-EDBC90B48460}" destId="{D09EF7AD-D0E0-CC46-AED9-72046F8F5ADD}" srcOrd="0" destOrd="0" presId="urn:microsoft.com/office/officeart/2005/8/layout/list1"/>
    <dgm:cxn modelId="{AD30F3B6-9EB0-C54A-96B9-B6CFAD9FBDAA}" type="presParOf" srcId="{D09EF7AD-D0E0-CC46-AED9-72046F8F5ADD}" destId="{E2FE97C6-8814-FB45-A4F7-DF4E185AE210}" srcOrd="0" destOrd="0" presId="urn:microsoft.com/office/officeart/2005/8/layout/list1"/>
    <dgm:cxn modelId="{46ECFFBC-78FB-1B44-BB3C-BA4EA1C30B43}" type="presParOf" srcId="{D09EF7AD-D0E0-CC46-AED9-72046F8F5ADD}" destId="{9398F9EC-B6CA-D24A-9819-116CC51AD44B}" srcOrd="1" destOrd="0" presId="urn:microsoft.com/office/officeart/2005/8/layout/list1"/>
    <dgm:cxn modelId="{15B50F26-0425-F842-A6C9-79CDD56E1935}" type="presParOf" srcId="{A1BB9377-663D-4341-A4CF-EDBC90B48460}" destId="{FEEE7371-C89B-0A4D-B782-7CABCD12B79A}" srcOrd="1" destOrd="0" presId="urn:microsoft.com/office/officeart/2005/8/layout/list1"/>
    <dgm:cxn modelId="{12440542-7DCE-7A41-8162-E71D33FFCEF8}" type="presParOf" srcId="{A1BB9377-663D-4341-A4CF-EDBC90B48460}" destId="{AE05D9AA-16A4-C741-A7D3-FD0FC94062FD}" srcOrd="2" destOrd="0" presId="urn:microsoft.com/office/officeart/2005/8/layout/list1"/>
    <dgm:cxn modelId="{A03E4C8C-F945-7149-9795-FDDA458FEB31}" type="presParOf" srcId="{A1BB9377-663D-4341-A4CF-EDBC90B48460}" destId="{3557A384-91FA-4547-A4A3-0A50765702E5}" srcOrd="3" destOrd="0" presId="urn:microsoft.com/office/officeart/2005/8/layout/list1"/>
    <dgm:cxn modelId="{C97BD68D-FD46-7344-B4EF-8D209AB6FE36}" type="presParOf" srcId="{A1BB9377-663D-4341-A4CF-EDBC90B48460}" destId="{49DC2AFC-5120-EB40-A688-96E12254D735}" srcOrd="4" destOrd="0" presId="urn:microsoft.com/office/officeart/2005/8/layout/list1"/>
    <dgm:cxn modelId="{A91FA830-47DA-BD4F-A041-F77FA3B575B5}" type="presParOf" srcId="{49DC2AFC-5120-EB40-A688-96E12254D735}" destId="{A14CB140-657A-C440-A56F-214F11CF67B8}" srcOrd="0" destOrd="0" presId="urn:microsoft.com/office/officeart/2005/8/layout/list1"/>
    <dgm:cxn modelId="{FBCF07E2-CB21-7441-AE5E-2CC56DE8CF63}" type="presParOf" srcId="{49DC2AFC-5120-EB40-A688-96E12254D735}" destId="{1842A9D2-D24A-AA48-B230-260966B34DFF}" srcOrd="1" destOrd="0" presId="urn:microsoft.com/office/officeart/2005/8/layout/list1"/>
    <dgm:cxn modelId="{FC42C252-AC34-6C45-A78F-D93EF734F846}" type="presParOf" srcId="{A1BB9377-663D-4341-A4CF-EDBC90B48460}" destId="{AFCC1E78-99DB-F446-A185-33E2F726D5B2}" srcOrd="5" destOrd="0" presId="urn:microsoft.com/office/officeart/2005/8/layout/list1"/>
    <dgm:cxn modelId="{15F8A08A-A9EF-814F-9454-51D7D1A66966}" type="presParOf" srcId="{A1BB9377-663D-4341-A4CF-EDBC90B48460}" destId="{D63CAAD2-27AD-C346-81D1-3C9947CE015D}" srcOrd="6" destOrd="0" presId="urn:microsoft.com/office/officeart/2005/8/layout/list1"/>
    <dgm:cxn modelId="{FC3FAA1D-2736-AD42-AF8D-951B59D1CF6E}" type="presParOf" srcId="{A1BB9377-663D-4341-A4CF-EDBC90B48460}" destId="{8AA3D7E4-A9FF-0344-90AA-7156C12D9534}" srcOrd="7" destOrd="0" presId="urn:microsoft.com/office/officeart/2005/8/layout/list1"/>
    <dgm:cxn modelId="{0BF3098C-E807-5F4F-9163-8A45FFCC0D8F}" type="presParOf" srcId="{A1BB9377-663D-4341-A4CF-EDBC90B48460}" destId="{49817365-FD2D-C74D-85E9-69FEFA7F2898}" srcOrd="8" destOrd="0" presId="urn:microsoft.com/office/officeart/2005/8/layout/list1"/>
    <dgm:cxn modelId="{D2B0B8AD-4954-D04F-93CF-667104F48302}" type="presParOf" srcId="{49817365-FD2D-C74D-85E9-69FEFA7F2898}" destId="{03F6CF85-2A49-E64F-A140-74EE7F46DC70}" srcOrd="0" destOrd="0" presId="urn:microsoft.com/office/officeart/2005/8/layout/list1"/>
    <dgm:cxn modelId="{565DD6DA-0DFC-C044-9D9F-A1ED377D1DE4}" type="presParOf" srcId="{49817365-FD2D-C74D-85E9-69FEFA7F2898}" destId="{3C1E9227-B2F4-E94B-AEFB-B64A319E0EC1}" srcOrd="1" destOrd="0" presId="urn:microsoft.com/office/officeart/2005/8/layout/list1"/>
    <dgm:cxn modelId="{3BA56E51-FA01-8346-87E8-B687D6B75B50}" type="presParOf" srcId="{A1BB9377-663D-4341-A4CF-EDBC90B48460}" destId="{D40D9BC7-10A5-934A-8FDE-AB7BF2F53721}" srcOrd="9" destOrd="0" presId="urn:microsoft.com/office/officeart/2005/8/layout/list1"/>
    <dgm:cxn modelId="{DACEA769-430B-A442-97CE-F30B02FFD860}" type="presParOf" srcId="{A1BB9377-663D-4341-A4CF-EDBC90B48460}" destId="{A64D0660-F44E-0044-B12D-39388D235230}" srcOrd="10"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a:solidFill>
          <a:schemeClr val="accent1">
            <a:lumMod val="60000"/>
            <a:lumOff val="40000"/>
          </a:schemeClr>
        </a:solidFill>
        <a:ln>
          <a:solidFill>
            <a:schemeClr val="tx1"/>
          </a:solidFill>
        </a:ln>
      </dgm:spPr>
      <dgm:t>
        <a:bodyPr/>
        <a:lstStyle/>
        <a:p>
          <a:r>
            <a:rPr lang="en-US" dirty="0">
              <a:solidFill>
                <a:schemeClr val="tx1"/>
              </a:solidFill>
            </a:rPr>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3CA2A28-DA36-4540-B171-435AD56E6FC0}" type="doc">
      <dgm:prSet loTypeId="urn:microsoft.com/office/officeart/2005/8/layout/list1" loCatId="process" qsTypeId="urn:microsoft.com/office/officeart/2005/8/quickstyle/simple1" qsCatId="simple" csTypeId="urn:microsoft.com/office/officeart/2005/8/colors/accent1_2" csCatId="accent1" phldr="1"/>
      <dgm:spPr/>
      <dgm:t>
        <a:bodyPr/>
        <a:lstStyle/>
        <a:p>
          <a:endParaRPr lang="en-US"/>
        </a:p>
      </dgm:t>
    </dgm:pt>
    <dgm:pt modelId="{F0DC3497-4AB6-FC4A-B2D8-216E9FF1D364}">
      <dgm:prSet/>
      <dgm:spPr/>
      <dgm:t>
        <a:bodyPr/>
        <a:lstStyle/>
        <a:p>
          <a:r>
            <a:rPr lang="en-US" b="0"/>
            <a:t>Vanadium </a:t>
          </a:r>
          <a:endParaRPr lang="en-DK" dirty="0"/>
        </a:p>
      </dgm:t>
    </dgm:pt>
    <dgm:pt modelId="{AB7A6AF6-197A-0E42-A91C-F1159E867378}" type="parTrans" cxnId="{EA22BE60-274C-EC4B-BF8E-00352DFB0F84}">
      <dgm:prSet/>
      <dgm:spPr/>
      <dgm:t>
        <a:bodyPr/>
        <a:lstStyle/>
        <a:p>
          <a:endParaRPr lang="en-US"/>
        </a:p>
      </dgm:t>
    </dgm:pt>
    <dgm:pt modelId="{5C6D55B0-AD11-2E43-B6F3-53D1DFA9B685}" type="sibTrans" cxnId="{EA22BE60-274C-EC4B-BF8E-00352DFB0F84}">
      <dgm:prSet/>
      <dgm:spPr/>
      <dgm:t>
        <a:bodyPr/>
        <a:lstStyle/>
        <a:p>
          <a:endParaRPr lang="en-US"/>
        </a:p>
      </dgm:t>
    </dgm:pt>
    <dgm:pt modelId="{4B8F8115-D38B-CD40-B6EE-FA02E7BAF82B}">
      <dgm:prSet/>
      <dgm:spPr/>
      <dgm:t>
        <a:bodyPr/>
        <a:lstStyle/>
        <a:p>
          <a:r>
            <a:rPr lang="en-DK" dirty="0"/>
            <a:t>Geometry </a:t>
          </a:r>
        </a:p>
      </dgm:t>
    </dgm:pt>
    <dgm:pt modelId="{9DF2A122-7074-2B49-A839-7E58B974A720}" type="parTrans" cxnId="{120D6CC2-A701-3249-AA7D-4F7FB7892E5A}">
      <dgm:prSet/>
      <dgm:spPr/>
      <dgm:t>
        <a:bodyPr/>
        <a:lstStyle/>
        <a:p>
          <a:endParaRPr lang="en-US"/>
        </a:p>
      </dgm:t>
    </dgm:pt>
    <dgm:pt modelId="{C1BE6380-40DC-F747-971F-58CCACFECF44}" type="sibTrans" cxnId="{120D6CC2-A701-3249-AA7D-4F7FB7892E5A}">
      <dgm:prSet/>
      <dgm:spPr/>
      <dgm:t>
        <a:bodyPr/>
        <a:lstStyle/>
        <a:p>
          <a:endParaRPr lang="en-US"/>
        </a:p>
      </dgm:t>
    </dgm:pt>
    <dgm:pt modelId="{638B3055-6BAB-6741-8CD5-8C1089606820}">
      <dgm:prSet/>
      <dgm:spPr/>
      <dgm:t>
        <a:bodyPr/>
        <a:lstStyle/>
        <a:p>
          <a:r>
            <a:rPr lang="en-DK" dirty="0"/>
            <a:t>Calibration </a:t>
          </a:r>
        </a:p>
      </dgm:t>
    </dgm:pt>
    <dgm:pt modelId="{3B0E7E25-1C3D-234B-A39F-29C59818944B}" type="parTrans" cxnId="{CA7E1B45-9DBC-BC46-9BA7-50C6E3DC2AE8}">
      <dgm:prSet/>
      <dgm:spPr/>
      <dgm:t>
        <a:bodyPr/>
        <a:lstStyle/>
        <a:p>
          <a:endParaRPr lang="en-US"/>
        </a:p>
      </dgm:t>
    </dgm:pt>
    <dgm:pt modelId="{79D70A10-0127-544C-9B50-3AD8981EEFCE}" type="sibTrans" cxnId="{CA7E1B45-9DBC-BC46-9BA7-50C6E3DC2AE8}">
      <dgm:prSet/>
      <dgm:spPr/>
      <dgm:t>
        <a:bodyPr/>
        <a:lstStyle/>
        <a:p>
          <a:endParaRPr lang="en-US"/>
        </a:p>
      </dgm:t>
    </dgm:pt>
    <dgm:pt modelId="{C354D22D-87C4-C04C-8122-40881A645E2D}">
      <dgm:prSet/>
      <dgm:spPr/>
      <dgm:t>
        <a:bodyPr/>
        <a:lstStyle/>
        <a:p>
          <a:r>
            <a:rPr lang="en-DK" dirty="0"/>
            <a:t>Biased correction if pattern is wrong</a:t>
          </a:r>
        </a:p>
      </dgm:t>
    </dgm:pt>
    <dgm:pt modelId="{BD432513-930A-1345-88B6-CAAD4606C7C1}" type="sibTrans" cxnId="{CF247773-7400-C04B-B16D-BA7B5C4473A0}">
      <dgm:prSet/>
      <dgm:spPr/>
      <dgm:t>
        <a:bodyPr/>
        <a:lstStyle/>
        <a:p>
          <a:endParaRPr lang="en-US"/>
        </a:p>
      </dgm:t>
    </dgm:pt>
    <dgm:pt modelId="{76442F2D-8A21-A148-BFBB-03DE65F2686E}" type="parTrans" cxnId="{CF247773-7400-C04B-B16D-BA7B5C4473A0}">
      <dgm:prSet/>
      <dgm:spPr/>
      <dgm:t>
        <a:bodyPr/>
        <a:lstStyle/>
        <a:p>
          <a:endParaRPr lang="en-US"/>
        </a:p>
      </dgm:t>
    </dgm:pt>
    <dgm:pt modelId="{86B92A5F-6DF6-5D42-A275-6E727C9C2A05}">
      <dgm:prSet/>
      <dgm:spPr/>
      <dgm:t>
        <a:bodyPr/>
        <a:lstStyle/>
        <a:p>
          <a:r>
            <a:rPr lang="en-DK" dirty="0"/>
            <a:t>Angular distortion due to </a:t>
          </a:r>
          <a:r>
            <a:rPr lang="en-US" dirty="0"/>
            <a:t>absorption, attenuation, and multiple scattering </a:t>
          </a:r>
          <a:r>
            <a:rPr lang="en-DK" dirty="0"/>
            <a:t> </a:t>
          </a:r>
        </a:p>
      </dgm:t>
    </dgm:pt>
    <dgm:pt modelId="{5ED35004-E7DF-2E42-A501-5EC5D3A79E05}" type="sibTrans" cxnId="{BC7E0F14-C3F1-DC4A-A66E-164204DD50F1}">
      <dgm:prSet/>
      <dgm:spPr/>
      <dgm:t>
        <a:bodyPr/>
        <a:lstStyle/>
        <a:p>
          <a:endParaRPr lang="en-US"/>
        </a:p>
      </dgm:t>
    </dgm:pt>
    <dgm:pt modelId="{1E83AFE3-384E-8943-B224-DB47DA525F67}" type="parTrans" cxnId="{BC7E0F14-C3F1-DC4A-A66E-164204DD50F1}">
      <dgm:prSet/>
      <dgm:spPr/>
      <dgm:t>
        <a:bodyPr/>
        <a:lstStyle/>
        <a:p>
          <a:endParaRPr lang="en-US"/>
        </a:p>
      </dgm:t>
    </dgm:pt>
    <dgm:pt modelId="{10BE275B-B4A8-EC48-83BA-A7598C56F5D2}">
      <dgm:prSet/>
      <dgm:spPr/>
      <dgm:t>
        <a:bodyPr/>
        <a:lstStyle/>
        <a:p>
          <a:r>
            <a:rPr lang="en-US" dirty="0"/>
            <a:t>E</a:t>
          </a:r>
          <a:r>
            <a:rPr lang="en-US" b="0" dirty="0"/>
            <a:t>xpected isotropic signal</a:t>
          </a:r>
          <a:endParaRPr lang="en-DK" dirty="0"/>
        </a:p>
      </dgm:t>
    </dgm:pt>
    <dgm:pt modelId="{31683B31-8B4B-6B41-AA77-2EBB2053288A}" type="sibTrans" cxnId="{1D7EE6E3-9FCE-674F-8FCD-1121122BF3F5}">
      <dgm:prSet/>
      <dgm:spPr/>
      <dgm:t>
        <a:bodyPr/>
        <a:lstStyle/>
        <a:p>
          <a:endParaRPr lang="en-US"/>
        </a:p>
      </dgm:t>
    </dgm:pt>
    <dgm:pt modelId="{765E5BD7-6B8D-464D-8581-61EFFE6EFBE5}" type="parTrans" cxnId="{1D7EE6E3-9FCE-674F-8FCD-1121122BF3F5}">
      <dgm:prSet/>
      <dgm:spPr/>
      <dgm:t>
        <a:bodyPr/>
        <a:lstStyle/>
        <a:p>
          <a:endParaRPr lang="en-US"/>
        </a:p>
      </dgm:t>
    </dgm:pt>
    <dgm:pt modelId="{A1BB9377-663D-4341-A4CF-EDBC90B48460}" type="pres">
      <dgm:prSet presAssocID="{73CA2A28-DA36-4540-B171-435AD56E6FC0}" presName="linear" presStyleCnt="0">
        <dgm:presLayoutVars>
          <dgm:dir/>
          <dgm:animLvl val="lvl"/>
          <dgm:resizeHandles val="exact"/>
        </dgm:presLayoutVars>
      </dgm:prSet>
      <dgm:spPr/>
    </dgm:pt>
    <dgm:pt modelId="{D09EF7AD-D0E0-CC46-AED9-72046F8F5ADD}" type="pres">
      <dgm:prSet presAssocID="{F0DC3497-4AB6-FC4A-B2D8-216E9FF1D364}" presName="parentLin" presStyleCnt="0"/>
      <dgm:spPr/>
    </dgm:pt>
    <dgm:pt modelId="{E2FE97C6-8814-FB45-A4F7-DF4E185AE210}" type="pres">
      <dgm:prSet presAssocID="{F0DC3497-4AB6-FC4A-B2D8-216E9FF1D364}" presName="parentLeftMargin" presStyleLbl="node1" presStyleIdx="0" presStyleCnt="3"/>
      <dgm:spPr/>
    </dgm:pt>
    <dgm:pt modelId="{9398F9EC-B6CA-D24A-9819-116CC51AD44B}" type="pres">
      <dgm:prSet presAssocID="{F0DC3497-4AB6-FC4A-B2D8-216E9FF1D364}" presName="parentText" presStyleLbl="node1" presStyleIdx="0" presStyleCnt="3">
        <dgm:presLayoutVars>
          <dgm:chMax val="0"/>
          <dgm:bulletEnabled val="1"/>
        </dgm:presLayoutVars>
      </dgm:prSet>
      <dgm:spPr/>
    </dgm:pt>
    <dgm:pt modelId="{FEEE7371-C89B-0A4D-B782-7CABCD12B79A}" type="pres">
      <dgm:prSet presAssocID="{F0DC3497-4AB6-FC4A-B2D8-216E9FF1D364}" presName="negativeSpace" presStyleCnt="0"/>
      <dgm:spPr/>
    </dgm:pt>
    <dgm:pt modelId="{AE05D9AA-16A4-C741-A7D3-FD0FC94062FD}" type="pres">
      <dgm:prSet presAssocID="{F0DC3497-4AB6-FC4A-B2D8-216E9FF1D364}" presName="childText" presStyleLbl="conFgAcc1" presStyleIdx="0" presStyleCnt="3">
        <dgm:presLayoutVars>
          <dgm:bulletEnabled val="1"/>
        </dgm:presLayoutVars>
      </dgm:prSet>
      <dgm:spPr/>
    </dgm:pt>
    <dgm:pt modelId="{3557A384-91FA-4547-A4A3-0A50765702E5}" type="pres">
      <dgm:prSet presAssocID="{5C6D55B0-AD11-2E43-B6F3-53D1DFA9B685}" presName="spaceBetweenRectangles" presStyleCnt="0"/>
      <dgm:spPr/>
    </dgm:pt>
    <dgm:pt modelId="{49DC2AFC-5120-EB40-A688-96E12254D735}" type="pres">
      <dgm:prSet presAssocID="{4B8F8115-D38B-CD40-B6EE-FA02E7BAF82B}" presName="parentLin" presStyleCnt="0"/>
      <dgm:spPr/>
    </dgm:pt>
    <dgm:pt modelId="{A14CB140-657A-C440-A56F-214F11CF67B8}" type="pres">
      <dgm:prSet presAssocID="{4B8F8115-D38B-CD40-B6EE-FA02E7BAF82B}" presName="parentLeftMargin" presStyleLbl="node1" presStyleIdx="0" presStyleCnt="3"/>
      <dgm:spPr/>
    </dgm:pt>
    <dgm:pt modelId="{1842A9D2-D24A-AA48-B230-260966B34DFF}" type="pres">
      <dgm:prSet presAssocID="{4B8F8115-D38B-CD40-B6EE-FA02E7BAF82B}" presName="parentText" presStyleLbl="node1" presStyleIdx="1" presStyleCnt="3">
        <dgm:presLayoutVars>
          <dgm:chMax val="0"/>
          <dgm:bulletEnabled val="1"/>
        </dgm:presLayoutVars>
      </dgm:prSet>
      <dgm:spPr/>
    </dgm:pt>
    <dgm:pt modelId="{AFCC1E78-99DB-F446-A185-33E2F726D5B2}" type="pres">
      <dgm:prSet presAssocID="{4B8F8115-D38B-CD40-B6EE-FA02E7BAF82B}" presName="negativeSpace" presStyleCnt="0"/>
      <dgm:spPr/>
    </dgm:pt>
    <dgm:pt modelId="{D63CAAD2-27AD-C346-81D1-3C9947CE015D}" type="pres">
      <dgm:prSet presAssocID="{4B8F8115-D38B-CD40-B6EE-FA02E7BAF82B}" presName="childText" presStyleLbl="conFgAcc1" presStyleIdx="1" presStyleCnt="3">
        <dgm:presLayoutVars>
          <dgm:bulletEnabled val="1"/>
        </dgm:presLayoutVars>
      </dgm:prSet>
      <dgm:spPr/>
    </dgm:pt>
    <dgm:pt modelId="{8AA3D7E4-A9FF-0344-90AA-7156C12D9534}" type="pres">
      <dgm:prSet presAssocID="{C1BE6380-40DC-F747-971F-58CCACFECF44}" presName="spaceBetweenRectangles" presStyleCnt="0"/>
      <dgm:spPr/>
    </dgm:pt>
    <dgm:pt modelId="{49817365-FD2D-C74D-85E9-69FEFA7F2898}" type="pres">
      <dgm:prSet presAssocID="{638B3055-6BAB-6741-8CD5-8C1089606820}" presName="parentLin" presStyleCnt="0"/>
      <dgm:spPr/>
    </dgm:pt>
    <dgm:pt modelId="{03F6CF85-2A49-E64F-A140-74EE7F46DC70}" type="pres">
      <dgm:prSet presAssocID="{638B3055-6BAB-6741-8CD5-8C1089606820}" presName="parentLeftMargin" presStyleLbl="node1" presStyleIdx="1" presStyleCnt="3"/>
      <dgm:spPr/>
    </dgm:pt>
    <dgm:pt modelId="{3C1E9227-B2F4-E94B-AEFB-B64A319E0EC1}" type="pres">
      <dgm:prSet presAssocID="{638B3055-6BAB-6741-8CD5-8C1089606820}" presName="parentText" presStyleLbl="node1" presStyleIdx="2" presStyleCnt="3">
        <dgm:presLayoutVars>
          <dgm:chMax val="0"/>
          <dgm:bulletEnabled val="1"/>
        </dgm:presLayoutVars>
      </dgm:prSet>
      <dgm:spPr/>
    </dgm:pt>
    <dgm:pt modelId="{D40D9BC7-10A5-934A-8FDE-AB7BF2F53721}" type="pres">
      <dgm:prSet presAssocID="{638B3055-6BAB-6741-8CD5-8C1089606820}" presName="negativeSpace" presStyleCnt="0"/>
      <dgm:spPr/>
    </dgm:pt>
    <dgm:pt modelId="{A64D0660-F44E-0044-B12D-39388D235230}" type="pres">
      <dgm:prSet presAssocID="{638B3055-6BAB-6741-8CD5-8C1089606820}" presName="childText" presStyleLbl="conFgAcc1" presStyleIdx="2" presStyleCnt="3">
        <dgm:presLayoutVars>
          <dgm:bulletEnabled val="1"/>
        </dgm:presLayoutVars>
      </dgm:prSet>
      <dgm:spPr/>
    </dgm:pt>
  </dgm:ptLst>
  <dgm:cxnLst>
    <dgm:cxn modelId="{BC7E0F14-C3F1-DC4A-A66E-164204DD50F1}" srcId="{4B8F8115-D38B-CD40-B6EE-FA02E7BAF82B}" destId="{86B92A5F-6DF6-5D42-A275-6E727C9C2A05}" srcOrd="0" destOrd="0" parTransId="{1E83AFE3-384E-8943-B224-DB47DA525F67}" sibTransId="{5ED35004-E7DF-2E42-A501-5EC5D3A79E05}"/>
    <dgm:cxn modelId="{A90E4C1C-D3E3-8943-9050-9804BA126535}" type="presOf" srcId="{73CA2A28-DA36-4540-B171-435AD56E6FC0}" destId="{A1BB9377-663D-4341-A4CF-EDBC90B48460}" srcOrd="0" destOrd="0" presId="urn:microsoft.com/office/officeart/2005/8/layout/list1"/>
    <dgm:cxn modelId="{9CFCC81C-7753-AE46-AFBA-D804FC42E58C}" type="presOf" srcId="{4B8F8115-D38B-CD40-B6EE-FA02E7BAF82B}" destId="{A14CB140-657A-C440-A56F-214F11CF67B8}" srcOrd="0" destOrd="0" presId="urn:microsoft.com/office/officeart/2005/8/layout/list1"/>
    <dgm:cxn modelId="{CA7E1B45-9DBC-BC46-9BA7-50C6E3DC2AE8}" srcId="{73CA2A28-DA36-4540-B171-435AD56E6FC0}" destId="{638B3055-6BAB-6741-8CD5-8C1089606820}" srcOrd="2" destOrd="0" parTransId="{3B0E7E25-1C3D-234B-A39F-29C59818944B}" sibTransId="{79D70A10-0127-544C-9B50-3AD8981EEFCE}"/>
    <dgm:cxn modelId="{F181D64A-B9E9-7F42-B5DE-3B8820E1ACC3}" type="presOf" srcId="{4B8F8115-D38B-CD40-B6EE-FA02E7BAF82B}" destId="{1842A9D2-D24A-AA48-B230-260966B34DFF}" srcOrd="1" destOrd="0" presId="urn:microsoft.com/office/officeart/2005/8/layout/list1"/>
    <dgm:cxn modelId="{74EED455-190B-4248-9F53-27B668C5C7B6}" type="presOf" srcId="{86B92A5F-6DF6-5D42-A275-6E727C9C2A05}" destId="{D63CAAD2-27AD-C346-81D1-3C9947CE015D}" srcOrd="0" destOrd="0" presId="urn:microsoft.com/office/officeart/2005/8/layout/list1"/>
    <dgm:cxn modelId="{EA22BE60-274C-EC4B-BF8E-00352DFB0F84}" srcId="{73CA2A28-DA36-4540-B171-435AD56E6FC0}" destId="{F0DC3497-4AB6-FC4A-B2D8-216E9FF1D364}" srcOrd="0" destOrd="0" parTransId="{AB7A6AF6-197A-0E42-A91C-F1159E867378}" sibTransId="{5C6D55B0-AD11-2E43-B6F3-53D1DFA9B685}"/>
    <dgm:cxn modelId="{FB2B6A72-DBAA-0240-B997-1AB5C6532654}" type="presOf" srcId="{10BE275B-B4A8-EC48-83BA-A7598C56F5D2}" destId="{AE05D9AA-16A4-C741-A7D3-FD0FC94062FD}" srcOrd="0" destOrd="0" presId="urn:microsoft.com/office/officeart/2005/8/layout/list1"/>
    <dgm:cxn modelId="{CF247773-7400-C04B-B16D-BA7B5C4473A0}" srcId="{638B3055-6BAB-6741-8CD5-8C1089606820}" destId="{C354D22D-87C4-C04C-8122-40881A645E2D}" srcOrd="0" destOrd="0" parTransId="{76442F2D-8A21-A148-BFBB-03DE65F2686E}" sibTransId="{BD432513-930A-1345-88B6-CAAD4606C7C1}"/>
    <dgm:cxn modelId="{E95FF175-F7FC-C348-A8E1-A15A99D272E3}" type="presOf" srcId="{638B3055-6BAB-6741-8CD5-8C1089606820}" destId="{3C1E9227-B2F4-E94B-AEFB-B64A319E0EC1}" srcOrd="1" destOrd="0" presId="urn:microsoft.com/office/officeart/2005/8/layout/list1"/>
    <dgm:cxn modelId="{167A157A-76AB-3D45-8053-638AC5C6345D}" type="presOf" srcId="{C354D22D-87C4-C04C-8122-40881A645E2D}" destId="{A64D0660-F44E-0044-B12D-39388D235230}" srcOrd="0" destOrd="0" presId="urn:microsoft.com/office/officeart/2005/8/layout/list1"/>
    <dgm:cxn modelId="{24E14B7A-D7BC-AA40-B41A-5698DB7E0FD6}" type="presOf" srcId="{F0DC3497-4AB6-FC4A-B2D8-216E9FF1D364}" destId="{E2FE97C6-8814-FB45-A4F7-DF4E185AE210}" srcOrd="0" destOrd="0" presId="urn:microsoft.com/office/officeart/2005/8/layout/list1"/>
    <dgm:cxn modelId="{120D6CC2-A701-3249-AA7D-4F7FB7892E5A}" srcId="{73CA2A28-DA36-4540-B171-435AD56E6FC0}" destId="{4B8F8115-D38B-CD40-B6EE-FA02E7BAF82B}" srcOrd="1" destOrd="0" parTransId="{9DF2A122-7074-2B49-A839-7E58B974A720}" sibTransId="{C1BE6380-40DC-F747-971F-58CCACFECF44}"/>
    <dgm:cxn modelId="{EF6B23D4-2354-3547-8E1A-FBCD773A0DDE}" type="presOf" srcId="{F0DC3497-4AB6-FC4A-B2D8-216E9FF1D364}" destId="{9398F9EC-B6CA-D24A-9819-116CC51AD44B}" srcOrd="1" destOrd="0" presId="urn:microsoft.com/office/officeart/2005/8/layout/list1"/>
    <dgm:cxn modelId="{1D7EE6E3-9FCE-674F-8FCD-1121122BF3F5}" srcId="{F0DC3497-4AB6-FC4A-B2D8-216E9FF1D364}" destId="{10BE275B-B4A8-EC48-83BA-A7598C56F5D2}" srcOrd="0" destOrd="0" parTransId="{765E5BD7-6B8D-464D-8581-61EFFE6EFBE5}" sibTransId="{31683B31-8B4B-6B41-AA77-2EBB2053288A}"/>
    <dgm:cxn modelId="{B4D29EFB-4ED4-054B-9FF2-5AC29034AC92}" type="presOf" srcId="{638B3055-6BAB-6741-8CD5-8C1089606820}" destId="{03F6CF85-2A49-E64F-A140-74EE7F46DC70}" srcOrd="0" destOrd="0" presId="urn:microsoft.com/office/officeart/2005/8/layout/list1"/>
    <dgm:cxn modelId="{34134053-8103-7343-AE7A-FF6F85B467F1}" type="presParOf" srcId="{A1BB9377-663D-4341-A4CF-EDBC90B48460}" destId="{D09EF7AD-D0E0-CC46-AED9-72046F8F5ADD}" srcOrd="0" destOrd="0" presId="urn:microsoft.com/office/officeart/2005/8/layout/list1"/>
    <dgm:cxn modelId="{AD30F3B6-9EB0-C54A-96B9-B6CFAD9FBDAA}" type="presParOf" srcId="{D09EF7AD-D0E0-CC46-AED9-72046F8F5ADD}" destId="{E2FE97C6-8814-FB45-A4F7-DF4E185AE210}" srcOrd="0" destOrd="0" presId="urn:microsoft.com/office/officeart/2005/8/layout/list1"/>
    <dgm:cxn modelId="{46ECFFBC-78FB-1B44-BB3C-BA4EA1C30B43}" type="presParOf" srcId="{D09EF7AD-D0E0-CC46-AED9-72046F8F5ADD}" destId="{9398F9EC-B6CA-D24A-9819-116CC51AD44B}" srcOrd="1" destOrd="0" presId="urn:microsoft.com/office/officeart/2005/8/layout/list1"/>
    <dgm:cxn modelId="{15B50F26-0425-F842-A6C9-79CDD56E1935}" type="presParOf" srcId="{A1BB9377-663D-4341-A4CF-EDBC90B48460}" destId="{FEEE7371-C89B-0A4D-B782-7CABCD12B79A}" srcOrd="1" destOrd="0" presId="urn:microsoft.com/office/officeart/2005/8/layout/list1"/>
    <dgm:cxn modelId="{12440542-7DCE-7A41-8162-E71D33FFCEF8}" type="presParOf" srcId="{A1BB9377-663D-4341-A4CF-EDBC90B48460}" destId="{AE05D9AA-16A4-C741-A7D3-FD0FC94062FD}" srcOrd="2" destOrd="0" presId="urn:microsoft.com/office/officeart/2005/8/layout/list1"/>
    <dgm:cxn modelId="{A03E4C8C-F945-7149-9795-FDDA458FEB31}" type="presParOf" srcId="{A1BB9377-663D-4341-A4CF-EDBC90B48460}" destId="{3557A384-91FA-4547-A4A3-0A50765702E5}" srcOrd="3" destOrd="0" presId="urn:microsoft.com/office/officeart/2005/8/layout/list1"/>
    <dgm:cxn modelId="{C97BD68D-FD46-7344-B4EF-8D209AB6FE36}" type="presParOf" srcId="{A1BB9377-663D-4341-A4CF-EDBC90B48460}" destId="{49DC2AFC-5120-EB40-A688-96E12254D735}" srcOrd="4" destOrd="0" presId="urn:microsoft.com/office/officeart/2005/8/layout/list1"/>
    <dgm:cxn modelId="{A91FA830-47DA-BD4F-A041-F77FA3B575B5}" type="presParOf" srcId="{49DC2AFC-5120-EB40-A688-96E12254D735}" destId="{A14CB140-657A-C440-A56F-214F11CF67B8}" srcOrd="0" destOrd="0" presId="urn:microsoft.com/office/officeart/2005/8/layout/list1"/>
    <dgm:cxn modelId="{FBCF07E2-CB21-7441-AE5E-2CC56DE8CF63}" type="presParOf" srcId="{49DC2AFC-5120-EB40-A688-96E12254D735}" destId="{1842A9D2-D24A-AA48-B230-260966B34DFF}" srcOrd="1" destOrd="0" presId="urn:microsoft.com/office/officeart/2005/8/layout/list1"/>
    <dgm:cxn modelId="{FC42C252-AC34-6C45-A78F-D93EF734F846}" type="presParOf" srcId="{A1BB9377-663D-4341-A4CF-EDBC90B48460}" destId="{AFCC1E78-99DB-F446-A185-33E2F726D5B2}" srcOrd="5" destOrd="0" presId="urn:microsoft.com/office/officeart/2005/8/layout/list1"/>
    <dgm:cxn modelId="{15F8A08A-A9EF-814F-9454-51D7D1A66966}" type="presParOf" srcId="{A1BB9377-663D-4341-A4CF-EDBC90B48460}" destId="{D63CAAD2-27AD-C346-81D1-3C9947CE015D}" srcOrd="6" destOrd="0" presId="urn:microsoft.com/office/officeart/2005/8/layout/list1"/>
    <dgm:cxn modelId="{FC3FAA1D-2736-AD42-AF8D-951B59D1CF6E}" type="presParOf" srcId="{A1BB9377-663D-4341-A4CF-EDBC90B48460}" destId="{8AA3D7E4-A9FF-0344-90AA-7156C12D9534}" srcOrd="7" destOrd="0" presId="urn:microsoft.com/office/officeart/2005/8/layout/list1"/>
    <dgm:cxn modelId="{0BF3098C-E807-5F4F-9163-8A45FFCC0D8F}" type="presParOf" srcId="{A1BB9377-663D-4341-A4CF-EDBC90B48460}" destId="{49817365-FD2D-C74D-85E9-69FEFA7F2898}" srcOrd="8" destOrd="0" presId="urn:microsoft.com/office/officeart/2005/8/layout/list1"/>
    <dgm:cxn modelId="{D2B0B8AD-4954-D04F-93CF-667104F48302}" type="presParOf" srcId="{49817365-FD2D-C74D-85E9-69FEFA7F2898}" destId="{03F6CF85-2A49-E64F-A140-74EE7F46DC70}" srcOrd="0" destOrd="0" presId="urn:microsoft.com/office/officeart/2005/8/layout/list1"/>
    <dgm:cxn modelId="{565DD6DA-0DFC-C044-9D9F-A1ED377D1DE4}" type="presParOf" srcId="{49817365-FD2D-C74D-85E9-69FEFA7F2898}" destId="{3C1E9227-B2F4-E94B-AEFB-B64A319E0EC1}" srcOrd="1" destOrd="0" presId="urn:microsoft.com/office/officeart/2005/8/layout/list1"/>
    <dgm:cxn modelId="{3BA56E51-FA01-8346-87E8-B687D6B75B50}" type="presParOf" srcId="{A1BB9377-663D-4341-A4CF-EDBC90B48460}" destId="{D40D9BC7-10A5-934A-8FDE-AB7BF2F53721}" srcOrd="9" destOrd="0" presId="urn:microsoft.com/office/officeart/2005/8/layout/list1"/>
    <dgm:cxn modelId="{DACEA769-430B-A442-97CE-F30B02FFD860}" type="presParOf" srcId="{A1BB9377-663D-4341-A4CF-EDBC90B48460}" destId="{A64D0660-F44E-0044-B12D-39388D235230}" srcOrd="10"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ABB1ABC-1A11-B14D-A318-375BD7178B72}" type="doc">
      <dgm:prSet loTypeId="urn:microsoft.com/office/officeart/2005/8/layout/vList3" loCatId="process" qsTypeId="urn:microsoft.com/office/officeart/2005/8/quickstyle/simple1" qsCatId="simple" csTypeId="urn:microsoft.com/office/officeart/2005/8/colors/accent1_2" csCatId="accent1" phldr="1"/>
      <dgm:spPr/>
      <dgm:t>
        <a:bodyPr/>
        <a:lstStyle/>
        <a:p>
          <a:endParaRPr lang="en-US"/>
        </a:p>
      </dgm:t>
    </dgm:pt>
    <dgm:pt modelId="{FFB1032E-6804-A844-A465-02497FD6E5D3}">
      <dgm:prSet/>
      <dgm:spPr/>
      <dgm:t>
        <a:bodyPr/>
        <a:lstStyle/>
        <a:p>
          <a:r>
            <a:rPr lang="en-US" b="0" dirty="0"/>
            <a:t>Develop independent Monte Carlo code, McMini</a:t>
          </a:r>
          <a:endParaRPr lang="en-DK" dirty="0"/>
        </a:p>
      </dgm:t>
    </dgm:pt>
    <dgm:pt modelId="{281F8064-8FBD-8445-B5EB-41E94204C64C}" type="parTrans" cxnId="{08A67F4D-3536-ED48-8357-46CA88766833}">
      <dgm:prSet/>
      <dgm:spPr/>
      <dgm:t>
        <a:bodyPr/>
        <a:lstStyle/>
        <a:p>
          <a:endParaRPr lang="en-US"/>
        </a:p>
      </dgm:t>
    </dgm:pt>
    <dgm:pt modelId="{2D7B8C86-67E5-2C4B-B3C7-38DA2C942E00}" type="sibTrans" cxnId="{08A67F4D-3536-ED48-8357-46CA88766833}">
      <dgm:prSet/>
      <dgm:spPr/>
      <dgm:t>
        <a:bodyPr/>
        <a:lstStyle/>
        <a:p>
          <a:endParaRPr lang="en-US"/>
        </a:p>
      </dgm:t>
    </dgm:pt>
    <dgm:pt modelId="{45CFC8C8-9A29-F846-BFBD-E6289F3461D0}" type="pres">
      <dgm:prSet presAssocID="{3ABB1ABC-1A11-B14D-A318-375BD7178B72}" presName="linearFlow" presStyleCnt="0">
        <dgm:presLayoutVars>
          <dgm:dir/>
          <dgm:resizeHandles val="exact"/>
        </dgm:presLayoutVars>
      </dgm:prSet>
      <dgm:spPr/>
    </dgm:pt>
    <dgm:pt modelId="{8218D233-CD84-C249-8ADB-AFA346BD4534}" type="pres">
      <dgm:prSet presAssocID="{FFB1032E-6804-A844-A465-02497FD6E5D3}" presName="composite" presStyleCnt="0"/>
      <dgm:spPr/>
    </dgm:pt>
    <dgm:pt modelId="{22A35059-E90E-4547-92B9-8961A1713EA3}" type="pres">
      <dgm:prSet presAssocID="{FFB1032E-6804-A844-A465-02497FD6E5D3}" presName="imgShp" presStyleLbl="fgImgPlace1" presStyleIdx="0" presStyleCnt="1"/>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pt>
    <dgm:pt modelId="{CB7A847F-B087-9A49-9CF3-076449A2FCD4}" type="pres">
      <dgm:prSet presAssocID="{FFB1032E-6804-A844-A465-02497FD6E5D3}" presName="txShp" presStyleLbl="node1" presStyleIdx="0" presStyleCnt="1">
        <dgm:presLayoutVars>
          <dgm:bulletEnabled val="1"/>
        </dgm:presLayoutVars>
      </dgm:prSet>
      <dgm:spPr/>
    </dgm:pt>
  </dgm:ptLst>
  <dgm:cxnLst>
    <dgm:cxn modelId="{08A67F4D-3536-ED48-8357-46CA88766833}" srcId="{3ABB1ABC-1A11-B14D-A318-375BD7178B72}" destId="{FFB1032E-6804-A844-A465-02497FD6E5D3}" srcOrd="0" destOrd="0" parTransId="{281F8064-8FBD-8445-B5EB-41E94204C64C}" sibTransId="{2D7B8C86-67E5-2C4B-B3C7-38DA2C942E00}"/>
    <dgm:cxn modelId="{8DD408F3-C54F-1C44-8EC4-E752015A7DC9}" type="presOf" srcId="{FFB1032E-6804-A844-A465-02497FD6E5D3}" destId="{CB7A847F-B087-9A49-9CF3-076449A2FCD4}" srcOrd="0" destOrd="0" presId="urn:microsoft.com/office/officeart/2005/8/layout/vList3"/>
    <dgm:cxn modelId="{BC92EDF9-5DA6-4B44-BA0B-3B7D3EB8754D}" type="presOf" srcId="{3ABB1ABC-1A11-B14D-A318-375BD7178B72}" destId="{45CFC8C8-9A29-F846-BFBD-E6289F3461D0}" srcOrd="0" destOrd="0" presId="urn:microsoft.com/office/officeart/2005/8/layout/vList3"/>
    <dgm:cxn modelId="{F54AC19F-B508-0B4B-A95A-AF96599B314E}" type="presParOf" srcId="{45CFC8C8-9A29-F846-BFBD-E6289F3461D0}" destId="{8218D233-CD84-C249-8ADB-AFA346BD4534}" srcOrd="0" destOrd="0" presId="urn:microsoft.com/office/officeart/2005/8/layout/vList3"/>
    <dgm:cxn modelId="{C58C8152-0584-C14F-A4E3-7BFDBC115565}" type="presParOf" srcId="{8218D233-CD84-C249-8ADB-AFA346BD4534}" destId="{22A35059-E90E-4547-92B9-8961A1713EA3}" srcOrd="0" destOrd="0" presId="urn:microsoft.com/office/officeart/2005/8/layout/vList3"/>
    <dgm:cxn modelId="{4E212D3D-1BFE-684D-8F75-F91F8C37B463}" type="presParOf" srcId="{8218D233-CD84-C249-8ADB-AFA346BD4534}" destId="{CB7A847F-B087-9A49-9CF3-076449A2FCD4}"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a:solidFill>
          <a:schemeClr val="accent1">
            <a:lumMod val="60000"/>
            <a:lumOff val="40000"/>
          </a:schemeClr>
        </a:solidFill>
        <a:ln>
          <a:solidFill>
            <a:schemeClr val="tx1"/>
          </a:solidFill>
        </a:ln>
      </dgm:spPr>
      <dgm:t>
        <a:bodyPr/>
        <a:lstStyle/>
        <a:p>
          <a:r>
            <a:rPr lang="en-US" dirty="0">
              <a:solidFill>
                <a:schemeClr val="tx1"/>
              </a:solidFill>
            </a:rPr>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ABB1ABC-1A11-B14D-A318-375BD7178B72}" type="doc">
      <dgm:prSet loTypeId="urn:microsoft.com/office/officeart/2005/8/layout/vList3" loCatId="process" qsTypeId="urn:microsoft.com/office/officeart/2005/8/quickstyle/simple1" qsCatId="simple" csTypeId="urn:microsoft.com/office/officeart/2005/8/colors/accent1_2" csCatId="accent1" phldr="1"/>
      <dgm:spPr/>
      <dgm:t>
        <a:bodyPr/>
        <a:lstStyle/>
        <a:p>
          <a:endParaRPr lang="en-US"/>
        </a:p>
      </dgm:t>
    </dgm:pt>
    <dgm:pt modelId="{FFB1032E-6804-A844-A465-02497FD6E5D3}">
      <dgm:prSet/>
      <dgm:spPr/>
      <dgm:t>
        <a:bodyPr/>
        <a:lstStyle/>
        <a:p>
          <a:r>
            <a:rPr lang="en-US" b="0" dirty="0"/>
            <a:t>Develop independent Monte Carlo code, McMini</a:t>
          </a:r>
          <a:endParaRPr lang="en-DK" dirty="0"/>
        </a:p>
      </dgm:t>
    </dgm:pt>
    <dgm:pt modelId="{281F8064-8FBD-8445-B5EB-41E94204C64C}" type="parTrans" cxnId="{08A67F4D-3536-ED48-8357-46CA88766833}">
      <dgm:prSet/>
      <dgm:spPr/>
      <dgm:t>
        <a:bodyPr/>
        <a:lstStyle/>
        <a:p>
          <a:endParaRPr lang="en-US"/>
        </a:p>
      </dgm:t>
    </dgm:pt>
    <dgm:pt modelId="{2D7B8C86-67E5-2C4B-B3C7-38DA2C942E00}" type="sibTrans" cxnId="{08A67F4D-3536-ED48-8357-46CA88766833}">
      <dgm:prSet/>
      <dgm:spPr/>
      <dgm:t>
        <a:bodyPr/>
        <a:lstStyle/>
        <a:p>
          <a:endParaRPr lang="en-US"/>
        </a:p>
      </dgm:t>
    </dgm:pt>
    <dgm:pt modelId="{0F7CF6FF-CABE-D54F-99AC-9A5B473B3C61}">
      <dgm:prSet/>
      <dgm:spPr/>
      <dgm:t>
        <a:bodyPr/>
        <a:lstStyle/>
        <a:p>
          <a:r>
            <a:rPr lang="en-US" dirty="0"/>
            <a:t>Validate McStas / Union framework</a:t>
          </a:r>
          <a:endParaRPr lang="en-DK" dirty="0"/>
        </a:p>
      </dgm:t>
    </dgm:pt>
    <dgm:pt modelId="{608C0E1D-641A-674E-8D21-A6D595F4FCA8}" type="parTrans" cxnId="{2B1ADF99-9F33-6A4B-9594-79ED918E1FDB}">
      <dgm:prSet/>
      <dgm:spPr/>
      <dgm:t>
        <a:bodyPr/>
        <a:lstStyle/>
        <a:p>
          <a:endParaRPr lang="en-US"/>
        </a:p>
      </dgm:t>
    </dgm:pt>
    <dgm:pt modelId="{E6926E07-773D-DE4B-ADE7-4FFC7721B1EB}" type="sibTrans" cxnId="{2B1ADF99-9F33-6A4B-9594-79ED918E1FDB}">
      <dgm:prSet/>
      <dgm:spPr/>
      <dgm:t>
        <a:bodyPr/>
        <a:lstStyle/>
        <a:p>
          <a:endParaRPr lang="en-US"/>
        </a:p>
      </dgm:t>
    </dgm:pt>
    <dgm:pt modelId="{45CFC8C8-9A29-F846-BFBD-E6289F3461D0}" type="pres">
      <dgm:prSet presAssocID="{3ABB1ABC-1A11-B14D-A318-375BD7178B72}" presName="linearFlow" presStyleCnt="0">
        <dgm:presLayoutVars>
          <dgm:dir/>
          <dgm:resizeHandles val="exact"/>
        </dgm:presLayoutVars>
      </dgm:prSet>
      <dgm:spPr/>
    </dgm:pt>
    <dgm:pt modelId="{8218D233-CD84-C249-8ADB-AFA346BD4534}" type="pres">
      <dgm:prSet presAssocID="{FFB1032E-6804-A844-A465-02497FD6E5D3}" presName="composite" presStyleCnt="0"/>
      <dgm:spPr/>
    </dgm:pt>
    <dgm:pt modelId="{22A35059-E90E-4547-92B9-8961A1713EA3}" type="pres">
      <dgm:prSet presAssocID="{FFB1032E-6804-A844-A465-02497FD6E5D3}" presName="imgShp" presStyleLbl="fgImgPlace1" presStyleIdx="0" presStyleCnt="2"/>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pt>
    <dgm:pt modelId="{CB7A847F-B087-9A49-9CF3-076449A2FCD4}" type="pres">
      <dgm:prSet presAssocID="{FFB1032E-6804-A844-A465-02497FD6E5D3}" presName="txShp" presStyleLbl="node1" presStyleIdx="0" presStyleCnt="2">
        <dgm:presLayoutVars>
          <dgm:bulletEnabled val="1"/>
        </dgm:presLayoutVars>
      </dgm:prSet>
      <dgm:spPr/>
    </dgm:pt>
    <dgm:pt modelId="{8FD8DC3B-ED42-2043-BA3D-7D53667F0788}" type="pres">
      <dgm:prSet presAssocID="{2D7B8C86-67E5-2C4B-B3C7-38DA2C942E00}" presName="spacing" presStyleCnt="0"/>
      <dgm:spPr/>
    </dgm:pt>
    <dgm:pt modelId="{B435627C-F854-2F41-96DE-F0F0F4D71502}" type="pres">
      <dgm:prSet presAssocID="{0F7CF6FF-CABE-D54F-99AC-9A5B473B3C61}" presName="composite" presStyleCnt="0"/>
      <dgm:spPr/>
    </dgm:pt>
    <dgm:pt modelId="{C0796714-A272-8A49-B46B-B138555A5260}" type="pres">
      <dgm:prSet presAssocID="{0F7CF6FF-CABE-D54F-99AC-9A5B473B3C61}" presName="imgShp" presStyleLbl="fgImgPlace1" presStyleIdx="1" presStyleCnt="2"/>
      <dgm:spPr>
        <a:blipFill rotWithShape="1">
          <a:blip xmlns:r="http://schemas.openxmlformats.org/officeDocument/2006/relationships">
            <a:extLst>
              <a:ext uri="{96DAC541-7B7A-43D3-8B79-37D633B846F1}">
                <asvg:svgBlip xmlns:asvg="http://schemas.microsoft.com/office/drawing/2016/SVG/main" r:embed="rId2"/>
              </a:ext>
            </a:extLst>
          </a:blip>
          <a:srcRect/>
          <a:stretch>
            <a:fillRect/>
          </a:stretch>
        </a:blipFill>
      </dgm:spPr>
    </dgm:pt>
    <dgm:pt modelId="{167C0BA0-185C-694C-BF1F-3278F05B4C83}" type="pres">
      <dgm:prSet presAssocID="{0F7CF6FF-CABE-D54F-99AC-9A5B473B3C61}" presName="txShp" presStyleLbl="node1" presStyleIdx="1" presStyleCnt="2">
        <dgm:presLayoutVars>
          <dgm:bulletEnabled val="1"/>
        </dgm:presLayoutVars>
      </dgm:prSet>
      <dgm:spPr/>
    </dgm:pt>
  </dgm:ptLst>
  <dgm:cxnLst>
    <dgm:cxn modelId="{08A67F4D-3536-ED48-8357-46CA88766833}" srcId="{3ABB1ABC-1A11-B14D-A318-375BD7178B72}" destId="{FFB1032E-6804-A844-A465-02497FD6E5D3}" srcOrd="0" destOrd="0" parTransId="{281F8064-8FBD-8445-B5EB-41E94204C64C}" sibTransId="{2D7B8C86-67E5-2C4B-B3C7-38DA2C942E00}"/>
    <dgm:cxn modelId="{72694364-6C41-1B43-A2C9-160A79DD04CB}" type="presOf" srcId="{0F7CF6FF-CABE-D54F-99AC-9A5B473B3C61}" destId="{167C0BA0-185C-694C-BF1F-3278F05B4C83}" srcOrd="0" destOrd="0" presId="urn:microsoft.com/office/officeart/2005/8/layout/vList3"/>
    <dgm:cxn modelId="{2B1ADF99-9F33-6A4B-9594-79ED918E1FDB}" srcId="{3ABB1ABC-1A11-B14D-A318-375BD7178B72}" destId="{0F7CF6FF-CABE-D54F-99AC-9A5B473B3C61}" srcOrd="1" destOrd="0" parTransId="{608C0E1D-641A-674E-8D21-A6D595F4FCA8}" sibTransId="{E6926E07-773D-DE4B-ADE7-4FFC7721B1EB}"/>
    <dgm:cxn modelId="{8DD408F3-C54F-1C44-8EC4-E752015A7DC9}" type="presOf" srcId="{FFB1032E-6804-A844-A465-02497FD6E5D3}" destId="{CB7A847F-B087-9A49-9CF3-076449A2FCD4}" srcOrd="0" destOrd="0" presId="urn:microsoft.com/office/officeart/2005/8/layout/vList3"/>
    <dgm:cxn modelId="{BC92EDF9-5DA6-4B44-BA0B-3B7D3EB8754D}" type="presOf" srcId="{3ABB1ABC-1A11-B14D-A318-375BD7178B72}" destId="{45CFC8C8-9A29-F846-BFBD-E6289F3461D0}" srcOrd="0" destOrd="0" presId="urn:microsoft.com/office/officeart/2005/8/layout/vList3"/>
    <dgm:cxn modelId="{F54AC19F-B508-0B4B-A95A-AF96599B314E}" type="presParOf" srcId="{45CFC8C8-9A29-F846-BFBD-E6289F3461D0}" destId="{8218D233-CD84-C249-8ADB-AFA346BD4534}" srcOrd="0" destOrd="0" presId="urn:microsoft.com/office/officeart/2005/8/layout/vList3"/>
    <dgm:cxn modelId="{C58C8152-0584-C14F-A4E3-7BFDBC115565}" type="presParOf" srcId="{8218D233-CD84-C249-8ADB-AFA346BD4534}" destId="{22A35059-E90E-4547-92B9-8961A1713EA3}" srcOrd="0" destOrd="0" presId="urn:microsoft.com/office/officeart/2005/8/layout/vList3"/>
    <dgm:cxn modelId="{4E212D3D-1BFE-684D-8F75-F91F8C37B463}" type="presParOf" srcId="{8218D233-CD84-C249-8ADB-AFA346BD4534}" destId="{CB7A847F-B087-9A49-9CF3-076449A2FCD4}" srcOrd="1" destOrd="0" presId="urn:microsoft.com/office/officeart/2005/8/layout/vList3"/>
    <dgm:cxn modelId="{417F4710-8126-9444-AD66-4AFB3DFD54CA}" type="presParOf" srcId="{45CFC8C8-9A29-F846-BFBD-E6289F3461D0}" destId="{8FD8DC3B-ED42-2043-BA3D-7D53667F0788}" srcOrd="1" destOrd="0" presId="urn:microsoft.com/office/officeart/2005/8/layout/vList3"/>
    <dgm:cxn modelId="{AF2ED039-1A4C-1E4F-A71D-4B42326DA8A9}" type="presParOf" srcId="{45CFC8C8-9A29-F846-BFBD-E6289F3461D0}" destId="{B435627C-F854-2F41-96DE-F0F0F4D71502}" srcOrd="2" destOrd="0" presId="urn:microsoft.com/office/officeart/2005/8/layout/vList3"/>
    <dgm:cxn modelId="{12A16B65-77E8-EA44-AE6D-5AD023A94986}" type="presParOf" srcId="{B435627C-F854-2F41-96DE-F0F0F4D71502}" destId="{C0796714-A272-8A49-B46B-B138555A5260}" srcOrd="0" destOrd="0" presId="urn:microsoft.com/office/officeart/2005/8/layout/vList3"/>
    <dgm:cxn modelId="{E02DBA07-20E6-9647-A84F-C16DCA864552}" type="presParOf" srcId="{B435627C-F854-2F41-96DE-F0F0F4D71502}" destId="{167C0BA0-185C-694C-BF1F-3278F05B4C83}"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a:solidFill>
          <a:schemeClr val="accent1">
            <a:lumMod val="60000"/>
            <a:lumOff val="40000"/>
          </a:schemeClr>
        </a:solidFill>
        <a:ln>
          <a:solidFill>
            <a:schemeClr val="tx1"/>
          </a:solidFill>
        </a:ln>
      </dgm:spPr>
      <dgm:t>
        <a:bodyPr/>
        <a:lstStyle/>
        <a:p>
          <a:r>
            <a:rPr lang="en-US" dirty="0">
              <a:solidFill>
                <a:schemeClr val="tx1"/>
              </a:solidFill>
            </a:rPr>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ABB1ABC-1A11-B14D-A318-375BD7178B72}" type="doc">
      <dgm:prSet loTypeId="urn:microsoft.com/office/officeart/2005/8/layout/vList3" loCatId="process" qsTypeId="urn:microsoft.com/office/officeart/2005/8/quickstyle/simple1" qsCatId="simple" csTypeId="urn:microsoft.com/office/officeart/2005/8/colors/accent1_2" csCatId="accent1" phldr="1"/>
      <dgm:spPr/>
      <dgm:t>
        <a:bodyPr/>
        <a:lstStyle/>
        <a:p>
          <a:endParaRPr lang="en-US"/>
        </a:p>
      </dgm:t>
    </dgm:pt>
    <dgm:pt modelId="{FFB1032E-6804-A844-A465-02497FD6E5D3}">
      <dgm:prSet/>
      <dgm:spPr/>
      <dgm:t>
        <a:bodyPr/>
        <a:lstStyle/>
        <a:p>
          <a:r>
            <a:rPr lang="en-US" b="0" dirty="0"/>
            <a:t>Develop independent Monte Carlo code, McMini</a:t>
          </a:r>
          <a:endParaRPr lang="en-DK" dirty="0"/>
        </a:p>
      </dgm:t>
    </dgm:pt>
    <dgm:pt modelId="{281F8064-8FBD-8445-B5EB-41E94204C64C}" type="parTrans" cxnId="{08A67F4D-3536-ED48-8357-46CA88766833}">
      <dgm:prSet/>
      <dgm:spPr/>
      <dgm:t>
        <a:bodyPr/>
        <a:lstStyle/>
        <a:p>
          <a:endParaRPr lang="en-US"/>
        </a:p>
      </dgm:t>
    </dgm:pt>
    <dgm:pt modelId="{2D7B8C86-67E5-2C4B-B3C7-38DA2C942E00}" type="sibTrans" cxnId="{08A67F4D-3536-ED48-8357-46CA88766833}">
      <dgm:prSet/>
      <dgm:spPr/>
      <dgm:t>
        <a:bodyPr/>
        <a:lstStyle/>
        <a:p>
          <a:endParaRPr lang="en-US"/>
        </a:p>
      </dgm:t>
    </dgm:pt>
    <dgm:pt modelId="{0F7CF6FF-CABE-D54F-99AC-9A5B473B3C61}">
      <dgm:prSet/>
      <dgm:spPr/>
      <dgm:t>
        <a:bodyPr/>
        <a:lstStyle/>
        <a:p>
          <a:r>
            <a:rPr lang="en-US" dirty="0"/>
            <a:t>Validate McStas / Union framework</a:t>
          </a:r>
          <a:endParaRPr lang="en-DK" dirty="0"/>
        </a:p>
      </dgm:t>
    </dgm:pt>
    <dgm:pt modelId="{608C0E1D-641A-674E-8D21-A6D595F4FCA8}" type="parTrans" cxnId="{2B1ADF99-9F33-6A4B-9594-79ED918E1FDB}">
      <dgm:prSet/>
      <dgm:spPr/>
      <dgm:t>
        <a:bodyPr/>
        <a:lstStyle/>
        <a:p>
          <a:endParaRPr lang="en-US"/>
        </a:p>
      </dgm:t>
    </dgm:pt>
    <dgm:pt modelId="{E6926E07-773D-DE4B-ADE7-4FFC7721B1EB}" type="sibTrans" cxnId="{2B1ADF99-9F33-6A4B-9594-79ED918E1FDB}">
      <dgm:prSet/>
      <dgm:spPr/>
      <dgm:t>
        <a:bodyPr/>
        <a:lstStyle/>
        <a:p>
          <a:endParaRPr lang="en-US"/>
        </a:p>
      </dgm:t>
    </dgm:pt>
    <dgm:pt modelId="{B70249C7-DBAC-3E48-AD30-B62BD26129DF}">
      <dgm:prSet/>
      <dgm:spPr/>
      <dgm:t>
        <a:bodyPr/>
        <a:lstStyle/>
        <a:p>
          <a:r>
            <a:rPr lang="en-US" b="0" dirty="0"/>
            <a:t>Use McStas to study hollow cylinder sample geometry</a:t>
          </a:r>
          <a:endParaRPr lang="en-DK" dirty="0"/>
        </a:p>
      </dgm:t>
    </dgm:pt>
    <dgm:pt modelId="{B925D461-538D-AC49-8357-382F7F28BB9D}" type="parTrans" cxnId="{ABD52BF7-4F1B-B143-8596-B50A69FE298F}">
      <dgm:prSet/>
      <dgm:spPr/>
      <dgm:t>
        <a:bodyPr/>
        <a:lstStyle/>
        <a:p>
          <a:endParaRPr lang="en-US"/>
        </a:p>
      </dgm:t>
    </dgm:pt>
    <dgm:pt modelId="{3C4700D9-2D83-D74B-8393-C80350A08E5B}" type="sibTrans" cxnId="{ABD52BF7-4F1B-B143-8596-B50A69FE298F}">
      <dgm:prSet/>
      <dgm:spPr/>
      <dgm:t>
        <a:bodyPr/>
        <a:lstStyle/>
        <a:p>
          <a:endParaRPr lang="en-US"/>
        </a:p>
      </dgm:t>
    </dgm:pt>
    <dgm:pt modelId="{45CFC8C8-9A29-F846-BFBD-E6289F3461D0}" type="pres">
      <dgm:prSet presAssocID="{3ABB1ABC-1A11-B14D-A318-375BD7178B72}" presName="linearFlow" presStyleCnt="0">
        <dgm:presLayoutVars>
          <dgm:dir/>
          <dgm:resizeHandles val="exact"/>
        </dgm:presLayoutVars>
      </dgm:prSet>
      <dgm:spPr/>
    </dgm:pt>
    <dgm:pt modelId="{8218D233-CD84-C249-8ADB-AFA346BD4534}" type="pres">
      <dgm:prSet presAssocID="{FFB1032E-6804-A844-A465-02497FD6E5D3}" presName="composite" presStyleCnt="0"/>
      <dgm:spPr/>
    </dgm:pt>
    <dgm:pt modelId="{22A35059-E90E-4547-92B9-8961A1713EA3}" type="pres">
      <dgm:prSet presAssocID="{FFB1032E-6804-A844-A465-02497FD6E5D3}" presName="imgShp" presStyleLbl="fgImgPlace1" presStyleIdx="0" presStyleCnt="3"/>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pt>
    <dgm:pt modelId="{CB7A847F-B087-9A49-9CF3-076449A2FCD4}" type="pres">
      <dgm:prSet presAssocID="{FFB1032E-6804-A844-A465-02497FD6E5D3}" presName="txShp" presStyleLbl="node1" presStyleIdx="0" presStyleCnt="3">
        <dgm:presLayoutVars>
          <dgm:bulletEnabled val="1"/>
        </dgm:presLayoutVars>
      </dgm:prSet>
      <dgm:spPr/>
    </dgm:pt>
    <dgm:pt modelId="{8FD8DC3B-ED42-2043-BA3D-7D53667F0788}" type="pres">
      <dgm:prSet presAssocID="{2D7B8C86-67E5-2C4B-B3C7-38DA2C942E00}" presName="spacing" presStyleCnt="0"/>
      <dgm:spPr/>
    </dgm:pt>
    <dgm:pt modelId="{B435627C-F854-2F41-96DE-F0F0F4D71502}" type="pres">
      <dgm:prSet presAssocID="{0F7CF6FF-CABE-D54F-99AC-9A5B473B3C61}" presName="composite" presStyleCnt="0"/>
      <dgm:spPr/>
    </dgm:pt>
    <dgm:pt modelId="{C0796714-A272-8A49-B46B-B138555A5260}" type="pres">
      <dgm:prSet presAssocID="{0F7CF6FF-CABE-D54F-99AC-9A5B473B3C61}" presName="imgShp" presStyleLbl="fgImgPlace1" presStyleIdx="1" presStyleCnt="3"/>
      <dgm:spPr>
        <a:blipFill rotWithShape="1">
          <a:blip xmlns:r="http://schemas.openxmlformats.org/officeDocument/2006/relationships">
            <a:extLst>
              <a:ext uri="{96DAC541-7B7A-43D3-8B79-37D633B846F1}">
                <asvg:svgBlip xmlns:asvg="http://schemas.microsoft.com/office/drawing/2016/SVG/main" r:embed="rId2"/>
              </a:ext>
            </a:extLst>
          </a:blip>
          <a:srcRect/>
          <a:stretch>
            <a:fillRect/>
          </a:stretch>
        </a:blipFill>
      </dgm:spPr>
    </dgm:pt>
    <dgm:pt modelId="{167C0BA0-185C-694C-BF1F-3278F05B4C83}" type="pres">
      <dgm:prSet presAssocID="{0F7CF6FF-CABE-D54F-99AC-9A5B473B3C61}" presName="txShp" presStyleLbl="node1" presStyleIdx="1" presStyleCnt="3">
        <dgm:presLayoutVars>
          <dgm:bulletEnabled val="1"/>
        </dgm:presLayoutVars>
      </dgm:prSet>
      <dgm:spPr/>
    </dgm:pt>
    <dgm:pt modelId="{1A57092D-F489-F04C-AFD1-70E0E12CFAEF}" type="pres">
      <dgm:prSet presAssocID="{E6926E07-773D-DE4B-ADE7-4FFC7721B1EB}" presName="spacing" presStyleCnt="0"/>
      <dgm:spPr/>
    </dgm:pt>
    <dgm:pt modelId="{65076F7B-FA71-C549-A3A9-AB0D5D577C42}" type="pres">
      <dgm:prSet presAssocID="{B70249C7-DBAC-3E48-AD30-B62BD26129DF}" presName="composite" presStyleCnt="0"/>
      <dgm:spPr/>
    </dgm:pt>
    <dgm:pt modelId="{7514A273-4AB9-374F-BBB2-387D64FAC320}" type="pres">
      <dgm:prSet presAssocID="{B70249C7-DBAC-3E48-AD30-B62BD26129DF}" presName="imgShp" presStyleLbl="fgImgPlace1" presStyleIdx="2" presStyleCnt="3"/>
      <dgm:spPr>
        <a:blipFill rotWithShape="1">
          <a:blip xmlns:r="http://schemas.openxmlformats.org/officeDocument/2006/relationships">
            <a:extLst>
              <a:ext uri="{96DAC541-7B7A-43D3-8B79-37D633B846F1}">
                <asvg:svgBlip xmlns:asvg="http://schemas.microsoft.com/office/drawing/2016/SVG/main" r:embed="rId3"/>
              </a:ext>
            </a:extLst>
          </a:blip>
          <a:srcRect/>
          <a:stretch>
            <a:fillRect/>
          </a:stretch>
        </a:blipFill>
      </dgm:spPr>
    </dgm:pt>
    <dgm:pt modelId="{E5B68BAD-7C27-7B40-B1C9-1AEAF8F91532}" type="pres">
      <dgm:prSet presAssocID="{B70249C7-DBAC-3E48-AD30-B62BD26129DF}" presName="txShp" presStyleLbl="node1" presStyleIdx="2" presStyleCnt="3">
        <dgm:presLayoutVars>
          <dgm:bulletEnabled val="1"/>
        </dgm:presLayoutVars>
      </dgm:prSet>
      <dgm:spPr/>
    </dgm:pt>
  </dgm:ptLst>
  <dgm:cxnLst>
    <dgm:cxn modelId="{08A67F4D-3536-ED48-8357-46CA88766833}" srcId="{3ABB1ABC-1A11-B14D-A318-375BD7178B72}" destId="{FFB1032E-6804-A844-A465-02497FD6E5D3}" srcOrd="0" destOrd="0" parTransId="{281F8064-8FBD-8445-B5EB-41E94204C64C}" sibTransId="{2D7B8C86-67E5-2C4B-B3C7-38DA2C942E00}"/>
    <dgm:cxn modelId="{72694364-6C41-1B43-A2C9-160A79DD04CB}" type="presOf" srcId="{0F7CF6FF-CABE-D54F-99AC-9A5B473B3C61}" destId="{167C0BA0-185C-694C-BF1F-3278F05B4C83}" srcOrd="0" destOrd="0" presId="urn:microsoft.com/office/officeart/2005/8/layout/vList3"/>
    <dgm:cxn modelId="{04F1A88A-BA7B-6F42-923F-77E959438367}" type="presOf" srcId="{B70249C7-DBAC-3E48-AD30-B62BD26129DF}" destId="{E5B68BAD-7C27-7B40-B1C9-1AEAF8F91532}" srcOrd="0" destOrd="0" presId="urn:microsoft.com/office/officeart/2005/8/layout/vList3"/>
    <dgm:cxn modelId="{2B1ADF99-9F33-6A4B-9594-79ED918E1FDB}" srcId="{3ABB1ABC-1A11-B14D-A318-375BD7178B72}" destId="{0F7CF6FF-CABE-D54F-99AC-9A5B473B3C61}" srcOrd="1" destOrd="0" parTransId="{608C0E1D-641A-674E-8D21-A6D595F4FCA8}" sibTransId="{E6926E07-773D-DE4B-ADE7-4FFC7721B1EB}"/>
    <dgm:cxn modelId="{8DD408F3-C54F-1C44-8EC4-E752015A7DC9}" type="presOf" srcId="{FFB1032E-6804-A844-A465-02497FD6E5D3}" destId="{CB7A847F-B087-9A49-9CF3-076449A2FCD4}" srcOrd="0" destOrd="0" presId="urn:microsoft.com/office/officeart/2005/8/layout/vList3"/>
    <dgm:cxn modelId="{ABD52BF7-4F1B-B143-8596-B50A69FE298F}" srcId="{3ABB1ABC-1A11-B14D-A318-375BD7178B72}" destId="{B70249C7-DBAC-3E48-AD30-B62BD26129DF}" srcOrd="2" destOrd="0" parTransId="{B925D461-538D-AC49-8357-382F7F28BB9D}" sibTransId="{3C4700D9-2D83-D74B-8393-C80350A08E5B}"/>
    <dgm:cxn modelId="{BC92EDF9-5DA6-4B44-BA0B-3B7D3EB8754D}" type="presOf" srcId="{3ABB1ABC-1A11-B14D-A318-375BD7178B72}" destId="{45CFC8C8-9A29-F846-BFBD-E6289F3461D0}" srcOrd="0" destOrd="0" presId="urn:microsoft.com/office/officeart/2005/8/layout/vList3"/>
    <dgm:cxn modelId="{F54AC19F-B508-0B4B-A95A-AF96599B314E}" type="presParOf" srcId="{45CFC8C8-9A29-F846-BFBD-E6289F3461D0}" destId="{8218D233-CD84-C249-8ADB-AFA346BD4534}" srcOrd="0" destOrd="0" presId="urn:microsoft.com/office/officeart/2005/8/layout/vList3"/>
    <dgm:cxn modelId="{C58C8152-0584-C14F-A4E3-7BFDBC115565}" type="presParOf" srcId="{8218D233-CD84-C249-8ADB-AFA346BD4534}" destId="{22A35059-E90E-4547-92B9-8961A1713EA3}" srcOrd="0" destOrd="0" presId="urn:microsoft.com/office/officeart/2005/8/layout/vList3"/>
    <dgm:cxn modelId="{4E212D3D-1BFE-684D-8F75-F91F8C37B463}" type="presParOf" srcId="{8218D233-CD84-C249-8ADB-AFA346BD4534}" destId="{CB7A847F-B087-9A49-9CF3-076449A2FCD4}" srcOrd="1" destOrd="0" presId="urn:microsoft.com/office/officeart/2005/8/layout/vList3"/>
    <dgm:cxn modelId="{417F4710-8126-9444-AD66-4AFB3DFD54CA}" type="presParOf" srcId="{45CFC8C8-9A29-F846-BFBD-E6289F3461D0}" destId="{8FD8DC3B-ED42-2043-BA3D-7D53667F0788}" srcOrd="1" destOrd="0" presId="urn:microsoft.com/office/officeart/2005/8/layout/vList3"/>
    <dgm:cxn modelId="{AF2ED039-1A4C-1E4F-A71D-4B42326DA8A9}" type="presParOf" srcId="{45CFC8C8-9A29-F846-BFBD-E6289F3461D0}" destId="{B435627C-F854-2F41-96DE-F0F0F4D71502}" srcOrd="2" destOrd="0" presId="urn:microsoft.com/office/officeart/2005/8/layout/vList3"/>
    <dgm:cxn modelId="{12A16B65-77E8-EA44-AE6D-5AD023A94986}" type="presParOf" srcId="{B435627C-F854-2F41-96DE-F0F0F4D71502}" destId="{C0796714-A272-8A49-B46B-B138555A5260}" srcOrd="0" destOrd="0" presId="urn:microsoft.com/office/officeart/2005/8/layout/vList3"/>
    <dgm:cxn modelId="{E02DBA07-20E6-9647-A84F-C16DCA864552}" type="presParOf" srcId="{B435627C-F854-2F41-96DE-F0F0F4D71502}" destId="{167C0BA0-185C-694C-BF1F-3278F05B4C83}" srcOrd="1" destOrd="0" presId="urn:microsoft.com/office/officeart/2005/8/layout/vList3"/>
    <dgm:cxn modelId="{EF011B61-FDC6-BF4D-A631-936EACE6B7C3}" type="presParOf" srcId="{45CFC8C8-9A29-F846-BFBD-E6289F3461D0}" destId="{1A57092D-F489-F04C-AFD1-70E0E12CFAEF}" srcOrd="3" destOrd="0" presId="urn:microsoft.com/office/officeart/2005/8/layout/vList3"/>
    <dgm:cxn modelId="{1DD111FE-21EB-E645-B15F-3474FFE20C29}" type="presParOf" srcId="{45CFC8C8-9A29-F846-BFBD-E6289F3461D0}" destId="{65076F7B-FA71-C549-A3A9-AB0D5D577C42}" srcOrd="4" destOrd="0" presId="urn:microsoft.com/office/officeart/2005/8/layout/vList3"/>
    <dgm:cxn modelId="{F724D88D-C15E-E441-98DF-FDCEAF3056A9}" type="presParOf" srcId="{65076F7B-FA71-C549-A3A9-AB0D5D577C42}" destId="{7514A273-4AB9-374F-BBB2-387D64FAC320}" srcOrd="0" destOrd="0" presId="urn:microsoft.com/office/officeart/2005/8/layout/vList3"/>
    <dgm:cxn modelId="{F63BEE7E-8AD0-9842-976E-6159159BA749}" type="presParOf" srcId="{65076F7B-FA71-C549-A3A9-AB0D5D577C42}" destId="{E5B68BAD-7C27-7B40-B1C9-1AEAF8F91532}"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a:solidFill>
          <a:schemeClr val="accent1">
            <a:lumMod val="60000"/>
            <a:lumOff val="40000"/>
          </a:schemeClr>
        </a:solidFill>
        <a:ln>
          <a:solidFill>
            <a:schemeClr val="tx1"/>
          </a:solidFill>
        </a:ln>
      </dgm:spPr>
      <dgm:t>
        <a:bodyPr/>
        <a:lstStyle/>
        <a:p>
          <a:r>
            <a:rPr lang="en-US" dirty="0">
              <a:solidFill>
                <a:schemeClr val="tx1"/>
              </a:solidFill>
            </a:rPr>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a:t>Intro</a:t>
          </a:r>
          <a:endParaRPr lang="en-US" dirty="0"/>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a:solidFill>
          <a:schemeClr val="accent1">
            <a:lumMod val="60000"/>
            <a:lumOff val="40000"/>
          </a:schemeClr>
        </a:solidFill>
        <a:ln>
          <a:solidFill>
            <a:schemeClr val="tx1"/>
          </a:solidFill>
        </a:ln>
      </dgm:spPr>
      <dgm:t>
        <a:bodyPr/>
        <a:lstStyle/>
        <a:p>
          <a:r>
            <a:rPr lang="en-US" dirty="0">
              <a:solidFill>
                <a:schemeClr val="tx1"/>
              </a:solidFill>
            </a:rPr>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ABB1ABC-1A11-B14D-A318-375BD7178B72}" type="doc">
      <dgm:prSet loTypeId="urn:microsoft.com/office/officeart/2005/8/layout/vList3" loCatId="process" qsTypeId="urn:microsoft.com/office/officeart/2005/8/quickstyle/simple1" qsCatId="simple" csTypeId="urn:microsoft.com/office/officeart/2005/8/colors/accent1_2" csCatId="accent1" phldr="1"/>
      <dgm:spPr/>
      <dgm:t>
        <a:bodyPr/>
        <a:lstStyle/>
        <a:p>
          <a:endParaRPr lang="en-US"/>
        </a:p>
      </dgm:t>
    </dgm:pt>
    <dgm:pt modelId="{FFB1032E-6804-A844-A465-02497FD6E5D3}">
      <dgm:prSet/>
      <dgm:spPr/>
      <dgm:t>
        <a:bodyPr/>
        <a:lstStyle/>
        <a:p>
          <a:r>
            <a:rPr lang="en-US" b="0" dirty="0"/>
            <a:t>Develop independent Monte Carlo code, McMini</a:t>
          </a:r>
          <a:endParaRPr lang="en-DK" dirty="0"/>
        </a:p>
      </dgm:t>
    </dgm:pt>
    <dgm:pt modelId="{281F8064-8FBD-8445-B5EB-41E94204C64C}" type="parTrans" cxnId="{08A67F4D-3536-ED48-8357-46CA88766833}">
      <dgm:prSet/>
      <dgm:spPr/>
      <dgm:t>
        <a:bodyPr/>
        <a:lstStyle/>
        <a:p>
          <a:endParaRPr lang="en-US"/>
        </a:p>
      </dgm:t>
    </dgm:pt>
    <dgm:pt modelId="{2D7B8C86-67E5-2C4B-B3C7-38DA2C942E00}" type="sibTrans" cxnId="{08A67F4D-3536-ED48-8357-46CA88766833}">
      <dgm:prSet/>
      <dgm:spPr/>
      <dgm:t>
        <a:bodyPr/>
        <a:lstStyle/>
        <a:p>
          <a:endParaRPr lang="en-US"/>
        </a:p>
      </dgm:t>
    </dgm:pt>
    <dgm:pt modelId="{0F7CF6FF-CABE-D54F-99AC-9A5B473B3C61}">
      <dgm:prSet/>
      <dgm:spPr/>
      <dgm:t>
        <a:bodyPr/>
        <a:lstStyle/>
        <a:p>
          <a:r>
            <a:rPr lang="en-US" dirty="0"/>
            <a:t>Validate McStas / Union framework</a:t>
          </a:r>
          <a:endParaRPr lang="en-DK" dirty="0"/>
        </a:p>
      </dgm:t>
    </dgm:pt>
    <dgm:pt modelId="{608C0E1D-641A-674E-8D21-A6D595F4FCA8}" type="parTrans" cxnId="{2B1ADF99-9F33-6A4B-9594-79ED918E1FDB}">
      <dgm:prSet/>
      <dgm:spPr/>
      <dgm:t>
        <a:bodyPr/>
        <a:lstStyle/>
        <a:p>
          <a:endParaRPr lang="en-US"/>
        </a:p>
      </dgm:t>
    </dgm:pt>
    <dgm:pt modelId="{E6926E07-773D-DE4B-ADE7-4FFC7721B1EB}" type="sibTrans" cxnId="{2B1ADF99-9F33-6A4B-9594-79ED918E1FDB}">
      <dgm:prSet/>
      <dgm:spPr/>
      <dgm:t>
        <a:bodyPr/>
        <a:lstStyle/>
        <a:p>
          <a:endParaRPr lang="en-US"/>
        </a:p>
      </dgm:t>
    </dgm:pt>
    <dgm:pt modelId="{B70249C7-DBAC-3E48-AD30-B62BD26129DF}">
      <dgm:prSet/>
      <dgm:spPr/>
      <dgm:t>
        <a:bodyPr/>
        <a:lstStyle/>
        <a:p>
          <a:r>
            <a:rPr lang="en-US" b="0" dirty="0"/>
            <a:t>Use McStas to study hollow cylinder sample geometry</a:t>
          </a:r>
          <a:endParaRPr lang="en-DK" dirty="0"/>
        </a:p>
      </dgm:t>
    </dgm:pt>
    <dgm:pt modelId="{B925D461-538D-AC49-8357-382F7F28BB9D}" type="parTrans" cxnId="{ABD52BF7-4F1B-B143-8596-B50A69FE298F}">
      <dgm:prSet/>
      <dgm:spPr/>
      <dgm:t>
        <a:bodyPr/>
        <a:lstStyle/>
        <a:p>
          <a:endParaRPr lang="en-US"/>
        </a:p>
      </dgm:t>
    </dgm:pt>
    <dgm:pt modelId="{3C4700D9-2D83-D74B-8393-C80350A08E5B}" type="sibTrans" cxnId="{ABD52BF7-4F1B-B143-8596-B50A69FE298F}">
      <dgm:prSet/>
      <dgm:spPr/>
      <dgm:t>
        <a:bodyPr/>
        <a:lstStyle/>
        <a:p>
          <a:endParaRPr lang="en-US"/>
        </a:p>
      </dgm:t>
    </dgm:pt>
    <dgm:pt modelId="{45CFC8C8-9A29-F846-BFBD-E6289F3461D0}" type="pres">
      <dgm:prSet presAssocID="{3ABB1ABC-1A11-B14D-A318-375BD7178B72}" presName="linearFlow" presStyleCnt="0">
        <dgm:presLayoutVars>
          <dgm:dir/>
          <dgm:resizeHandles val="exact"/>
        </dgm:presLayoutVars>
      </dgm:prSet>
      <dgm:spPr/>
    </dgm:pt>
    <dgm:pt modelId="{8218D233-CD84-C249-8ADB-AFA346BD4534}" type="pres">
      <dgm:prSet presAssocID="{FFB1032E-6804-A844-A465-02497FD6E5D3}" presName="composite" presStyleCnt="0"/>
      <dgm:spPr/>
    </dgm:pt>
    <dgm:pt modelId="{22A35059-E90E-4547-92B9-8961A1713EA3}" type="pres">
      <dgm:prSet presAssocID="{FFB1032E-6804-A844-A465-02497FD6E5D3}" presName="imgShp" presStyleLbl="fgImgPlace1" presStyleIdx="0" presStyleCnt="3"/>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pt>
    <dgm:pt modelId="{CB7A847F-B087-9A49-9CF3-076449A2FCD4}" type="pres">
      <dgm:prSet presAssocID="{FFB1032E-6804-A844-A465-02497FD6E5D3}" presName="txShp" presStyleLbl="node1" presStyleIdx="0" presStyleCnt="3">
        <dgm:presLayoutVars>
          <dgm:bulletEnabled val="1"/>
        </dgm:presLayoutVars>
      </dgm:prSet>
      <dgm:spPr/>
    </dgm:pt>
    <dgm:pt modelId="{8FD8DC3B-ED42-2043-BA3D-7D53667F0788}" type="pres">
      <dgm:prSet presAssocID="{2D7B8C86-67E5-2C4B-B3C7-38DA2C942E00}" presName="spacing" presStyleCnt="0"/>
      <dgm:spPr/>
    </dgm:pt>
    <dgm:pt modelId="{B435627C-F854-2F41-96DE-F0F0F4D71502}" type="pres">
      <dgm:prSet presAssocID="{0F7CF6FF-CABE-D54F-99AC-9A5B473B3C61}" presName="composite" presStyleCnt="0"/>
      <dgm:spPr/>
    </dgm:pt>
    <dgm:pt modelId="{C0796714-A272-8A49-B46B-B138555A5260}" type="pres">
      <dgm:prSet presAssocID="{0F7CF6FF-CABE-D54F-99AC-9A5B473B3C61}" presName="imgShp" presStyleLbl="fgImgPlace1" presStyleIdx="1" presStyleCnt="3"/>
      <dgm:spPr>
        <a:blipFill rotWithShape="1">
          <a:blip xmlns:r="http://schemas.openxmlformats.org/officeDocument/2006/relationships">
            <a:extLst>
              <a:ext uri="{96DAC541-7B7A-43D3-8B79-37D633B846F1}">
                <asvg:svgBlip xmlns:asvg="http://schemas.microsoft.com/office/drawing/2016/SVG/main" r:embed="rId2"/>
              </a:ext>
            </a:extLst>
          </a:blip>
          <a:srcRect/>
          <a:stretch>
            <a:fillRect/>
          </a:stretch>
        </a:blipFill>
      </dgm:spPr>
    </dgm:pt>
    <dgm:pt modelId="{167C0BA0-185C-694C-BF1F-3278F05B4C83}" type="pres">
      <dgm:prSet presAssocID="{0F7CF6FF-CABE-D54F-99AC-9A5B473B3C61}" presName="txShp" presStyleLbl="node1" presStyleIdx="1" presStyleCnt="3">
        <dgm:presLayoutVars>
          <dgm:bulletEnabled val="1"/>
        </dgm:presLayoutVars>
      </dgm:prSet>
      <dgm:spPr/>
    </dgm:pt>
    <dgm:pt modelId="{1A57092D-F489-F04C-AFD1-70E0E12CFAEF}" type="pres">
      <dgm:prSet presAssocID="{E6926E07-773D-DE4B-ADE7-4FFC7721B1EB}" presName="spacing" presStyleCnt="0"/>
      <dgm:spPr/>
    </dgm:pt>
    <dgm:pt modelId="{65076F7B-FA71-C549-A3A9-AB0D5D577C42}" type="pres">
      <dgm:prSet presAssocID="{B70249C7-DBAC-3E48-AD30-B62BD26129DF}" presName="composite" presStyleCnt="0"/>
      <dgm:spPr/>
    </dgm:pt>
    <dgm:pt modelId="{7514A273-4AB9-374F-BBB2-387D64FAC320}" type="pres">
      <dgm:prSet presAssocID="{B70249C7-DBAC-3E48-AD30-B62BD26129DF}" presName="imgShp" presStyleLbl="fgImgPlace1" presStyleIdx="2" presStyleCnt="3"/>
      <dgm:spPr>
        <a:blipFill rotWithShape="1">
          <a:blip xmlns:r="http://schemas.openxmlformats.org/officeDocument/2006/relationships">
            <a:extLst>
              <a:ext uri="{96DAC541-7B7A-43D3-8B79-37D633B846F1}">
                <asvg:svgBlip xmlns:asvg="http://schemas.microsoft.com/office/drawing/2016/SVG/main" r:embed="rId3"/>
              </a:ext>
            </a:extLst>
          </a:blip>
          <a:srcRect/>
          <a:stretch>
            <a:fillRect/>
          </a:stretch>
        </a:blipFill>
      </dgm:spPr>
    </dgm:pt>
    <dgm:pt modelId="{E5B68BAD-7C27-7B40-B1C9-1AEAF8F91532}" type="pres">
      <dgm:prSet presAssocID="{B70249C7-DBAC-3E48-AD30-B62BD26129DF}" presName="txShp" presStyleLbl="node1" presStyleIdx="2" presStyleCnt="3">
        <dgm:presLayoutVars>
          <dgm:bulletEnabled val="1"/>
        </dgm:presLayoutVars>
      </dgm:prSet>
      <dgm:spPr/>
    </dgm:pt>
  </dgm:ptLst>
  <dgm:cxnLst>
    <dgm:cxn modelId="{08A67F4D-3536-ED48-8357-46CA88766833}" srcId="{3ABB1ABC-1A11-B14D-A318-375BD7178B72}" destId="{FFB1032E-6804-A844-A465-02497FD6E5D3}" srcOrd="0" destOrd="0" parTransId="{281F8064-8FBD-8445-B5EB-41E94204C64C}" sibTransId="{2D7B8C86-67E5-2C4B-B3C7-38DA2C942E00}"/>
    <dgm:cxn modelId="{72694364-6C41-1B43-A2C9-160A79DD04CB}" type="presOf" srcId="{0F7CF6FF-CABE-D54F-99AC-9A5B473B3C61}" destId="{167C0BA0-185C-694C-BF1F-3278F05B4C83}" srcOrd="0" destOrd="0" presId="urn:microsoft.com/office/officeart/2005/8/layout/vList3"/>
    <dgm:cxn modelId="{04F1A88A-BA7B-6F42-923F-77E959438367}" type="presOf" srcId="{B70249C7-DBAC-3E48-AD30-B62BD26129DF}" destId="{E5B68BAD-7C27-7B40-B1C9-1AEAF8F91532}" srcOrd="0" destOrd="0" presId="urn:microsoft.com/office/officeart/2005/8/layout/vList3"/>
    <dgm:cxn modelId="{2B1ADF99-9F33-6A4B-9594-79ED918E1FDB}" srcId="{3ABB1ABC-1A11-B14D-A318-375BD7178B72}" destId="{0F7CF6FF-CABE-D54F-99AC-9A5B473B3C61}" srcOrd="1" destOrd="0" parTransId="{608C0E1D-641A-674E-8D21-A6D595F4FCA8}" sibTransId="{E6926E07-773D-DE4B-ADE7-4FFC7721B1EB}"/>
    <dgm:cxn modelId="{8DD408F3-C54F-1C44-8EC4-E752015A7DC9}" type="presOf" srcId="{FFB1032E-6804-A844-A465-02497FD6E5D3}" destId="{CB7A847F-B087-9A49-9CF3-076449A2FCD4}" srcOrd="0" destOrd="0" presId="urn:microsoft.com/office/officeart/2005/8/layout/vList3"/>
    <dgm:cxn modelId="{ABD52BF7-4F1B-B143-8596-B50A69FE298F}" srcId="{3ABB1ABC-1A11-B14D-A318-375BD7178B72}" destId="{B70249C7-DBAC-3E48-AD30-B62BD26129DF}" srcOrd="2" destOrd="0" parTransId="{B925D461-538D-AC49-8357-382F7F28BB9D}" sibTransId="{3C4700D9-2D83-D74B-8393-C80350A08E5B}"/>
    <dgm:cxn modelId="{BC92EDF9-5DA6-4B44-BA0B-3B7D3EB8754D}" type="presOf" srcId="{3ABB1ABC-1A11-B14D-A318-375BD7178B72}" destId="{45CFC8C8-9A29-F846-BFBD-E6289F3461D0}" srcOrd="0" destOrd="0" presId="urn:microsoft.com/office/officeart/2005/8/layout/vList3"/>
    <dgm:cxn modelId="{F54AC19F-B508-0B4B-A95A-AF96599B314E}" type="presParOf" srcId="{45CFC8C8-9A29-F846-BFBD-E6289F3461D0}" destId="{8218D233-CD84-C249-8ADB-AFA346BD4534}" srcOrd="0" destOrd="0" presId="urn:microsoft.com/office/officeart/2005/8/layout/vList3"/>
    <dgm:cxn modelId="{C58C8152-0584-C14F-A4E3-7BFDBC115565}" type="presParOf" srcId="{8218D233-CD84-C249-8ADB-AFA346BD4534}" destId="{22A35059-E90E-4547-92B9-8961A1713EA3}" srcOrd="0" destOrd="0" presId="urn:microsoft.com/office/officeart/2005/8/layout/vList3"/>
    <dgm:cxn modelId="{4E212D3D-1BFE-684D-8F75-F91F8C37B463}" type="presParOf" srcId="{8218D233-CD84-C249-8ADB-AFA346BD4534}" destId="{CB7A847F-B087-9A49-9CF3-076449A2FCD4}" srcOrd="1" destOrd="0" presId="urn:microsoft.com/office/officeart/2005/8/layout/vList3"/>
    <dgm:cxn modelId="{417F4710-8126-9444-AD66-4AFB3DFD54CA}" type="presParOf" srcId="{45CFC8C8-9A29-F846-BFBD-E6289F3461D0}" destId="{8FD8DC3B-ED42-2043-BA3D-7D53667F0788}" srcOrd="1" destOrd="0" presId="urn:microsoft.com/office/officeart/2005/8/layout/vList3"/>
    <dgm:cxn modelId="{AF2ED039-1A4C-1E4F-A71D-4B42326DA8A9}" type="presParOf" srcId="{45CFC8C8-9A29-F846-BFBD-E6289F3461D0}" destId="{B435627C-F854-2F41-96DE-F0F0F4D71502}" srcOrd="2" destOrd="0" presId="urn:microsoft.com/office/officeart/2005/8/layout/vList3"/>
    <dgm:cxn modelId="{12A16B65-77E8-EA44-AE6D-5AD023A94986}" type="presParOf" srcId="{B435627C-F854-2F41-96DE-F0F0F4D71502}" destId="{C0796714-A272-8A49-B46B-B138555A5260}" srcOrd="0" destOrd="0" presId="urn:microsoft.com/office/officeart/2005/8/layout/vList3"/>
    <dgm:cxn modelId="{E02DBA07-20E6-9647-A84F-C16DCA864552}" type="presParOf" srcId="{B435627C-F854-2F41-96DE-F0F0F4D71502}" destId="{167C0BA0-185C-694C-BF1F-3278F05B4C83}" srcOrd="1" destOrd="0" presId="urn:microsoft.com/office/officeart/2005/8/layout/vList3"/>
    <dgm:cxn modelId="{EF011B61-FDC6-BF4D-A631-936EACE6B7C3}" type="presParOf" srcId="{45CFC8C8-9A29-F846-BFBD-E6289F3461D0}" destId="{1A57092D-F489-F04C-AFD1-70E0E12CFAEF}" srcOrd="3" destOrd="0" presId="urn:microsoft.com/office/officeart/2005/8/layout/vList3"/>
    <dgm:cxn modelId="{1DD111FE-21EB-E645-B15F-3474FFE20C29}" type="presParOf" srcId="{45CFC8C8-9A29-F846-BFBD-E6289F3461D0}" destId="{65076F7B-FA71-C549-A3A9-AB0D5D577C42}" srcOrd="4" destOrd="0" presId="urn:microsoft.com/office/officeart/2005/8/layout/vList3"/>
    <dgm:cxn modelId="{F724D88D-C15E-E441-98DF-FDCEAF3056A9}" type="presParOf" srcId="{65076F7B-FA71-C549-A3A9-AB0D5D577C42}" destId="{7514A273-4AB9-374F-BBB2-387D64FAC320}" srcOrd="0" destOrd="0" presId="urn:microsoft.com/office/officeart/2005/8/layout/vList3"/>
    <dgm:cxn modelId="{F63BEE7E-8AD0-9842-976E-6159159BA749}" type="presParOf" srcId="{65076F7B-FA71-C549-A3A9-AB0D5D577C42}" destId="{E5B68BAD-7C27-7B40-B1C9-1AEAF8F91532}" srcOrd="1" destOrd="0" presId="urn:microsoft.com/office/officeart/2005/8/layout/v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62B6871-8A2A-C648-9E24-CA85C798F6DD}"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62A2CE2F-42C9-5A45-A1ED-1EDC0DCE7C6E}">
          <dgm:prSet custT="1"/>
          <dgm:spPr/>
          <dgm:t>
            <a:bodyPr/>
            <a:lstStyle/>
            <a:p>
              <a:pPr/>
              <a14:m>
                <m:oMathPara xmlns:m="http://schemas.openxmlformats.org/officeDocument/2006/math">
                  <m:oMathParaPr>
                    <m:jc m:val="centerGroup"/>
                  </m:oMathParaPr>
                  <m:oMath xmlns:m="http://schemas.openxmlformats.org/officeDocument/2006/math">
                    <m:sSub>
                      <m:sSubPr>
                        <m:ctrlPr>
                          <a:rPr lang="en-DK" sz="3200" i="1" smtClean="0">
                            <a:latin typeface="Cambria Math" panose="02040503050406030204" pitchFamily="18" charset="0"/>
                          </a:rPr>
                        </m:ctrlPr>
                      </m:sSubPr>
                      <m:e>
                        <m:r>
                          <m:rPr>
                            <m:sty m:val="p"/>
                          </m:rPr>
                          <a:rPr lang="en-DK" sz="3200" i="1">
                            <a:latin typeface="Cambria Math" panose="02040503050406030204" pitchFamily="18" charset="0"/>
                          </a:rPr>
                          <m:t>Σ</m:t>
                        </m:r>
                      </m:e>
                      <m:sub>
                        <m:r>
                          <a:rPr lang="en-DK" sz="3200" i="1">
                            <a:latin typeface="Cambria Math" panose="02040503050406030204" pitchFamily="18" charset="0"/>
                          </a:rPr>
                          <m:t>𝑡</m:t>
                        </m:r>
                      </m:sub>
                    </m:sSub>
                    <m:r>
                      <a:rPr lang="en-DK" sz="3200" i="1">
                        <a:latin typeface="Cambria Math" panose="02040503050406030204" pitchFamily="18" charset="0"/>
                      </a:rPr>
                      <m:t>=</m:t>
                    </m:r>
                    <m:r>
                      <a:rPr lang="en-DK" sz="3200" i="1">
                        <a:latin typeface="Cambria Math" panose="02040503050406030204" pitchFamily="18" charset="0"/>
                      </a:rPr>
                      <m:t>𝑛</m:t>
                    </m:r>
                    <m:sSub>
                      <m:sSubPr>
                        <m:ctrlPr>
                          <a:rPr lang="en-DK" sz="3200" i="1">
                            <a:latin typeface="Cambria Math" panose="02040503050406030204" pitchFamily="18" charset="0"/>
                          </a:rPr>
                        </m:ctrlPr>
                      </m:sSubPr>
                      <m:e>
                        <m:r>
                          <a:rPr lang="en-DK" sz="3200" i="1">
                            <a:latin typeface="Cambria Math" panose="02040503050406030204" pitchFamily="18" charset="0"/>
                          </a:rPr>
                          <m:t>𝜎</m:t>
                        </m:r>
                      </m:e>
                      <m:sub>
                        <m:r>
                          <a:rPr lang="en-DK" sz="3200" i="1">
                            <a:latin typeface="Cambria Math" panose="02040503050406030204" pitchFamily="18" charset="0"/>
                          </a:rPr>
                          <m:t>𝑡</m:t>
                        </m:r>
                      </m:sub>
                    </m:sSub>
                  </m:oMath>
                </m:oMathPara>
              </a14:m>
              <a:endParaRPr lang="en-DK" sz="3200" dirty="0"/>
            </a:p>
          </dgm:t>
        </dgm:pt>
      </mc:Choice>
      <mc:Fallback xmlns="">
        <dgm:pt modelId="{62A2CE2F-42C9-5A45-A1ED-1EDC0DCE7C6E}">
          <dgm:prSet custT="1"/>
          <dgm:spPr/>
          <dgm:t>
            <a:bodyPr/>
            <a:lstStyle/>
            <a:p>
              <a:pPr/>
              <a:r>
                <a:rPr lang="en-DK" sz="3200" i="0">
                  <a:latin typeface="Cambria Math" panose="02040503050406030204" pitchFamily="18" charset="0"/>
                </a:rPr>
                <a:t>Σ_𝑡=𝑛𝜎_𝑡</a:t>
              </a:r>
              <a:endParaRPr lang="en-DK" sz="3200" dirty="0"/>
            </a:p>
          </dgm:t>
        </dgm:pt>
      </mc:Fallback>
    </mc:AlternateContent>
    <dgm:pt modelId="{57066B3A-7D50-4542-B470-8DE0BB1DE316}" type="parTrans" cxnId="{39C1E6EC-752C-C741-8610-8A93B6E2F513}">
      <dgm:prSet/>
      <dgm:spPr/>
      <dgm:t>
        <a:bodyPr/>
        <a:lstStyle/>
        <a:p>
          <a:endParaRPr lang="en-US"/>
        </a:p>
      </dgm:t>
    </dgm:pt>
    <dgm:pt modelId="{017057BA-A489-A64A-A112-B7EE746137BE}" type="sibTrans" cxnId="{39C1E6EC-752C-C741-8610-8A93B6E2F513}">
      <dgm:prSet/>
      <dgm:spPr/>
      <dgm:t>
        <a:bodyPr/>
        <a:lstStyle/>
        <a:p>
          <a:endParaRPr lang="en-US"/>
        </a:p>
      </dgm:t>
    </dgm:pt>
    <dgm:pt modelId="{4589911E-A2B4-2943-BB6B-FC942A66609E}">
      <dgm:prSet custT="1"/>
      <dgm:spPr/>
      <dgm:t>
        <a:bodyPr/>
        <a:lstStyle/>
        <a:p>
          <a:pPr>
            <a:buNone/>
          </a:pPr>
          <a:r>
            <a:rPr lang="en-US" sz="3200" dirty="0"/>
            <a:t>The macroscopic cross section</a:t>
          </a:r>
          <a:endParaRPr lang="en-DK" sz="3200" dirty="0"/>
        </a:p>
      </dgm:t>
    </dgm:pt>
    <dgm:pt modelId="{3804C333-A528-3D4B-9A04-DA4906C64F4A}" type="parTrans" cxnId="{C6338A89-8CBC-0949-9504-BA78AA7FC6C0}">
      <dgm:prSet/>
      <dgm:spPr/>
      <dgm:t>
        <a:bodyPr/>
        <a:lstStyle/>
        <a:p>
          <a:endParaRPr lang="en-US"/>
        </a:p>
      </dgm:t>
    </dgm:pt>
    <dgm:pt modelId="{95FD921D-3BF3-CF4A-93BB-25375E543B8F}" type="sibTrans" cxnId="{C6338A89-8CBC-0949-9504-BA78AA7FC6C0}">
      <dgm:prSet/>
      <dgm:spPr/>
      <dgm:t>
        <a:bodyPr/>
        <a:lstStyle/>
        <a:p>
          <a:endParaRPr lang="en-US"/>
        </a:p>
      </dgm:t>
    </dgm:pt>
    <dgm:pt modelId="{180103D0-D7D4-6643-A876-DE9BC8064574}" type="pres">
      <dgm:prSet presAssocID="{862B6871-8A2A-C648-9E24-CA85C798F6DD}" presName="Name0" presStyleCnt="0">
        <dgm:presLayoutVars>
          <dgm:dir/>
          <dgm:animLvl val="lvl"/>
          <dgm:resizeHandles val="exact"/>
        </dgm:presLayoutVars>
      </dgm:prSet>
      <dgm:spPr/>
    </dgm:pt>
    <dgm:pt modelId="{B54C1BD3-B586-284E-BD71-D12866D8545B}" type="pres">
      <dgm:prSet presAssocID="{62A2CE2F-42C9-5A45-A1ED-1EDC0DCE7C6E}" presName="linNode" presStyleCnt="0"/>
      <dgm:spPr/>
    </dgm:pt>
    <dgm:pt modelId="{E0A02BEB-33BD-9B4A-8053-C2D8BE496F33}" type="pres">
      <dgm:prSet presAssocID="{62A2CE2F-42C9-5A45-A1ED-1EDC0DCE7C6E}" presName="parentText" presStyleLbl="node1" presStyleIdx="0" presStyleCnt="1">
        <dgm:presLayoutVars>
          <dgm:chMax val="1"/>
          <dgm:bulletEnabled val="1"/>
        </dgm:presLayoutVars>
      </dgm:prSet>
      <dgm:spPr/>
    </dgm:pt>
    <dgm:pt modelId="{4C5F2305-DEC7-E94A-9F41-3DC1E39C222F}" type="pres">
      <dgm:prSet presAssocID="{62A2CE2F-42C9-5A45-A1ED-1EDC0DCE7C6E}" presName="descendantText" presStyleLbl="alignAccFollowNode1" presStyleIdx="0" presStyleCnt="1">
        <dgm:presLayoutVars>
          <dgm:bulletEnabled val="1"/>
        </dgm:presLayoutVars>
      </dgm:prSet>
      <dgm:spPr/>
    </dgm:pt>
  </dgm:ptLst>
  <dgm:cxnLst>
    <dgm:cxn modelId="{9D655E00-DF33-154B-8EA6-C9CF8948C6DE}" type="presOf" srcId="{62A2CE2F-42C9-5A45-A1ED-1EDC0DCE7C6E}" destId="{E0A02BEB-33BD-9B4A-8053-C2D8BE496F33}" srcOrd="0" destOrd="0" presId="urn:microsoft.com/office/officeart/2005/8/layout/vList5"/>
    <dgm:cxn modelId="{F8DB6066-CF51-F445-8C53-7A1E048FB585}" type="presOf" srcId="{862B6871-8A2A-C648-9E24-CA85C798F6DD}" destId="{180103D0-D7D4-6643-A876-DE9BC8064574}" srcOrd="0" destOrd="0" presId="urn:microsoft.com/office/officeart/2005/8/layout/vList5"/>
    <dgm:cxn modelId="{21A80176-53A6-8648-A782-D17791AFDE60}" type="presOf" srcId="{4589911E-A2B4-2943-BB6B-FC942A66609E}" destId="{4C5F2305-DEC7-E94A-9F41-3DC1E39C222F}" srcOrd="0" destOrd="0" presId="urn:microsoft.com/office/officeart/2005/8/layout/vList5"/>
    <dgm:cxn modelId="{C6338A89-8CBC-0949-9504-BA78AA7FC6C0}" srcId="{62A2CE2F-42C9-5A45-A1ED-1EDC0DCE7C6E}" destId="{4589911E-A2B4-2943-BB6B-FC942A66609E}" srcOrd="0" destOrd="0" parTransId="{3804C333-A528-3D4B-9A04-DA4906C64F4A}" sibTransId="{95FD921D-3BF3-CF4A-93BB-25375E543B8F}"/>
    <dgm:cxn modelId="{39C1E6EC-752C-C741-8610-8A93B6E2F513}" srcId="{862B6871-8A2A-C648-9E24-CA85C798F6DD}" destId="{62A2CE2F-42C9-5A45-A1ED-1EDC0DCE7C6E}" srcOrd="0" destOrd="0" parTransId="{57066B3A-7D50-4542-B470-8DE0BB1DE316}" sibTransId="{017057BA-A489-A64A-A112-B7EE746137BE}"/>
    <dgm:cxn modelId="{0DACE156-9341-DA4F-ADD5-2694F11A34EC}" type="presParOf" srcId="{180103D0-D7D4-6643-A876-DE9BC8064574}" destId="{B54C1BD3-B586-284E-BD71-D12866D8545B}" srcOrd="0" destOrd="0" presId="urn:microsoft.com/office/officeart/2005/8/layout/vList5"/>
    <dgm:cxn modelId="{BF3759C8-9E9B-E448-B1F7-D2885A623872}" type="presParOf" srcId="{B54C1BD3-B586-284E-BD71-D12866D8545B}" destId="{E0A02BEB-33BD-9B4A-8053-C2D8BE496F33}" srcOrd="0" destOrd="0" presId="urn:microsoft.com/office/officeart/2005/8/layout/vList5"/>
    <dgm:cxn modelId="{6DF442E8-0475-3B4E-9D10-80D27F2697FB}" type="presParOf" srcId="{B54C1BD3-B586-284E-BD71-D12866D8545B}" destId="{4C5F2305-DEC7-E94A-9F41-3DC1E39C222F}"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862B6871-8A2A-C648-9E24-CA85C798F6DD}"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62A2CE2F-42C9-5A45-A1ED-1EDC0DCE7C6E}">
      <dgm:prSet custT="1"/>
      <dgm:spPr>
        <a:blipFill>
          <a:blip xmlns:r="http://schemas.openxmlformats.org/officeDocument/2006/relationships" r:embed="rId1"/>
          <a:stretch>
            <a:fillRect/>
          </a:stretch>
        </a:blipFill>
      </dgm:spPr>
      <dgm:t>
        <a:bodyPr/>
        <a:lstStyle/>
        <a:p>
          <a:r>
            <a:rPr lang="en-US">
              <a:noFill/>
            </a:rPr>
            <a:t> </a:t>
          </a:r>
        </a:p>
      </dgm:t>
    </dgm:pt>
    <dgm:pt modelId="{57066B3A-7D50-4542-B470-8DE0BB1DE316}" type="parTrans" cxnId="{39C1E6EC-752C-C741-8610-8A93B6E2F513}">
      <dgm:prSet/>
      <dgm:spPr/>
      <dgm:t>
        <a:bodyPr/>
        <a:lstStyle/>
        <a:p>
          <a:endParaRPr lang="en-US"/>
        </a:p>
      </dgm:t>
    </dgm:pt>
    <dgm:pt modelId="{017057BA-A489-A64A-A112-B7EE746137BE}" type="sibTrans" cxnId="{39C1E6EC-752C-C741-8610-8A93B6E2F513}">
      <dgm:prSet/>
      <dgm:spPr/>
      <dgm:t>
        <a:bodyPr/>
        <a:lstStyle/>
        <a:p>
          <a:endParaRPr lang="en-US"/>
        </a:p>
      </dgm:t>
    </dgm:pt>
    <dgm:pt modelId="{4589911E-A2B4-2943-BB6B-FC942A66609E}">
      <dgm:prSet custT="1"/>
      <dgm:spPr/>
      <dgm:t>
        <a:bodyPr/>
        <a:lstStyle/>
        <a:p>
          <a:pPr>
            <a:buNone/>
          </a:pPr>
          <a:r>
            <a:rPr lang="en-US" sz="3200" dirty="0"/>
            <a:t>The macroscopic cross section</a:t>
          </a:r>
          <a:endParaRPr lang="en-DK" sz="3200" dirty="0"/>
        </a:p>
      </dgm:t>
    </dgm:pt>
    <dgm:pt modelId="{3804C333-A528-3D4B-9A04-DA4906C64F4A}" type="parTrans" cxnId="{C6338A89-8CBC-0949-9504-BA78AA7FC6C0}">
      <dgm:prSet/>
      <dgm:spPr/>
      <dgm:t>
        <a:bodyPr/>
        <a:lstStyle/>
        <a:p>
          <a:endParaRPr lang="en-US"/>
        </a:p>
      </dgm:t>
    </dgm:pt>
    <dgm:pt modelId="{95FD921D-3BF3-CF4A-93BB-25375E543B8F}" type="sibTrans" cxnId="{C6338A89-8CBC-0949-9504-BA78AA7FC6C0}">
      <dgm:prSet/>
      <dgm:spPr/>
      <dgm:t>
        <a:bodyPr/>
        <a:lstStyle/>
        <a:p>
          <a:endParaRPr lang="en-US"/>
        </a:p>
      </dgm:t>
    </dgm:pt>
    <dgm:pt modelId="{180103D0-D7D4-6643-A876-DE9BC8064574}" type="pres">
      <dgm:prSet presAssocID="{862B6871-8A2A-C648-9E24-CA85C798F6DD}" presName="Name0" presStyleCnt="0">
        <dgm:presLayoutVars>
          <dgm:dir/>
          <dgm:animLvl val="lvl"/>
          <dgm:resizeHandles val="exact"/>
        </dgm:presLayoutVars>
      </dgm:prSet>
      <dgm:spPr/>
    </dgm:pt>
    <dgm:pt modelId="{B54C1BD3-B586-284E-BD71-D12866D8545B}" type="pres">
      <dgm:prSet presAssocID="{62A2CE2F-42C9-5A45-A1ED-1EDC0DCE7C6E}" presName="linNode" presStyleCnt="0"/>
      <dgm:spPr/>
    </dgm:pt>
    <dgm:pt modelId="{E0A02BEB-33BD-9B4A-8053-C2D8BE496F33}" type="pres">
      <dgm:prSet presAssocID="{62A2CE2F-42C9-5A45-A1ED-1EDC0DCE7C6E}" presName="parentText" presStyleLbl="node1" presStyleIdx="0" presStyleCnt="1">
        <dgm:presLayoutVars>
          <dgm:chMax val="1"/>
          <dgm:bulletEnabled val="1"/>
        </dgm:presLayoutVars>
      </dgm:prSet>
      <dgm:spPr/>
    </dgm:pt>
    <dgm:pt modelId="{4C5F2305-DEC7-E94A-9F41-3DC1E39C222F}" type="pres">
      <dgm:prSet presAssocID="{62A2CE2F-42C9-5A45-A1ED-1EDC0DCE7C6E}" presName="descendantText" presStyleLbl="alignAccFollowNode1" presStyleIdx="0" presStyleCnt="1">
        <dgm:presLayoutVars>
          <dgm:bulletEnabled val="1"/>
        </dgm:presLayoutVars>
      </dgm:prSet>
      <dgm:spPr/>
    </dgm:pt>
  </dgm:ptLst>
  <dgm:cxnLst>
    <dgm:cxn modelId="{9D655E00-DF33-154B-8EA6-C9CF8948C6DE}" type="presOf" srcId="{62A2CE2F-42C9-5A45-A1ED-1EDC0DCE7C6E}" destId="{E0A02BEB-33BD-9B4A-8053-C2D8BE496F33}" srcOrd="0" destOrd="0" presId="urn:microsoft.com/office/officeart/2005/8/layout/vList5"/>
    <dgm:cxn modelId="{F8DB6066-CF51-F445-8C53-7A1E048FB585}" type="presOf" srcId="{862B6871-8A2A-C648-9E24-CA85C798F6DD}" destId="{180103D0-D7D4-6643-A876-DE9BC8064574}" srcOrd="0" destOrd="0" presId="urn:microsoft.com/office/officeart/2005/8/layout/vList5"/>
    <dgm:cxn modelId="{21A80176-53A6-8648-A782-D17791AFDE60}" type="presOf" srcId="{4589911E-A2B4-2943-BB6B-FC942A66609E}" destId="{4C5F2305-DEC7-E94A-9F41-3DC1E39C222F}" srcOrd="0" destOrd="0" presId="urn:microsoft.com/office/officeart/2005/8/layout/vList5"/>
    <dgm:cxn modelId="{C6338A89-8CBC-0949-9504-BA78AA7FC6C0}" srcId="{62A2CE2F-42C9-5A45-A1ED-1EDC0DCE7C6E}" destId="{4589911E-A2B4-2943-BB6B-FC942A66609E}" srcOrd="0" destOrd="0" parTransId="{3804C333-A528-3D4B-9A04-DA4906C64F4A}" sibTransId="{95FD921D-3BF3-CF4A-93BB-25375E543B8F}"/>
    <dgm:cxn modelId="{39C1E6EC-752C-C741-8610-8A93B6E2F513}" srcId="{862B6871-8A2A-C648-9E24-CA85C798F6DD}" destId="{62A2CE2F-42C9-5A45-A1ED-1EDC0DCE7C6E}" srcOrd="0" destOrd="0" parTransId="{57066B3A-7D50-4542-B470-8DE0BB1DE316}" sibTransId="{017057BA-A489-A64A-A112-B7EE746137BE}"/>
    <dgm:cxn modelId="{0DACE156-9341-DA4F-ADD5-2694F11A34EC}" type="presParOf" srcId="{180103D0-D7D4-6643-A876-DE9BC8064574}" destId="{B54C1BD3-B586-284E-BD71-D12866D8545B}" srcOrd="0" destOrd="0" presId="urn:microsoft.com/office/officeart/2005/8/layout/vList5"/>
    <dgm:cxn modelId="{BF3759C8-9E9B-E448-B1F7-D2885A623872}" type="presParOf" srcId="{B54C1BD3-B586-284E-BD71-D12866D8545B}" destId="{E0A02BEB-33BD-9B4A-8053-C2D8BE496F33}" srcOrd="0" destOrd="0" presId="urn:microsoft.com/office/officeart/2005/8/layout/vList5"/>
    <dgm:cxn modelId="{6DF442E8-0475-3B4E-9D10-80D27F2697FB}" type="presParOf" srcId="{B54C1BD3-B586-284E-BD71-D12866D8545B}" destId="{4C5F2305-DEC7-E94A-9F41-3DC1E39C222F}"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a:t>Intro</a:t>
          </a:r>
          <a:endParaRPr lang="en-US" dirty="0"/>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a:solidFill>
          <a:schemeClr val="accent1">
            <a:lumMod val="60000"/>
            <a:lumOff val="40000"/>
          </a:schemeClr>
        </a:solidFill>
        <a:ln>
          <a:solidFill>
            <a:schemeClr val="tx1"/>
          </a:solidFill>
        </a:ln>
      </dgm:spPr>
      <dgm:t>
        <a:bodyPr/>
        <a:lstStyle/>
        <a:p>
          <a:r>
            <a:rPr lang="en-US" dirty="0">
              <a:solidFill>
                <a:schemeClr val="tx1"/>
              </a:solidFill>
            </a:rPr>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862B6871-8A2A-C648-9E24-CA85C798F6DD}"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62A2CE2F-42C9-5A45-A1ED-1EDC0DCE7C6E}">
          <dgm:prSet custT="1"/>
          <dgm:spPr/>
          <dgm:t>
            <a:bodyPr/>
            <a:lstStyle/>
            <a:p>
              <a:pPr/>
              <a14:m>
                <m:oMathPara xmlns:m="http://schemas.openxmlformats.org/officeDocument/2006/math">
                  <m:oMathParaPr>
                    <m:jc m:val="centerGroup"/>
                  </m:oMathParaPr>
                  <m:oMath xmlns:m="http://schemas.openxmlformats.org/officeDocument/2006/math">
                    <m:sSub>
                      <m:sSubPr>
                        <m:ctrlPr>
                          <a:rPr lang="en-DK" sz="2400" i="1" smtClean="0">
                            <a:latin typeface="Cambria Math" panose="02040503050406030204" pitchFamily="18" charset="0"/>
                          </a:rPr>
                        </m:ctrlPr>
                      </m:sSubPr>
                      <m:e>
                        <m:r>
                          <m:rPr>
                            <m:sty m:val="p"/>
                          </m:rPr>
                          <a:rPr lang="en-DK" sz="2400" i="1">
                            <a:latin typeface="Cambria Math" panose="02040503050406030204" pitchFamily="18" charset="0"/>
                          </a:rPr>
                          <m:t>Σ</m:t>
                        </m:r>
                      </m:e>
                      <m:sub>
                        <m:r>
                          <a:rPr lang="en-DK" sz="2400" i="1">
                            <a:latin typeface="Cambria Math" panose="02040503050406030204" pitchFamily="18" charset="0"/>
                          </a:rPr>
                          <m:t>𝑡</m:t>
                        </m:r>
                      </m:sub>
                    </m:sSub>
                    <m:r>
                      <a:rPr lang="en-DK" sz="2400" i="1">
                        <a:latin typeface="Cambria Math" panose="02040503050406030204" pitchFamily="18" charset="0"/>
                      </a:rPr>
                      <m:t>=</m:t>
                    </m:r>
                    <m:r>
                      <a:rPr lang="en-DK" sz="2400" i="1">
                        <a:latin typeface="Cambria Math" panose="02040503050406030204" pitchFamily="18" charset="0"/>
                      </a:rPr>
                      <m:t>𝑛</m:t>
                    </m:r>
                    <m:sSub>
                      <m:sSubPr>
                        <m:ctrlPr>
                          <a:rPr lang="en-DK" sz="2400" i="1">
                            <a:latin typeface="Cambria Math" panose="02040503050406030204" pitchFamily="18" charset="0"/>
                          </a:rPr>
                        </m:ctrlPr>
                      </m:sSubPr>
                      <m:e>
                        <m:r>
                          <a:rPr lang="en-DK" sz="2400" i="1">
                            <a:latin typeface="Cambria Math" panose="02040503050406030204" pitchFamily="18" charset="0"/>
                          </a:rPr>
                          <m:t>𝜎</m:t>
                        </m:r>
                      </m:e>
                      <m:sub>
                        <m:r>
                          <a:rPr lang="en-DK" sz="2400" i="1">
                            <a:latin typeface="Cambria Math" panose="02040503050406030204" pitchFamily="18" charset="0"/>
                          </a:rPr>
                          <m:t>𝑡</m:t>
                        </m:r>
                      </m:sub>
                    </m:sSub>
                  </m:oMath>
                </m:oMathPara>
              </a14:m>
              <a:endParaRPr lang="en-DK" sz="2400" dirty="0"/>
            </a:p>
          </dgm:t>
        </dgm:pt>
      </mc:Choice>
      <mc:Fallback xmlns="">
        <dgm:pt modelId="{62A2CE2F-42C9-5A45-A1ED-1EDC0DCE7C6E}">
          <dgm:prSet custT="1"/>
          <dgm:spPr/>
          <dgm:t>
            <a:bodyPr/>
            <a:lstStyle/>
            <a:p>
              <a:pPr/>
              <a:r>
                <a:rPr lang="en-DK" sz="2400" i="0">
                  <a:latin typeface="Cambria Math" panose="02040503050406030204" pitchFamily="18" charset="0"/>
                </a:rPr>
                <a:t>Σ_𝑡=𝑛𝜎_𝑡</a:t>
              </a:r>
              <a:endParaRPr lang="en-DK" sz="2400" dirty="0"/>
            </a:p>
          </dgm:t>
        </dgm:pt>
      </mc:Fallback>
    </mc:AlternateContent>
    <dgm:pt modelId="{57066B3A-7D50-4542-B470-8DE0BB1DE316}" type="parTrans" cxnId="{39C1E6EC-752C-C741-8610-8A93B6E2F513}">
      <dgm:prSet/>
      <dgm:spPr/>
      <dgm:t>
        <a:bodyPr/>
        <a:lstStyle/>
        <a:p>
          <a:endParaRPr lang="en-US"/>
        </a:p>
      </dgm:t>
    </dgm:pt>
    <dgm:pt modelId="{017057BA-A489-A64A-A112-B7EE746137BE}" type="sibTrans" cxnId="{39C1E6EC-752C-C741-8610-8A93B6E2F513}">
      <dgm:prSet/>
      <dgm:spPr/>
      <dgm:t>
        <a:bodyPr/>
        <a:lstStyle/>
        <a:p>
          <a:endParaRPr lang="en-US"/>
        </a:p>
      </dgm:t>
    </dgm:pt>
    <dgm:pt modelId="{4589911E-A2B4-2943-BB6B-FC942A66609E}">
      <dgm:prSet custT="1"/>
      <dgm:spPr/>
      <dgm:t>
        <a:bodyPr/>
        <a:lstStyle/>
        <a:p>
          <a:pPr>
            <a:buNone/>
          </a:pPr>
          <a:r>
            <a:rPr lang="en-US" sz="2800" dirty="0"/>
            <a:t>The macroscopic cross section</a:t>
          </a:r>
          <a:endParaRPr lang="en-DK" sz="2800" dirty="0"/>
        </a:p>
      </dgm:t>
    </dgm:pt>
    <dgm:pt modelId="{3804C333-A528-3D4B-9A04-DA4906C64F4A}" type="parTrans" cxnId="{C6338A89-8CBC-0949-9504-BA78AA7FC6C0}">
      <dgm:prSet/>
      <dgm:spPr/>
      <dgm:t>
        <a:bodyPr/>
        <a:lstStyle/>
        <a:p>
          <a:endParaRPr lang="en-US"/>
        </a:p>
      </dgm:t>
    </dgm:pt>
    <dgm:pt modelId="{95FD921D-3BF3-CF4A-93BB-25375E543B8F}" type="sibTrans" cxnId="{C6338A89-8CBC-0949-9504-BA78AA7FC6C0}">
      <dgm:prSet/>
      <dgm:spPr/>
      <dgm:t>
        <a:bodyPr/>
        <a:lstStyle/>
        <a:p>
          <a:endParaRPr lang="en-US"/>
        </a:p>
      </dgm:t>
    </dgm:pt>
    <mc:AlternateContent xmlns:mc="http://schemas.openxmlformats.org/markup-compatibility/2006" xmlns:a14="http://schemas.microsoft.com/office/drawing/2010/main">
      <mc:Choice Requires="a14">
        <dgm:pt modelId="{901CA3BF-2603-3E43-92CE-3E7C8C00FC6F}">
          <dgm:prSet custT="1"/>
          <dgm:spPr/>
          <dgm:t>
            <a:bodyPr/>
            <a:lstStyle/>
            <a:p>
              <a:pPr/>
              <a14:m>
                <m:oMathPara xmlns:m="http://schemas.openxmlformats.org/officeDocument/2006/math">
                  <m:oMathParaPr>
                    <m:jc m:val="centerGroup"/>
                  </m:oMathParaPr>
                  <m:oMath xmlns:m="http://schemas.openxmlformats.org/officeDocument/2006/math">
                    <m:r>
                      <a:rPr lang="en-DK" sz="2400" i="1" smtClean="0">
                        <a:latin typeface="Cambria Math" panose="02040503050406030204" pitchFamily="18" charset="0"/>
                      </a:rPr>
                      <m:t>𝑠</m:t>
                    </m:r>
                    <m:r>
                      <a:rPr lang="en-DK" sz="2400" i="1" smtClean="0">
                        <a:latin typeface="Cambria Math" panose="02040503050406030204" pitchFamily="18" charset="0"/>
                      </a:rPr>
                      <m:t>=−</m:t>
                    </m:r>
                    <m:f>
                      <m:fPr>
                        <m:ctrlPr>
                          <a:rPr lang="en-DK" sz="2400" i="1">
                            <a:latin typeface="Cambria Math" panose="02040503050406030204" pitchFamily="18" charset="0"/>
                          </a:rPr>
                        </m:ctrlPr>
                      </m:fPr>
                      <m:num>
                        <m:func>
                          <m:funcPr>
                            <m:ctrlPr>
                              <a:rPr lang="en-DK" sz="2400" i="1">
                                <a:latin typeface="Cambria Math" panose="02040503050406030204" pitchFamily="18" charset="0"/>
                              </a:rPr>
                            </m:ctrlPr>
                          </m:funcPr>
                          <m:fName>
                            <m:r>
                              <m:rPr>
                                <m:sty m:val="p"/>
                              </m:rPr>
                              <a:rPr lang="en-DK" sz="2400">
                                <a:latin typeface="Cambria Math" panose="02040503050406030204" pitchFamily="18" charset="0"/>
                              </a:rPr>
                              <m:t>ln</m:t>
                            </m:r>
                          </m:fName>
                          <m:e>
                            <m:r>
                              <a:rPr lang="en-DK" sz="2400" i="1">
                                <a:latin typeface="Cambria Math" panose="02040503050406030204" pitchFamily="18" charset="0"/>
                              </a:rPr>
                              <m:t>𝒰</m:t>
                            </m:r>
                          </m:e>
                        </m:func>
                      </m:num>
                      <m:den>
                        <m:sSub>
                          <m:sSubPr>
                            <m:ctrlPr>
                              <a:rPr lang="en-DK" sz="2400" i="1">
                                <a:latin typeface="Cambria Math" panose="02040503050406030204" pitchFamily="18" charset="0"/>
                              </a:rPr>
                            </m:ctrlPr>
                          </m:sSubPr>
                          <m:e>
                            <m:r>
                              <m:rPr>
                                <m:sty m:val="p"/>
                              </m:rPr>
                              <a:rPr lang="en-DK" sz="2400" i="1">
                                <a:latin typeface="Cambria Math" panose="02040503050406030204" pitchFamily="18" charset="0"/>
                              </a:rPr>
                              <m:t>Σ</m:t>
                            </m:r>
                          </m:e>
                          <m:sub>
                            <m:r>
                              <a:rPr lang="en-DK" sz="2400" i="1">
                                <a:latin typeface="Cambria Math" panose="02040503050406030204" pitchFamily="18" charset="0"/>
                              </a:rPr>
                              <m:t>𝑡</m:t>
                            </m:r>
                          </m:sub>
                        </m:sSub>
                      </m:den>
                    </m:f>
                    <m:r>
                      <a:rPr lang="da-DK" sz="2400" b="0" i="1" smtClean="0">
                        <a:latin typeface="Cambria Math" panose="02040503050406030204" pitchFamily="18" charset="0"/>
                      </a:rPr>
                      <m:t>,  </m:t>
                    </m:r>
                    <m:r>
                      <a:rPr lang="da-DK" sz="2400" b="0" i="1" smtClean="0">
                        <a:latin typeface="Cambria Math" panose="02040503050406030204" pitchFamily="18" charset="0"/>
                        <a:ea typeface="Cambria Math" panose="02040503050406030204" pitchFamily="18" charset="0"/>
                      </a:rPr>
                      <m:t>𝒰</m:t>
                    </m:r>
                    <m:r>
                      <a:rPr lang="da-DK" sz="2400" b="0" i="1" smtClean="0">
                        <a:latin typeface="Cambria Math" panose="02040503050406030204" pitchFamily="18" charset="0"/>
                        <a:ea typeface="Cambria Math" panose="02040503050406030204" pitchFamily="18" charset="0"/>
                      </a:rPr>
                      <m:t>∈(0,1]</m:t>
                    </m:r>
                  </m:oMath>
                </m:oMathPara>
              </a14:m>
              <a:endParaRPr lang="en-DK" sz="2400" dirty="0"/>
            </a:p>
          </dgm:t>
        </dgm:pt>
      </mc:Choice>
      <mc:Fallback xmlns="">
        <dgm:pt modelId="{901CA3BF-2603-3E43-92CE-3E7C8C00FC6F}">
          <dgm:prSet custT="1"/>
          <dgm:spPr/>
          <dgm:t>
            <a:bodyPr/>
            <a:lstStyle/>
            <a:p>
              <a:pPr/>
              <a:r>
                <a:rPr lang="en-DK" sz="2400" i="0">
                  <a:latin typeface="Cambria Math" panose="02040503050406030204" pitchFamily="18" charset="0"/>
                </a:rPr>
                <a:t>𝑠=−ln⁡𝒰/Σ_𝑡 </a:t>
              </a:r>
              <a:r>
                <a:rPr lang="da-DK" sz="2400" b="0" i="0">
                  <a:latin typeface="Cambria Math" panose="02040503050406030204" pitchFamily="18" charset="0"/>
                </a:rPr>
                <a:t>,  </a:t>
              </a:r>
              <a:r>
                <a:rPr lang="da-DK" sz="2400" b="0" i="0">
                  <a:latin typeface="Cambria Math" panose="02040503050406030204" pitchFamily="18" charset="0"/>
                  <a:ea typeface="Cambria Math" panose="02040503050406030204" pitchFamily="18" charset="0"/>
                </a:rPr>
                <a:t>𝒰∈(0,1]</a:t>
              </a:r>
              <a:endParaRPr lang="en-DK" sz="2400" dirty="0"/>
            </a:p>
          </dgm:t>
        </dgm:pt>
      </mc:Fallback>
    </mc:AlternateContent>
    <dgm:pt modelId="{3D3090F6-30D5-3344-B37D-C213E25419AA}" type="parTrans" cxnId="{6A10EB4D-9D43-AD46-8F00-8ED0090FC65D}">
      <dgm:prSet/>
      <dgm:spPr/>
      <dgm:t>
        <a:bodyPr/>
        <a:lstStyle/>
        <a:p>
          <a:endParaRPr lang="en-US"/>
        </a:p>
      </dgm:t>
    </dgm:pt>
    <dgm:pt modelId="{AC170D79-1731-1C46-892A-D41F7711D8FA}" type="sibTrans" cxnId="{6A10EB4D-9D43-AD46-8F00-8ED0090FC65D}">
      <dgm:prSet/>
      <dgm:spPr/>
      <dgm:t>
        <a:bodyPr/>
        <a:lstStyle/>
        <a:p>
          <a:endParaRPr lang="en-US"/>
        </a:p>
      </dgm:t>
    </dgm:pt>
    <dgm:pt modelId="{F8D9421B-8CB4-2B41-AB9A-693E1033C552}">
      <dgm:prSet custT="1"/>
      <dgm:spPr/>
      <dgm:t>
        <a:bodyPr/>
        <a:lstStyle/>
        <a:p>
          <a:pPr>
            <a:buNone/>
          </a:pPr>
          <a:r>
            <a:rPr lang="en-DK" sz="2800" dirty="0"/>
            <a:t>Sampled free-flight distance</a:t>
          </a:r>
        </a:p>
      </dgm:t>
    </dgm:pt>
    <dgm:pt modelId="{E7D0CEC9-A18E-4E4F-8B65-775F185CF588}" type="sibTrans" cxnId="{5A7324A7-D04F-A245-9022-F7C87D319816}">
      <dgm:prSet/>
      <dgm:spPr/>
      <dgm:t>
        <a:bodyPr/>
        <a:lstStyle/>
        <a:p>
          <a:endParaRPr lang="en-US"/>
        </a:p>
      </dgm:t>
    </dgm:pt>
    <dgm:pt modelId="{ADB77184-1EE6-A440-84C8-FECEA638B7F0}" type="parTrans" cxnId="{5A7324A7-D04F-A245-9022-F7C87D319816}">
      <dgm:prSet/>
      <dgm:spPr/>
      <dgm:t>
        <a:bodyPr/>
        <a:lstStyle/>
        <a:p>
          <a:endParaRPr lang="en-US"/>
        </a:p>
      </dgm:t>
    </dgm:pt>
    <dgm:pt modelId="{180103D0-D7D4-6643-A876-DE9BC8064574}" type="pres">
      <dgm:prSet presAssocID="{862B6871-8A2A-C648-9E24-CA85C798F6DD}" presName="Name0" presStyleCnt="0">
        <dgm:presLayoutVars>
          <dgm:dir/>
          <dgm:animLvl val="lvl"/>
          <dgm:resizeHandles val="exact"/>
        </dgm:presLayoutVars>
      </dgm:prSet>
      <dgm:spPr/>
    </dgm:pt>
    <dgm:pt modelId="{B54C1BD3-B586-284E-BD71-D12866D8545B}" type="pres">
      <dgm:prSet presAssocID="{62A2CE2F-42C9-5A45-A1ED-1EDC0DCE7C6E}" presName="linNode" presStyleCnt="0"/>
      <dgm:spPr/>
    </dgm:pt>
    <dgm:pt modelId="{E0A02BEB-33BD-9B4A-8053-C2D8BE496F33}" type="pres">
      <dgm:prSet presAssocID="{62A2CE2F-42C9-5A45-A1ED-1EDC0DCE7C6E}" presName="parentText" presStyleLbl="node1" presStyleIdx="0" presStyleCnt="2">
        <dgm:presLayoutVars>
          <dgm:chMax val="1"/>
          <dgm:bulletEnabled val="1"/>
        </dgm:presLayoutVars>
      </dgm:prSet>
      <dgm:spPr/>
    </dgm:pt>
    <dgm:pt modelId="{4C5F2305-DEC7-E94A-9F41-3DC1E39C222F}" type="pres">
      <dgm:prSet presAssocID="{62A2CE2F-42C9-5A45-A1ED-1EDC0DCE7C6E}" presName="descendantText" presStyleLbl="alignAccFollowNode1" presStyleIdx="0" presStyleCnt="2">
        <dgm:presLayoutVars>
          <dgm:bulletEnabled val="1"/>
        </dgm:presLayoutVars>
      </dgm:prSet>
      <dgm:spPr/>
    </dgm:pt>
    <dgm:pt modelId="{54EE65AC-6E95-FA4A-938A-AC93D218560A}" type="pres">
      <dgm:prSet presAssocID="{017057BA-A489-A64A-A112-B7EE746137BE}" presName="sp" presStyleCnt="0"/>
      <dgm:spPr/>
    </dgm:pt>
    <dgm:pt modelId="{D8FA22F7-7B16-2F4A-96ED-91E6BBC6B937}" type="pres">
      <dgm:prSet presAssocID="{901CA3BF-2603-3E43-92CE-3E7C8C00FC6F}" presName="linNode" presStyleCnt="0"/>
      <dgm:spPr/>
    </dgm:pt>
    <dgm:pt modelId="{A6EC7314-7CD6-674C-9233-932F91AB28F4}" type="pres">
      <dgm:prSet presAssocID="{901CA3BF-2603-3E43-92CE-3E7C8C00FC6F}" presName="parentText" presStyleLbl="node1" presStyleIdx="1" presStyleCnt="2">
        <dgm:presLayoutVars>
          <dgm:chMax val="1"/>
          <dgm:bulletEnabled val="1"/>
        </dgm:presLayoutVars>
      </dgm:prSet>
      <dgm:spPr/>
    </dgm:pt>
    <dgm:pt modelId="{35BA1301-0431-3242-AEC8-DADC638DF515}" type="pres">
      <dgm:prSet presAssocID="{901CA3BF-2603-3E43-92CE-3E7C8C00FC6F}" presName="descendantText" presStyleLbl="alignAccFollowNode1" presStyleIdx="1" presStyleCnt="2">
        <dgm:presLayoutVars>
          <dgm:bulletEnabled val="1"/>
        </dgm:presLayoutVars>
      </dgm:prSet>
      <dgm:spPr/>
    </dgm:pt>
  </dgm:ptLst>
  <dgm:cxnLst>
    <dgm:cxn modelId="{9D655E00-DF33-154B-8EA6-C9CF8948C6DE}" type="presOf" srcId="{62A2CE2F-42C9-5A45-A1ED-1EDC0DCE7C6E}" destId="{E0A02BEB-33BD-9B4A-8053-C2D8BE496F33}" srcOrd="0" destOrd="0" presId="urn:microsoft.com/office/officeart/2005/8/layout/vList5"/>
    <dgm:cxn modelId="{17C41D06-3266-884E-A34C-F9082756215A}" type="presOf" srcId="{901CA3BF-2603-3E43-92CE-3E7C8C00FC6F}" destId="{A6EC7314-7CD6-674C-9233-932F91AB28F4}" srcOrd="0" destOrd="0" presId="urn:microsoft.com/office/officeart/2005/8/layout/vList5"/>
    <dgm:cxn modelId="{D053E417-7DA0-3546-86E5-67327329A92E}" type="presOf" srcId="{F8D9421B-8CB4-2B41-AB9A-693E1033C552}" destId="{35BA1301-0431-3242-AEC8-DADC638DF515}" srcOrd="0" destOrd="0" presId="urn:microsoft.com/office/officeart/2005/8/layout/vList5"/>
    <dgm:cxn modelId="{6A10EB4D-9D43-AD46-8F00-8ED0090FC65D}" srcId="{862B6871-8A2A-C648-9E24-CA85C798F6DD}" destId="{901CA3BF-2603-3E43-92CE-3E7C8C00FC6F}" srcOrd="1" destOrd="0" parTransId="{3D3090F6-30D5-3344-B37D-C213E25419AA}" sibTransId="{AC170D79-1731-1C46-892A-D41F7711D8FA}"/>
    <dgm:cxn modelId="{F8DB6066-CF51-F445-8C53-7A1E048FB585}" type="presOf" srcId="{862B6871-8A2A-C648-9E24-CA85C798F6DD}" destId="{180103D0-D7D4-6643-A876-DE9BC8064574}" srcOrd="0" destOrd="0" presId="urn:microsoft.com/office/officeart/2005/8/layout/vList5"/>
    <dgm:cxn modelId="{21A80176-53A6-8648-A782-D17791AFDE60}" type="presOf" srcId="{4589911E-A2B4-2943-BB6B-FC942A66609E}" destId="{4C5F2305-DEC7-E94A-9F41-3DC1E39C222F}" srcOrd="0" destOrd="0" presId="urn:microsoft.com/office/officeart/2005/8/layout/vList5"/>
    <dgm:cxn modelId="{C6338A89-8CBC-0949-9504-BA78AA7FC6C0}" srcId="{62A2CE2F-42C9-5A45-A1ED-1EDC0DCE7C6E}" destId="{4589911E-A2B4-2943-BB6B-FC942A66609E}" srcOrd="0" destOrd="0" parTransId="{3804C333-A528-3D4B-9A04-DA4906C64F4A}" sibTransId="{95FD921D-3BF3-CF4A-93BB-25375E543B8F}"/>
    <dgm:cxn modelId="{5A7324A7-D04F-A245-9022-F7C87D319816}" srcId="{901CA3BF-2603-3E43-92CE-3E7C8C00FC6F}" destId="{F8D9421B-8CB4-2B41-AB9A-693E1033C552}" srcOrd="0" destOrd="0" parTransId="{ADB77184-1EE6-A440-84C8-FECEA638B7F0}" sibTransId="{E7D0CEC9-A18E-4E4F-8B65-775F185CF588}"/>
    <dgm:cxn modelId="{39C1E6EC-752C-C741-8610-8A93B6E2F513}" srcId="{862B6871-8A2A-C648-9E24-CA85C798F6DD}" destId="{62A2CE2F-42C9-5A45-A1ED-1EDC0DCE7C6E}" srcOrd="0" destOrd="0" parTransId="{57066B3A-7D50-4542-B470-8DE0BB1DE316}" sibTransId="{017057BA-A489-A64A-A112-B7EE746137BE}"/>
    <dgm:cxn modelId="{0DACE156-9341-DA4F-ADD5-2694F11A34EC}" type="presParOf" srcId="{180103D0-D7D4-6643-A876-DE9BC8064574}" destId="{B54C1BD3-B586-284E-BD71-D12866D8545B}" srcOrd="0" destOrd="0" presId="urn:microsoft.com/office/officeart/2005/8/layout/vList5"/>
    <dgm:cxn modelId="{BF3759C8-9E9B-E448-B1F7-D2885A623872}" type="presParOf" srcId="{B54C1BD3-B586-284E-BD71-D12866D8545B}" destId="{E0A02BEB-33BD-9B4A-8053-C2D8BE496F33}" srcOrd="0" destOrd="0" presId="urn:microsoft.com/office/officeart/2005/8/layout/vList5"/>
    <dgm:cxn modelId="{6DF442E8-0475-3B4E-9D10-80D27F2697FB}" type="presParOf" srcId="{B54C1BD3-B586-284E-BD71-D12866D8545B}" destId="{4C5F2305-DEC7-E94A-9F41-3DC1E39C222F}" srcOrd="1" destOrd="0" presId="urn:microsoft.com/office/officeart/2005/8/layout/vList5"/>
    <dgm:cxn modelId="{9DA1B3C0-6A2E-7647-AC1D-F6D2ACE25536}" type="presParOf" srcId="{180103D0-D7D4-6643-A876-DE9BC8064574}" destId="{54EE65AC-6E95-FA4A-938A-AC93D218560A}" srcOrd="1" destOrd="0" presId="urn:microsoft.com/office/officeart/2005/8/layout/vList5"/>
    <dgm:cxn modelId="{2C3A29D0-BE82-514B-91D1-24FB8527F164}" type="presParOf" srcId="{180103D0-D7D4-6643-A876-DE9BC8064574}" destId="{D8FA22F7-7B16-2F4A-96ED-91E6BBC6B937}" srcOrd="2" destOrd="0" presId="urn:microsoft.com/office/officeart/2005/8/layout/vList5"/>
    <dgm:cxn modelId="{46E0CBF0-27FC-2948-B9BD-6F4CB6D496D7}" type="presParOf" srcId="{D8FA22F7-7B16-2F4A-96ED-91E6BBC6B937}" destId="{A6EC7314-7CD6-674C-9233-932F91AB28F4}" srcOrd="0" destOrd="0" presId="urn:microsoft.com/office/officeart/2005/8/layout/vList5"/>
    <dgm:cxn modelId="{787F7712-7063-5E4C-943C-1A93B50D5B80}" type="presParOf" srcId="{D8FA22F7-7B16-2F4A-96ED-91E6BBC6B937}" destId="{35BA1301-0431-3242-AEC8-DADC638DF51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862B6871-8A2A-C648-9E24-CA85C798F6DD}"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62A2CE2F-42C9-5A45-A1ED-1EDC0DCE7C6E}">
      <dgm:prSet custT="1"/>
      <dgm:spPr>
        <a:blipFill>
          <a:blip xmlns:r="http://schemas.openxmlformats.org/officeDocument/2006/relationships" r:embed="rId1"/>
          <a:stretch>
            <a:fillRect/>
          </a:stretch>
        </a:blipFill>
      </dgm:spPr>
      <dgm:t>
        <a:bodyPr/>
        <a:lstStyle/>
        <a:p>
          <a:r>
            <a:rPr lang="en-US">
              <a:noFill/>
            </a:rPr>
            <a:t> </a:t>
          </a:r>
        </a:p>
      </dgm:t>
    </dgm:pt>
    <dgm:pt modelId="{57066B3A-7D50-4542-B470-8DE0BB1DE316}" type="parTrans" cxnId="{39C1E6EC-752C-C741-8610-8A93B6E2F513}">
      <dgm:prSet/>
      <dgm:spPr/>
      <dgm:t>
        <a:bodyPr/>
        <a:lstStyle/>
        <a:p>
          <a:endParaRPr lang="en-US"/>
        </a:p>
      </dgm:t>
    </dgm:pt>
    <dgm:pt modelId="{017057BA-A489-A64A-A112-B7EE746137BE}" type="sibTrans" cxnId="{39C1E6EC-752C-C741-8610-8A93B6E2F513}">
      <dgm:prSet/>
      <dgm:spPr/>
      <dgm:t>
        <a:bodyPr/>
        <a:lstStyle/>
        <a:p>
          <a:endParaRPr lang="en-US"/>
        </a:p>
      </dgm:t>
    </dgm:pt>
    <dgm:pt modelId="{4589911E-A2B4-2943-BB6B-FC942A66609E}">
      <dgm:prSet custT="1"/>
      <dgm:spPr/>
      <dgm:t>
        <a:bodyPr/>
        <a:lstStyle/>
        <a:p>
          <a:pPr>
            <a:buNone/>
          </a:pPr>
          <a:r>
            <a:rPr lang="en-US" sz="2800" dirty="0"/>
            <a:t>The macroscopic cross section</a:t>
          </a:r>
          <a:endParaRPr lang="en-DK" sz="2800" dirty="0"/>
        </a:p>
      </dgm:t>
    </dgm:pt>
    <dgm:pt modelId="{3804C333-A528-3D4B-9A04-DA4906C64F4A}" type="parTrans" cxnId="{C6338A89-8CBC-0949-9504-BA78AA7FC6C0}">
      <dgm:prSet/>
      <dgm:spPr/>
      <dgm:t>
        <a:bodyPr/>
        <a:lstStyle/>
        <a:p>
          <a:endParaRPr lang="en-US"/>
        </a:p>
      </dgm:t>
    </dgm:pt>
    <dgm:pt modelId="{95FD921D-3BF3-CF4A-93BB-25375E543B8F}" type="sibTrans" cxnId="{C6338A89-8CBC-0949-9504-BA78AA7FC6C0}">
      <dgm:prSet/>
      <dgm:spPr/>
      <dgm:t>
        <a:bodyPr/>
        <a:lstStyle/>
        <a:p>
          <a:endParaRPr lang="en-US"/>
        </a:p>
      </dgm:t>
    </dgm:pt>
    <dgm:pt modelId="{901CA3BF-2603-3E43-92CE-3E7C8C00FC6F}">
      <dgm:prSet custT="1"/>
      <dgm:spPr>
        <a:blipFill>
          <a:blip xmlns:r="http://schemas.openxmlformats.org/officeDocument/2006/relationships" r:embed="rId2"/>
          <a:stretch>
            <a:fillRect/>
          </a:stretch>
        </a:blipFill>
      </dgm:spPr>
      <dgm:t>
        <a:bodyPr/>
        <a:lstStyle/>
        <a:p>
          <a:r>
            <a:rPr lang="en-US">
              <a:noFill/>
            </a:rPr>
            <a:t> </a:t>
          </a:r>
        </a:p>
      </dgm:t>
    </dgm:pt>
    <dgm:pt modelId="{3D3090F6-30D5-3344-B37D-C213E25419AA}" type="parTrans" cxnId="{6A10EB4D-9D43-AD46-8F00-8ED0090FC65D}">
      <dgm:prSet/>
      <dgm:spPr/>
      <dgm:t>
        <a:bodyPr/>
        <a:lstStyle/>
        <a:p>
          <a:endParaRPr lang="en-US"/>
        </a:p>
      </dgm:t>
    </dgm:pt>
    <dgm:pt modelId="{AC170D79-1731-1C46-892A-D41F7711D8FA}" type="sibTrans" cxnId="{6A10EB4D-9D43-AD46-8F00-8ED0090FC65D}">
      <dgm:prSet/>
      <dgm:spPr/>
      <dgm:t>
        <a:bodyPr/>
        <a:lstStyle/>
        <a:p>
          <a:endParaRPr lang="en-US"/>
        </a:p>
      </dgm:t>
    </dgm:pt>
    <dgm:pt modelId="{F8D9421B-8CB4-2B41-AB9A-693E1033C552}">
      <dgm:prSet custT="1"/>
      <dgm:spPr/>
      <dgm:t>
        <a:bodyPr/>
        <a:lstStyle/>
        <a:p>
          <a:pPr>
            <a:buNone/>
          </a:pPr>
          <a:r>
            <a:rPr lang="en-DK" sz="2800" dirty="0"/>
            <a:t>Sampled free-flight distance</a:t>
          </a:r>
        </a:p>
      </dgm:t>
    </dgm:pt>
    <dgm:pt modelId="{E7D0CEC9-A18E-4E4F-8B65-775F185CF588}" type="sibTrans" cxnId="{5A7324A7-D04F-A245-9022-F7C87D319816}">
      <dgm:prSet/>
      <dgm:spPr/>
      <dgm:t>
        <a:bodyPr/>
        <a:lstStyle/>
        <a:p>
          <a:endParaRPr lang="en-US"/>
        </a:p>
      </dgm:t>
    </dgm:pt>
    <dgm:pt modelId="{ADB77184-1EE6-A440-84C8-FECEA638B7F0}" type="parTrans" cxnId="{5A7324A7-D04F-A245-9022-F7C87D319816}">
      <dgm:prSet/>
      <dgm:spPr/>
      <dgm:t>
        <a:bodyPr/>
        <a:lstStyle/>
        <a:p>
          <a:endParaRPr lang="en-US"/>
        </a:p>
      </dgm:t>
    </dgm:pt>
    <dgm:pt modelId="{180103D0-D7D4-6643-A876-DE9BC8064574}" type="pres">
      <dgm:prSet presAssocID="{862B6871-8A2A-C648-9E24-CA85C798F6DD}" presName="Name0" presStyleCnt="0">
        <dgm:presLayoutVars>
          <dgm:dir/>
          <dgm:animLvl val="lvl"/>
          <dgm:resizeHandles val="exact"/>
        </dgm:presLayoutVars>
      </dgm:prSet>
      <dgm:spPr/>
    </dgm:pt>
    <dgm:pt modelId="{B54C1BD3-B586-284E-BD71-D12866D8545B}" type="pres">
      <dgm:prSet presAssocID="{62A2CE2F-42C9-5A45-A1ED-1EDC0DCE7C6E}" presName="linNode" presStyleCnt="0"/>
      <dgm:spPr/>
    </dgm:pt>
    <dgm:pt modelId="{E0A02BEB-33BD-9B4A-8053-C2D8BE496F33}" type="pres">
      <dgm:prSet presAssocID="{62A2CE2F-42C9-5A45-A1ED-1EDC0DCE7C6E}" presName="parentText" presStyleLbl="node1" presStyleIdx="0" presStyleCnt="2">
        <dgm:presLayoutVars>
          <dgm:chMax val="1"/>
          <dgm:bulletEnabled val="1"/>
        </dgm:presLayoutVars>
      </dgm:prSet>
      <dgm:spPr/>
    </dgm:pt>
    <dgm:pt modelId="{4C5F2305-DEC7-E94A-9F41-3DC1E39C222F}" type="pres">
      <dgm:prSet presAssocID="{62A2CE2F-42C9-5A45-A1ED-1EDC0DCE7C6E}" presName="descendantText" presStyleLbl="alignAccFollowNode1" presStyleIdx="0" presStyleCnt="2">
        <dgm:presLayoutVars>
          <dgm:bulletEnabled val="1"/>
        </dgm:presLayoutVars>
      </dgm:prSet>
      <dgm:spPr/>
    </dgm:pt>
    <dgm:pt modelId="{54EE65AC-6E95-FA4A-938A-AC93D218560A}" type="pres">
      <dgm:prSet presAssocID="{017057BA-A489-A64A-A112-B7EE746137BE}" presName="sp" presStyleCnt="0"/>
      <dgm:spPr/>
    </dgm:pt>
    <dgm:pt modelId="{D8FA22F7-7B16-2F4A-96ED-91E6BBC6B937}" type="pres">
      <dgm:prSet presAssocID="{901CA3BF-2603-3E43-92CE-3E7C8C00FC6F}" presName="linNode" presStyleCnt="0"/>
      <dgm:spPr/>
    </dgm:pt>
    <dgm:pt modelId="{A6EC7314-7CD6-674C-9233-932F91AB28F4}" type="pres">
      <dgm:prSet presAssocID="{901CA3BF-2603-3E43-92CE-3E7C8C00FC6F}" presName="parentText" presStyleLbl="node1" presStyleIdx="1" presStyleCnt="2">
        <dgm:presLayoutVars>
          <dgm:chMax val="1"/>
          <dgm:bulletEnabled val="1"/>
        </dgm:presLayoutVars>
      </dgm:prSet>
      <dgm:spPr/>
    </dgm:pt>
    <dgm:pt modelId="{35BA1301-0431-3242-AEC8-DADC638DF515}" type="pres">
      <dgm:prSet presAssocID="{901CA3BF-2603-3E43-92CE-3E7C8C00FC6F}" presName="descendantText" presStyleLbl="alignAccFollowNode1" presStyleIdx="1" presStyleCnt="2">
        <dgm:presLayoutVars>
          <dgm:bulletEnabled val="1"/>
        </dgm:presLayoutVars>
      </dgm:prSet>
      <dgm:spPr/>
    </dgm:pt>
  </dgm:ptLst>
  <dgm:cxnLst>
    <dgm:cxn modelId="{9D655E00-DF33-154B-8EA6-C9CF8948C6DE}" type="presOf" srcId="{62A2CE2F-42C9-5A45-A1ED-1EDC0DCE7C6E}" destId="{E0A02BEB-33BD-9B4A-8053-C2D8BE496F33}" srcOrd="0" destOrd="0" presId="urn:microsoft.com/office/officeart/2005/8/layout/vList5"/>
    <dgm:cxn modelId="{17C41D06-3266-884E-A34C-F9082756215A}" type="presOf" srcId="{901CA3BF-2603-3E43-92CE-3E7C8C00FC6F}" destId="{A6EC7314-7CD6-674C-9233-932F91AB28F4}" srcOrd="0" destOrd="0" presId="urn:microsoft.com/office/officeart/2005/8/layout/vList5"/>
    <dgm:cxn modelId="{D053E417-7DA0-3546-86E5-67327329A92E}" type="presOf" srcId="{F8D9421B-8CB4-2B41-AB9A-693E1033C552}" destId="{35BA1301-0431-3242-AEC8-DADC638DF515}" srcOrd="0" destOrd="0" presId="urn:microsoft.com/office/officeart/2005/8/layout/vList5"/>
    <dgm:cxn modelId="{6A10EB4D-9D43-AD46-8F00-8ED0090FC65D}" srcId="{862B6871-8A2A-C648-9E24-CA85C798F6DD}" destId="{901CA3BF-2603-3E43-92CE-3E7C8C00FC6F}" srcOrd="1" destOrd="0" parTransId="{3D3090F6-30D5-3344-B37D-C213E25419AA}" sibTransId="{AC170D79-1731-1C46-892A-D41F7711D8FA}"/>
    <dgm:cxn modelId="{F8DB6066-CF51-F445-8C53-7A1E048FB585}" type="presOf" srcId="{862B6871-8A2A-C648-9E24-CA85C798F6DD}" destId="{180103D0-D7D4-6643-A876-DE9BC8064574}" srcOrd="0" destOrd="0" presId="urn:microsoft.com/office/officeart/2005/8/layout/vList5"/>
    <dgm:cxn modelId="{21A80176-53A6-8648-A782-D17791AFDE60}" type="presOf" srcId="{4589911E-A2B4-2943-BB6B-FC942A66609E}" destId="{4C5F2305-DEC7-E94A-9F41-3DC1E39C222F}" srcOrd="0" destOrd="0" presId="urn:microsoft.com/office/officeart/2005/8/layout/vList5"/>
    <dgm:cxn modelId="{C6338A89-8CBC-0949-9504-BA78AA7FC6C0}" srcId="{62A2CE2F-42C9-5A45-A1ED-1EDC0DCE7C6E}" destId="{4589911E-A2B4-2943-BB6B-FC942A66609E}" srcOrd="0" destOrd="0" parTransId="{3804C333-A528-3D4B-9A04-DA4906C64F4A}" sibTransId="{95FD921D-3BF3-CF4A-93BB-25375E543B8F}"/>
    <dgm:cxn modelId="{5A7324A7-D04F-A245-9022-F7C87D319816}" srcId="{901CA3BF-2603-3E43-92CE-3E7C8C00FC6F}" destId="{F8D9421B-8CB4-2B41-AB9A-693E1033C552}" srcOrd="0" destOrd="0" parTransId="{ADB77184-1EE6-A440-84C8-FECEA638B7F0}" sibTransId="{E7D0CEC9-A18E-4E4F-8B65-775F185CF588}"/>
    <dgm:cxn modelId="{39C1E6EC-752C-C741-8610-8A93B6E2F513}" srcId="{862B6871-8A2A-C648-9E24-CA85C798F6DD}" destId="{62A2CE2F-42C9-5A45-A1ED-1EDC0DCE7C6E}" srcOrd="0" destOrd="0" parTransId="{57066B3A-7D50-4542-B470-8DE0BB1DE316}" sibTransId="{017057BA-A489-A64A-A112-B7EE746137BE}"/>
    <dgm:cxn modelId="{0DACE156-9341-DA4F-ADD5-2694F11A34EC}" type="presParOf" srcId="{180103D0-D7D4-6643-A876-DE9BC8064574}" destId="{B54C1BD3-B586-284E-BD71-D12866D8545B}" srcOrd="0" destOrd="0" presId="urn:microsoft.com/office/officeart/2005/8/layout/vList5"/>
    <dgm:cxn modelId="{BF3759C8-9E9B-E448-B1F7-D2885A623872}" type="presParOf" srcId="{B54C1BD3-B586-284E-BD71-D12866D8545B}" destId="{E0A02BEB-33BD-9B4A-8053-C2D8BE496F33}" srcOrd="0" destOrd="0" presId="urn:microsoft.com/office/officeart/2005/8/layout/vList5"/>
    <dgm:cxn modelId="{6DF442E8-0475-3B4E-9D10-80D27F2697FB}" type="presParOf" srcId="{B54C1BD3-B586-284E-BD71-D12866D8545B}" destId="{4C5F2305-DEC7-E94A-9F41-3DC1E39C222F}" srcOrd="1" destOrd="0" presId="urn:microsoft.com/office/officeart/2005/8/layout/vList5"/>
    <dgm:cxn modelId="{9DA1B3C0-6A2E-7647-AC1D-F6D2ACE25536}" type="presParOf" srcId="{180103D0-D7D4-6643-A876-DE9BC8064574}" destId="{54EE65AC-6E95-FA4A-938A-AC93D218560A}" srcOrd="1" destOrd="0" presId="urn:microsoft.com/office/officeart/2005/8/layout/vList5"/>
    <dgm:cxn modelId="{2C3A29D0-BE82-514B-91D1-24FB8527F164}" type="presParOf" srcId="{180103D0-D7D4-6643-A876-DE9BC8064574}" destId="{D8FA22F7-7B16-2F4A-96ED-91E6BBC6B937}" srcOrd="2" destOrd="0" presId="urn:microsoft.com/office/officeart/2005/8/layout/vList5"/>
    <dgm:cxn modelId="{46E0CBF0-27FC-2948-B9BD-6F4CB6D496D7}" type="presParOf" srcId="{D8FA22F7-7B16-2F4A-96ED-91E6BBC6B937}" destId="{A6EC7314-7CD6-674C-9233-932F91AB28F4}" srcOrd="0" destOrd="0" presId="urn:microsoft.com/office/officeart/2005/8/layout/vList5"/>
    <dgm:cxn modelId="{787F7712-7063-5E4C-943C-1A93B50D5B80}" type="presParOf" srcId="{D8FA22F7-7B16-2F4A-96ED-91E6BBC6B937}" destId="{35BA1301-0431-3242-AEC8-DADC638DF51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a:t>Intro</a:t>
          </a:r>
          <a:endParaRPr lang="en-US" dirty="0"/>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a:solidFill>
          <a:schemeClr val="accent1">
            <a:lumMod val="60000"/>
            <a:lumOff val="40000"/>
          </a:schemeClr>
        </a:solidFill>
        <a:ln>
          <a:solidFill>
            <a:schemeClr val="tx1"/>
          </a:solidFill>
        </a:ln>
      </dgm:spPr>
      <dgm:t>
        <a:bodyPr/>
        <a:lstStyle/>
        <a:p>
          <a:r>
            <a:rPr lang="en-US" dirty="0">
              <a:solidFill>
                <a:schemeClr val="tx1"/>
              </a:solidFill>
            </a:rPr>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862B6871-8A2A-C648-9E24-CA85C798F6DD}"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62A2CE2F-42C9-5A45-A1ED-1EDC0DCE7C6E}">
          <dgm:prSet custT="1"/>
          <dgm:spPr/>
          <dgm:t>
            <a:bodyPr/>
            <a:lstStyle/>
            <a:p>
              <a:pPr/>
              <a14:m>
                <m:oMathPara xmlns:m="http://schemas.openxmlformats.org/officeDocument/2006/math">
                  <m:oMathParaPr>
                    <m:jc m:val="centerGroup"/>
                  </m:oMathParaPr>
                  <m:oMath xmlns:m="http://schemas.openxmlformats.org/officeDocument/2006/math">
                    <m:sSub>
                      <m:sSubPr>
                        <m:ctrlPr>
                          <a:rPr lang="en-DK" sz="2000" i="1" smtClean="0">
                            <a:latin typeface="Cambria Math" panose="02040503050406030204" pitchFamily="18" charset="0"/>
                          </a:rPr>
                        </m:ctrlPr>
                      </m:sSubPr>
                      <m:e>
                        <m:r>
                          <m:rPr>
                            <m:sty m:val="p"/>
                          </m:rPr>
                          <a:rPr lang="en-DK" sz="2000" i="1">
                            <a:latin typeface="Cambria Math" panose="02040503050406030204" pitchFamily="18" charset="0"/>
                          </a:rPr>
                          <m:t>Σ</m:t>
                        </m:r>
                      </m:e>
                      <m:sub>
                        <m:r>
                          <a:rPr lang="en-DK" sz="2000" i="1">
                            <a:latin typeface="Cambria Math" panose="02040503050406030204" pitchFamily="18" charset="0"/>
                          </a:rPr>
                          <m:t>𝑡</m:t>
                        </m:r>
                      </m:sub>
                    </m:sSub>
                    <m:r>
                      <a:rPr lang="en-DK" sz="2000" i="1">
                        <a:latin typeface="Cambria Math" panose="02040503050406030204" pitchFamily="18" charset="0"/>
                      </a:rPr>
                      <m:t>=</m:t>
                    </m:r>
                    <m:r>
                      <a:rPr lang="en-DK" sz="2000" i="1">
                        <a:latin typeface="Cambria Math" panose="02040503050406030204" pitchFamily="18" charset="0"/>
                      </a:rPr>
                      <m:t>𝑛</m:t>
                    </m:r>
                    <m:sSub>
                      <m:sSubPr>
                        <m:ctrlPr>
                          <a:rPr lang="en-DK" sz="2000" i="1">
                            <a:latin typeface="Cambria Math" panose="02040503050406030204" pitchFamily="18" charset="0"/>
                          </a:rPr>
                        </m:ctrlPr>
                      </m:sSubPr>
                      <m:e>
                        <m:r>
                          <a:rPr lang="en-DK" sz="2000" i="1">
                            <a:latin typeface="Cambria Math" panose="02040503050406030204" pitchFamily="18" charset="0"/>
                          </a:rPr>
                          <m:t>𝜎</m:t>
                        </m:r>
                      </m:e>
                      <m:sub>
                        <m:r>
                          <a:rPr lang="en-DK" sz="2000" i="1">
                            <a:latin typeface="Cambria Math" panose="02040503050406030204" pitchFamily="18" charset="0"/>
                          </a:rPr>
                          <m:t>𝑡</m:t>
                        </m:r>
                      </m:sub>
                    </m:sSub>
                  </m:oMath>
                </m:oMathPara>
              </a14:m>
              <a:endParaRPr lang="en-DK" sz="2000" dirty="0"/>
            </a:p>
          </dgm:t>
        </dgm:pt>
      </mc:Choice>
      <mc:Fallback xmlns="">
        <dgm:pt modelId="{62A2CE2F-42C9-5A45-A1ED-1EDC0DCE7C6E}">
          <dgm:prSet custT="1"/>
          <dgm:spPr/>
          <dgm:t>
            <a:bodyPr/>
            <a:lstStyle/>
            <a:p>
              <a:r>
                <a:rPr lang="en-DK" sz="2000" i="0"/>
                <a:t>Σ_𝑡=𝑛𝜎_𝑡</a:t>
              </a:r>
              <a:endParaRPr lang="en-DK" sz="2000" dirty="0"/>
            </a:p>
          </dgm:t>
        </dgm:pt>
      </mc:Fallback>
    </mc:AlternateContent>
    <dgm:pt modelId="{57066B3A-7D50-4542-B470-8DE0BB1DE316}" type="parTrans" cxnId="{39C1E6EC-752C-C741-8610-8A93B6E2F513}">
      <dgm:prSet/>
      <dgm:spPr/>
      <dgm:t>
        <a:bodyPr/>
        <a:lstStyle/>
        <a:p>
          <a:endParaRPr lang="en-US"/>
        </a:p>
      </dgm:t>
    </dgm:pt>
    <dgm:pt modelId="{017057BA-A489-A64A-A112-B7EE746137BE}" type="sibTrans" cxnId="{39C1E6EC-752C-C741-8610-8A93B6E2F513}">
      <dgm:prSet/>
      <dgm:spPr/>
      <dgm:t>
        <a:bodyPr/>
        <a:lstStyle/>
        <a:p>
          <a:endParaRPr lang="en-US"/>
        </a:p>
      </dgm:t>
    </dgm:pt>
    <dgm:pt modelId="{4589911E-A2B4-2943-BB6B-FC942A66609E}">
      <dgm:prSet custT="1"/>
      <dgm:spPr/>
      <dgm:t>
        <a:bodyPr/>
        <a:lstStyle/>
        <a:p>
          <a:pPr>
            <a:buNone/>
          </a:pPr>
          <a:r>
            <a:rPr lang="en-US" sz="2800" dirty="0"/>
            <a:t>The macroscopic cross section</a:t>
          </a:r>
          <a:endParaRPr lang="en-DK" sz="2800" dirty="0"/>
        </a:p>
      </dgm:t>
    </dgm:pt>
    <dgm:pt modelId="{3804C333-A528-3D4B-9A04-DA4906C64F4A}" type="parTrans" cxnId="{C6338A89-8CBC-0949-9504-BA78AA7FC6C0}">
      <dgm:prSet/>
      <dgm:spPr/>
      <dgm:t>
        <a:bodyPr/>
        <a:lstStyle/>
        <a:p>
          <a:endParaRPr lang="en-US"/>
        </a:p>
      </dgm:t>
    </dgm:pt>
    <dgm:pt modelId="{95FD921D-3BF3-CF4A-93BB-25375E543B8F}" type="sibTrans" cxnId="{C6338A89-8CBC-0949-9504-BA78AA7FC6C0}">
      <dgm:prSet/>
      <dgm:spPr/>
      <dgm:t>
        <a:bodyPr/>
        <a:lstStyle/>
        <a:p>
          <a:endParaRPr lang="en-US"/>
        </a:p>
      </dgm:t>
    </dgm:pt>
    <mc:AlternateContent xmlns:mc="http://schemas.openxmlformats.org/markup-compatibility/2006" xmlns:a14="http://schemas.microsoft.com/office/drawing/2010/main">
      <mc:Choice Requires="a14">
        <dgm:pt modelId="{901CA3BF-2603-3E43-92CE-3E7C8C00FC6F}">
          <dgm:prSet custT="1"/>
          <dgm:spPr/>
          <dgm:t>
            <a:bodyPr/>
            <a:lstStyle/>
            <a:p>
              <a:pPr/>
              <a14:m>
                <m:oMathPara xmlns:m="http://schemas.openxmlformats.org/officeDocument/2006/math">
                  <m:oMathParaPr>
                    <m:jc m:val="centerGroup"/>
                  </m:oMathParaPr>
                  <m:oMath xmlns:m="http://schemas.openxmlformats.org/officeDocument/2006/math">
                    <m:r>
                      <a:rPr lang="en-DK" sz="2000" i="1" smtClean="0">
                        <a:latin typeface="Cambria Math" panose="02040503050406030204" pitchFamily="18" charset="0"/>
                      </a:rPr>
                      <m:t>𝑠</m:t>
                    </m:r>
                    <m:r>
                      <a:rPr lang="en-DK" sz="2000" i="1" smtClean="0">
                        <a:latin typeface="Cambria Math" panose="02040503050406030204" pitchFamily="18" charset="0"/>
                      </a:rPr>
                      <m:t>=−</m:t>
                    </m:r>
                    <m:f>
                      <m:fPr>
                        <m:ctrlPr>
                          <a:rPr lang="en-DK" sz="2000" i="1">
                            <a:latin typeface="Cambria Math" panose="02040503050406030204" pitchFamily="18" charset="0"/>
                          </a:rPr>
                        </m:ctrlPr>
                      </m:fPr>
                      <m:num>
                        <m:func>
                          <m:funcPr>
                            <m:ctrlPr>
                              <a:rPr lang="en-DK" sz="2000" i="1">
                                <a:latin typeface="Cambria Math" panose="02040503050406030204" pitchFamily="18" charset="0"/>
                              </a:rPr>
                            </m:ctrlPr>
                          </m:funcPr>
                          <m:fName>
                            <m:r>
                              <m:rPr>
                                <m:sty m:val="p"/>
                              </m:rPr>
                              <a:rPr lang="en-DK" sz="2000">
                                <a:latin typeface="Cambria Math" panose="02040503050406030204" pitchFamily="18" charset="0"/>
                              </a:rPr>
                              <m:t>ln</m:t>
                            </m:r>
                          </m:fName>
                          <m:e>
                            <m:r>
                              <a:rPr lang="en-DK" sz="2000" i="1">
                                <a:latin typeface="Cambria Math" panose="02040503050406030204" pitchFamily="18" charset="0"/>
                              </a:rPr>
                              <m:t>𝒰</m:t>
                            </m:r>
                          </m:e>
                        </m:func>
                      </m:num>
                      <m:den>
                        <m:sSub>
                          <m:sSubPr>
                            <m:ctrlPr>
                              <a:rPr lang="en-DK" sz="2000" i="1">
                                <a:latin typeface="Cambria Math" panose="02040503050406030204" pitchFamily="18" charset="0"/>
                              </a:rPr>
                            </m:ctrlPr>
                          </m:sSubPr>
                          <m:e>
                            <m:r>
                              <m:rPr>
                                <m:sty m:val="p"/>
                              </m:rPr>
                              <a:rPr lang="en-DK" sz="2000" i="1">
                                <a:latin typeface="Cambria Math" panose="02040503050406030204" pitchFamily="18" charset="0"/>
                              </a:rPr>
                              <m:t>Σ</m:t>
                            </m:r>
                          </m:e>
                          <m:sub>
                            <m:r>
                              <a:rPr lang="en-DK" sz="2000" i="1">
                                <a:latin typeface="Cambria Math" panose="02040503050406030204" pitchFamily="18" charset="0"/>
                              </a:rPr>
                              <m:t>𝑡</m:t>
                            </m:r>
                          </m:sub>
                        </m:sSub>
                      </m:den>
                    </m:f>
                    <m:r>
                      <a:rPr lang="da-DK" sz="2000" b="0" i="1" smtClean="0">
                        <a:latin typeface="Cambria Math" panose="02040503050406030204" pitchFamily="18" charset="0"/>
                      </a:rPr>
                      <m:t>,  </m:t>
                    </m:r>
                    <m:r>
                      <a:rPr lang="da-DK" sz="2000" b="0" i="1" smtClean="0">
                        <a:latin typeface="Cambria Math" panose="02040503050406030204" pitchFamily="18" charset="0"/>
                        <a:ea typeface="Cambria Math" panose="02040503050406030204" pitchFamily="18" charset="0"/>
                      </a:rPr>
                      <m:t>𝒰</m:t>
                    </m:r>
                    <m:r>
                      <a:rPr lang="da-DK" sz="2000" b="0" i="1" smtClean="0">
                        <a:latin typeface="Cambria Math" panose="02040503050406030204" pitchFamily="18" charset="0"/>
                        <a:ea typeface="Cambria Math" panose="02040503050406030204" pitchFamily="18" charset="0"/>
                      </a:rPr>
                      <m:t>∈(0,1]</m:t>
                    </m:r>
                  </m:oMath>
                </m:oMathPara>
              </a14:m>
              <a:endParaRPr lang="en-DK" sz="2000" dirty="0"/>
            </a:p>
          </dgm:t>
        </dgm:pt>
      </mc:Choice>
      <mc:Fallback xmlns="">
        <dgm:pt modelId="{901CA3BF-2603-3E43-92CE-3E7C8C00FC6F}">
          <dgm:prSet custT="1"/>
          <dgm:spPr/>
          <dgm:t>
            <a:bodyPr/>
            <a:lstStyle/>
            <a:p>
              <a:pPr/>
              <a:r>
                <a:rPr lang="en-DK" sz="2000" i="0">
                  <a:latin typeface="Cambria Math" panose="02040503050406030204" pitchFamily="18" charset="0"/>
                </a:rPr>
                <a:t>𝑠=−ln⁡𝒰/Σ_𝑡 </a:t>
              </a:r>
              <a:r>
                <a:rPr lang="da-DK" sz="2000" b="0" i="0">
                  <a:latin typeface="Cambria Math" panose="02040503050406030204" pitchFamily="18" charset="0"/>
                </a:rPr>
                <a:t>,  </a:t>
              </a:r>
              <a:r>
                <a:rPr lang="da-DK" sz="2000" b="0" i="0">
                  <a:latin typeface="Cambria Math" panose="02040503050406030204" pitchFamily="18" charset="0"/>
                  <a:ea typeface="Cambria Math" panose="02040503050406030204" pitchFamily="18" charset="0"/>
                </a:rPr>
                <a:t>𝒰∈(0,1]</a:t>
              </a:r>
              <a:endParaRPr lang="en-DK" sz="2000" dirty="0"/>
            </a:p>
          </dgm:t>
        </dgm:pt>
      </mc:Fallback>
    </mc:AlternateContent>
    <dgm:pt modelId="{3D3090F6-30D5-3344-B37D-C213E25419AA}" type="parTrans" cxnId="{6A10EB4D-9D43-AD46-8F00-8ED0090FC65D}">
      <dgm:prSet/>
      <dgm:spPr/>
      <dgm:t>
        <a:bodyPr/>
        <a:lstStyle/>
        <a:p>
          <a:endParaRPr lang="en-US"/>
        </a:p>
      </dgm:t>
    </dgm:pt>
    <dgm:pt modelId="{AC170D79-1731-1C46-892A-D41F7711D8FA}" type="sibTrans" cxnId="{6A10EB4D-9D43-AD46-8F00-8ED0090FC65D}">
      <dgm:prSet/>
      <dgm:spPr/>
      <dgm:t>
        <a:bodyPr/>
        <a:lstStyle/>
        <a:p>
          <a:endParaRPr lang="en-US"/>
        </a:p>
      </dgm:t>
    </dgm:pt>
    <dgm:pt modelId="{F8D9421B-8CB4-2B41-AB9A-693E1033C552}">
      <dgm:prSet custT="1"/>
      <dgm:spPr/>
      <dgm:t>
        <a:bodyPr/>
        <a:lstStyle/>
        <a:p>
          <a:pPr>
            <a:buNone/>
          </a:pPr>
          <a:r>
            <a:rPr lang="en-DK" sz="2800" dirty="0"/>
            <a:t>Sampled free-flight distance</a:t>
          </a:r>
        </a:p>
      </dgm:t>
    </dgm:pt>
    <dgm:pt modelId="{ADB77184-1EE6-A440-84C8-FECEA638B7F0}" type="parTrans" cxnId="{5A7324A7-D04F-A245-9022-F7C87D319816}">
      <dgm:prSet/>
      <dgm:spPr/>
      <dgm:t>
        <a:bodyPr/>
        <a:lstStyle/>
        <a:p>
          <a:endParaRPr lang="en-US"/>
        </a:p>
      </dgm:t>
    </dgm:pt>
    <dgm:pt modelId="{E7D0CEC9-A18E-4E4F-8B65-775F185CF588}" type="sibTrans" cxnId="{5A7324A7-D04F-A245-9022-F7C87D319816}">
      <dgm:prSet/>
      <dgm:spPr/>
      <dgm:t>
        <a:bodyPr/>
        <a:lstStyle/>
        <a:p>
          <a:endParaRPr lang="en-US"/>
        </a:p>
      </dgm:t>
    </dgm:pt>
    <mc:AlternateContent xmlns:mc="http://schemas.openxmlformats.org/markup-compatibility/2006" xmlns:a14="http://schemas.microsoft.com/office/drawing/2010/main">
      <mc:Choice Requires="a14">
        <dgm:pt modelId="{27549AAE-54DF-9E4E-8954-959D3DCE217B}">
          <dgm:prSet custT="1"/>
          <dgm:spPr/>
          <dgm:t>
            <a:bodyPr/>
            <a:lstStyle/>
            <a:p>
              <a:pPr/>
              <a14:m>
                <m:oMathPara xmlns:m="http://schemas.openxmlformats.org/officeDocument/2006/math">
                  <m:oMathParaPr>
                    <m:jc m:val="centerGroup"/>
                  </m:oMathParaPr>
                  <m:oMath xmlns:m="http://schemas.openxmlformats.org/officeDocument/2006/math">
                    <m:sSubSup>
                      <m:sSubSupPr>
                        <m:ctrlPr>
                          <a:rPr lang="en-DK" sz="2000" i="1" smtClean="0">
                            <a:latin typeface="Cambria Math" panose="02040503050406030204" pitchFamily="18" charset="0"/>
                          </a:rPr>
                        </m:ctrlPr>
                      </m:sSubSupPr>
                      <m:e>
                        <m:r>
                          <a:rPr lang="en-DK" sz="2000" i="1">
                            <a:latin typeface="Cambria Math" panose="02040503050406030204" pitchFamily="18" charset="0"/>
                          </a:rPr>
                          <m:t>𝐼</m:t>
                        </m:r>
                      </m:e>
                      <m:sub>
                        <m:r>
                          <m:rPr>
                            <m:sty m:val="p"/>
                          </m:rPr>
                          <a:rPr lang="en-DK" sz="2000">
                            <a:latin typeface="Cambria Math" panose="02040503050406030204" pitchFamily="18" charset="0"/>
                          </a:rPr>
                          <m:t>exp</m:t>
                        </m:r>
                      </m:sub>
                      <m:sup>
                        <m:r>
                          <a:rPr lang="en-DK" sz="2000" i="1">
                            <a:latin typeface="Cambria Math" panose="02040503050406030204" pitchFamily="18" charset="0"/>
                          </a:rPr>
                          <m:t>(1)</m:t>
                        </m:r>
                      </m:sup>
                    </m:sSubSup>
                    <m:r>
                      <a:rPr lang="en-DK" sz="2000" i="1">
                        <a:latin typeface="Cambria Math" panose="02040503050406030204" pitchFamily="18" charset="0"/>
                      </a:rPr>
                      <m:t>=</m:t>
                    </m:r>
                    <m:r>
                      <m:rPr>
                        <m:sty m:val="p"/>
                      </m:rPr>
                      <a:rPr lang="en-DK" sz="2000" i="1">
                        <a:latin typeface="Cambria Math" panose="02040503050406030204" pitchFamily="18" charset="0"/>
                      </a:rPr>
                      <m:t>Ψ</m:t>
                    </m:r>
                    <m:r>
                      <a:rPr lang="en-DK" sz="2000" i="1">
                        <a:latin typeface="Cambria Math" panose="02040503050406030204" pitchFamily="18" charset="0"/>
                      </a:rPr>
                      <m:t>𝑁</m:t>
                    </m:r>
                    <m:sSub>
                      <m:sSubPr>
                        <m:ctrlPr>
                          <a:rPr lang="en-DK" sz="2000" i="1">
                            <a:latin typeface="Cambria Math" panose="02040503050406030204" pitchFamily="18" charset="0"/>
                          </a:rPr>
                        </m:ctrlPr>
                      </m:sSubPr>
                      <m:e>
                        <m:r>
                          <a:rPr lang="en-DK" sz="2000" i="1">
                            <a:latin typeface="Cambria Math" panose="02040503050406030204" pitchFamily="18" charset="0"/>
                          </a:rPr>
                          <m:t>𝜎</m:t>
                        </m:r>
                      </m:e>
                      <m:sub>
                        <m:r>
                          <m:rPr>
                            <m:sty m:val="p"/>
                          </m:rPr>
                          <a:rPr lang="en-DK" sz="2000">
                            <a:latin typeface="Cambria Math" panose="02040503050406030204" pitchFamily="18" charset="0"/>
                          </a:rPr>
                          <m:t>inc</m:t>
                        </m:r>
                        <m:r>
                          <a:rPr lang="en-DK" sz="2000">
                            <a:latin typeface="Cambria Math" panose="02040503050406030204" pitchFamily="18" charset="0"/>
                          </a:rPr>
                          <m:t>,</m:t>
                        </m:r>
                        <m:r>
                          <m:rPr>
                            <m:sty m:val="p"/>
                          </m:rPr>
                          <a:rPr lang="en-DK" sz="2000">
                            <a:latin typeface="Cambria Math" panose="02040503050406030204" pitchFamily="18" charset="0"/>
                          </a:rPr>
                          <m:t>V</m:t>
                        </m:r>
                      </m:sub>
                    </m:sSub>
                    <m:f>
                      <m:fPr>
                        <m:ctrlPr>
                          <a:rPr lang="en-DK" sz="2000" i="1">
                            <a:latin typeface="Cambria Math" panose="02040503050406030204" pitchFamily="18" charset="0"/>
                          </a:rPr>
                        </m:ctrlPr>
                      </m:fPr>
                      <m:num>
                        <m:r>
                          <m:rPr>
                            <m:sty m:val="p"/>
                          </m:rPr>
                          <a:rPr lang="en-DK" sz="2000" i="1">
                            <a:latin typeface="Cambria Math" panose="02040503050406030204" pitchFamily="18" charset="0"/>
                          </a:rPr>
                          <m:t>ΔΩ</m:t>
                        </m:r>
                      </m:num>
                      <m:den>
                        <m:r>
                          <a:rPr lang="en-DK" sz="2000" i="1">
                            <a:latin typeface="Cambria Math" panose="02040503050406030204" pitchFamily="18" charset="0"/>
                          </a:rPr>
                          <m:t>4</m:t>
                        </m:r>
                        <m:r>
                          <a:rPr lang="en-DK" sz="2000" i="1">
                            <a:latin typeface="Cambria Math" panose="02040503050406030204" pitchFamily="18" charset="0"/>
                          </a:rPr>
                          <m:t>𝜋</m:t>
                        </m:r>
                      </m:den>
                    </m:f>
                  </m:oMath>
                </m:oMathPara>
              </a14:m>
              <a:endParaRPr lang="en-DK" sz="2000" dirty="0"/>
            </a:p>
          </dgm:t>
        </dgm:pt>
      </mc:Choice>
      <mc:Fallback xmlns="">
        <dgm:pt modelId="{27549AAE-54DF-9E4E-8954-959D3DCE217B}">
          <dgm:prSet custT="1"/>
          <dgm:spPr/>
          <dgm:t>
            <a:bodyPr/>
            <a:lstStyle/>
            <a:p>
              <a:r>
                <a:rPr lang="en-DK" sz="2000" i="0"/>
                <a:t>𝐼_exp^((1))=Ψ𝑁𝜎_(inc,V)  ΔΩ/4𝜋</a:t>
              </a:r>
              <a:endParaRPr lang="en-DK" sz="2000" dirty="0"/>
            </a:p>
          </dgm:t>
        </dgm:pt>
      </mc:Fallback>
    </mc:AlternateContent>
    <dgm:pt modelId="{72C89A03-4823-E44F-96C0-C200DDE301EF}" type="parTrans" cxnId="{188CCDD5-B7CE-5944-A56A-4CCC2B51F10A}">
      <dgm:prSet/>
      <dgm:spPr/>
      <dgm:t>
        <a:bodyPr/>
        <a:lstStyle/>
        <a:p>
          <a:endParaRPr lang="en-US"/>
        </a:p>
      </dgm:t>
    </dgm:pt>
    <dgm:pt modelId="{CFDDF15F-2BFB-4D42-83D6-DA5269396FA7}" type="sibTrans" cxnId="{188CCDD5-B7CE-5944-A56A-4CCC2B51F10A}">
      <dgm:prSet/>
      <dgm:spPr/>
      <dgm:t>
        <a:bodyPr/>
        <a:lstStyle/>
        <a:p>
          <a:endParaRPr lang="en-US"/>
        </a:p>
      </dgm:t>
    </dgm:pt>
    <dgm:pt modelId="{1E96B065-1042-9A45-B6A6-E84EDB9357B1}">
      <dgm:prSet custT="1"/>
      <dgm:spPr/>
      <dgm:t>
        <a:bodyPr/>
        <a:lstStyle/>
        <a:p>
          <a:pPr>
            <a:buNone/>
          </a:pPr>
          <a:r>
            <a:rPr lang="en-DK" sz="2800" dirty="0"/>
            <a:t>Expected single-scattering intensity</a:t>
          </a:r>
        </a:p>
      </dgm:t>
    </dgm:pt>
    <dgm:pt modelId="{5EF6F28D-F54E-C345-936E-94228984CB29}" type="parTrans" cxnId="{A13AB68C-8959-1A4C-8C5B-732DAA670116}">
      <dgm:prSet/>
      <dgm:spPr/>
      <dgm:t>
        <a:bodyPr/>
        <a:lstStyle/>
        <a:p>
          <a:endParaRPr lang="en-US"/>
        </a:p>
      </dgm:t>
    </dgm:pt>
    <dgm:pt modelId="{0DDB8904-E3C2-1B4D-85B0-938B96499B03}" type="sibTrans" cxnId="{A13AB68C-8959-1A4C-8C5B-732DAA670116}">
      <dgm:prSet/>
      <dgm:spPr/>
      <dgm:t>
        <a:bodyPr/>
        <a:lstStyle/>
        <a:p>
          <a:endParaRPr lang="en-US"/>
        </a:p>
      </dgm:t>
    </dgm:pt>
    <dgm:pt modelId="{180103D0-D7D4-6643-A876-DE9BC8064574}" type="pres">
      <dgm:prSet presAssocID="{862B6871-8A2A-C648-9E24-CA85C798F6DD}" presName="Name0" presStyleCnt="0">
        <dgm:presLayoutVars>
          <dgm:dir/>
          <dgm:animLvl val="lvl"/>
          <dgm:resizeHandles val="exact"/>
        </dgm:presLayoutVars>
      </dgm:prSet>
      <dgm:spPr/>
    </dgm:pt>
    <dgm:pt modelId="{B54C1BD3-B586-284E-BD71-D12866D8545B}" type="pres">
      <dgm:prSet presAssocID="{62A2CE2F-42C9-5A45-A1ED-1EDC0DCE7C6E}" presName="linNode" presStyleCnt="0"/>
      <dgm:spPr/>
    </dgm:pt>
    <dgm:pt modelId="{E0A02BEB-33BD-9B4A-8053-C2D8BE496F33}" type="pres">
      <dgm:prSet presAssocID="{62A2CE2F-42C9-5A45-A1ED-1EDC0DCE7C6E}" presName="parentText" presStyleLbl="node1" presStyleIdx="0" presStyleCnt="3">
        <dgm:presLayoutVars>
          <dgm:chMax val="1"/>
          <dgm:bulletEnabled val="1"/>
        </dgm:presLayoutVars>
      </dgm:prSet>
      <dgm:spPr/>
    </dgm:pt>
    <dgm:pt modelId="{4C5F2305-DEC7-E94A-9F41-3DC1E39C222F}" type="pres">
      <dgm:prSet presAssocID="{62A2CE2F-42C9-5A45-A1ED-1EDC0DCE7C6E}" presName="descendantText" presStyleLbl="alignAccFollowNode1" presStyleIdx="0" presStyleCnt="3">
        <dgm:presLayoutVars>
          <dgm:bulletEnabled val="1"/>
        </dgm:presLayoutVars>
      </dgm:prSet>
      <dgm:spPr/>
    </dgm:pt>
    <dgm:pt modelId="{54EE65AC-6E95-FA4A-938A-AC93D218560A}" type="pres">
      <dgm:prSet presAssocID="{017057BA-A489-A64A-A112-B7EE746137BE}" presName="sp" presStyleCnt="0"/>
      <dgm:spPr/>
    </dgm:pt>
    <dgm:pt modelId="{D8FA22F7-7B16-2F4A-96ED-91E6BBC6B937}" type="pres">
      <dgm:prSet presAssocID="{901CA3BF-2603-3E43-92CE-3E7C8C00FC6F}" presName="linNode" presStyleCnt="0"/>
      <dgm:spPr/>
    </dgm:pt>
    <dgm:pt modelId="{A6EC7314-7CD6-674C-9233-932F91AB28F4}" type="pres">
      <dgm:prSet presAssocID="{901CA3BF-2603-3E43-92CE-3E7C8C00FC6F}" presName="parentText" presStyleLbl="node1" presStyleIdx="1" presStyleCnt="3">
        <dgm:presLayoutVars>
          <dgm:chMax val="1"/>
          <dgm:bulletEnabled val="1"/>
        </dgm:presLayoutVars>
      </dgm:prSet>
      <dgm:spPr/>
    </dgm:pt>
    <dgm:pt modelId="{35BA1301-0431-3242-AEC8-DADC638DF515}" type="pres">
      <dgm:prSet presAssocID="{901CA3BF-2603-3E43-92CE-3E7C8C00FC6F}" presName="descendantText" presStyleLbl="alignAccFollowNode1" presStyleIdx="1" presStyleCnt="3">
        <dgm:presLayoutVars>
          <dgm:bulletEnabled val="1"/>
        </dgm:presLayoutVars>
      </dgm:prSet>
      <dgm:spPr/>
    </dgm:pt>
    <dgm:pt modelId="{532C0533-C9B7-2C42-999C-F7DAFBE4A952}" type="pres">
      <dgm:prSet presAssocID="{AC170D79-1731-1C46-892A-D41F7711D8FA}" presName="sp" presStyleCnt="0"/>
      <dgm:spPr/>
    </dgm:pt>
    <dgm:pt modelId="{13CA5773-BC56-124F-81E3-8B16DBC55F52}" type="pres">
      <dgm:prSet presAssocID="{27549AAE-54DF-9E4E-8954-959D3DCE217B}" presName="linNode" presStyleCnt="0"/>
      <dgm:spPr/>
    </dgm:pt>
    <dgm:pt modelId="{C1608598-F642-2D4B-952D-1949748B486F}" type="pres">
      <dgm:prSet presAssocID="{27549AAE-54DF-9E4E-8954-959D3DCE217B}" presName="parentText" presStyleLbl="node1" presStyleIdx="2" presStyleCnt="3">
        <dgm:presLayoutVars>
          <dgm:chMax val="1"/>
          <dgm:bulletEnabled val="1"/>
        </dgm:presLayoutVars>
      </dgm:prSet>
      <dgm:spPr/>
    </dgm:pt>
    <dgm:pt modelId="{64117DD4-603F-6F46-9AED-BC6743D1CD47}" type="pres">
      <dgm:prSet presAssocID="{27549AAE-54DF-9E4E-8954-959D3DCE217B}" presName="descendantText" presStyleLbl="alignAccFollowNode1" presStyleIdx="2" presStyleCnt="3">
        <dgm:presLayoutVars>
          <dgm:bulletEnabled val="1"/>
        </dgm:presLayoutVars>
      </dgm:prSet>
      <dgm:spPr/>
    </dgm:pt>
  </dgm:ptLst>
  <dgm:cxnLst>
    <dgm:cxn modelId="{9D655E00-DF33-154B-8EA6-C9CF8948C6DE}" type="presOf" srcId="{62A2CE2F-42C9-5A45-A1ED-1EDC0DCE7C6E}" destId="{E0A02BEB-33BD-9B4A-8053-C2D8BE496F33}" srcOrd="0" destOrd="0" presId="urn:microsoft.com/office/officeart/2005/8/layout/vList5"/>
    <dgm:cxn modelId="{17C41D06-3266-884E-A34C-F9082756215A}" type="presOf" srcId="{901CA3BF-2603-3E43-92CE-3E7C8C00FC6F}" destId="{A6EC7314-7CD6-674C-9233-932F91AB28F4}" srcOrd="0" destOrd="0" presId="urn:microsoft.com/office/officeart/2005/8/layout/vList5"/>
    <dgm:cxn modelId="{D053E417-7DA0-3546-86E5-67327329A92E}" type="presOf" srcId="{F8D9421B-8CB4-2B41-AB9A-693E1033C552}" destId="{35BA1301-0431-3242-AEC8-DADC638DF515}" srcOrd="0" destOrd="0" presId="urn:microsoft.com/office/officeart/2005/8/layout/vList5"/>
    <dgm:cxn modelId="{6A10EB4D-9D43-AD46-8F00-8ED0090FC65D}" srcId="{862B6871-8A2A-C648-9E24-CA85C798F6DD}" destId="{901CA3BF-2603-3E43-92CE-3E7C8C00FC6F}" srcOrd="1" destOrd="0" parTransId="{3D3090F6-30D5-3344-B37D-C213E25419AA}" sibTransId="{AC170D79-1731-1C46-892A-D41F7711D8FA}"/>
    <dgm:cxn modelId="{EC6E6960-7CE5-AE4F-A8F2-7C691DE75C8E}" type="presOf" srcId="{1E96B065-1042-9A45-B6A6-E84EDB9357B1}" destId="{64117DD4-603F-6F46-9AED-BC6743D1CD47}" srcOrd="0" destOrd="0" presId="urn:microsoft.com/office/officeart/2005/8/layout/vList5"/>
    <dgm:cxn modelId="{F8DB6066-CF51-F445-8C53-7A1E048FB585}" type="presOf" srcId="{862B6871-8A2A-C648-9E24-CA85C798F6DD}" destId="{180103D0-D7D4-6643-A876-DE9BC8064574}" srcOrd="0" destOrd="0" presId="urn:microsoft.com/office/officeart/2005/8/layout/vList5"/>
    <dgm:cxn modelId="{21A80176-53A6-8648-A782-D17791AFDE60}" type="presOf" srcId="{4589911E-A2B4-2943-BB6B-FC942A66609E}" destId="{4C5F2305-DEC7-E94A-9F41-3DC1E39C222F}" srcOrd="0" destOrd="0" presId="urn:microsoft.com/office/officeart/2005/8/layout/vList5"/>
    <dgm:cxn modelId="{C6338A89-8CBC-0949-9504-BA78AA7FC6C0}" srcId="{62A2CE2F-42C9-5A45-A1ED-1EDC0DCE7C6E}" destId="{4589911E-A2B4-2943-BB6B-FC942A66609E}" srcOrd="0" destOrd="0" parTransId="{3804C333-A528-3D4B-9A04-DA4906C64F4A}" sibTransId="{95FD921D-3BF3-CF4A-93BB-25375E543B8F}"/>
    <dgm:cxn modelId="{A13AB68C-8959-1A4C-8C5B-732DAA670116}" srcId="{27549AAE-54DF-9E4E-8954-959D3DCE217B}" destId="{1E96B065-1042-9A45-B6A6-E84EDB9357B1}" srcOrd="0" destOrd="0" parTransId="{5EF6F28D-F54E-C345-936E-94228984CB29}" sibTransId="{0DDB8904-E3C2-1B4D-85B0-938B96499B03}"/>
    <dgm:cxn modelId="{5A7324A7-D04F-A245-9022-F7C87D319816}" srcId="{901CA3BF-2603-3E43-92CE-3E7C8C00FC6F}" destId="{F8D9421B-8CB4-2B41-AB9A-693E1033C552}" srcOrd="0" destOrd="0" parTransId="{ADB77184-1EE6-A440-84C8-FECEA638B7F0}" sibTransId="{E7D0CEC9-A18E-4E4F-8B65-775F185CF588}"/>
    <dgm:cxn modelId="{188CCDD5-B7CE-5944-A56A-4CCC2B51F10A}" srcId="{862B6871-8A2A-C648-9E24-CA85C798F6DD}" destId="{27549AAE-54DF-9E4E-8954-959D3DCE217B}" srcOrd="2" destOrd="0" parTransId="{72C89A03-4823-E44F-96C0-C200DDE301EF}" sibTransId="{CFDDF15F-2BFB-4D42-83D6-DA5269396FA7}"/>
    <dgm:cxn modelId="{39C1E6EC-752C-C741-8610-8A93B6E2F513}" srcId="{862B6871-8A2A-C648-9E24-CA85C798F6DD}" destId="{62A2CE2F-42C9-5A45-A1ED-1EDC0DCE7C6E}" srcOrd="0" destOrd="0" parTransId="{57066B3A-7D50-4542-B470-8DE0BB1DE316}" sibTransId="{017057BA-A489-A64A-A112-B7EE746137BE}"/>
    <dgm:cxn modelId="{01BE0AF7-2F53-FE43-B71D-E7800FA3D4F1}" type="presOf" srcId="{27549AAE-54DF-9E4E-8954-959D3DCE217B}" destId="{C1608598-F642-2D4B-952D-1949748B486F}" srcOrd="0" destOrd="0" presId="urn:microsoft.com/office/officeart/2005/8/layout/vList5"/>
    <dgm:cxn modelId="{0DACE156-9341-DA4F-ADD5-2694F11A34EC}" type="presParOf" srcId="{180103D0-D7D4-6643-A876-DE9BC8064574}" destId="{B54C1BD3-B586-284E-BD71-D12866D8545B}" srcOrd="0" destOrd="0" presId="urn:microsoft.com/office/officeart/2005/8/layout/vList5"/>
    <dgm:cxn modelId="{BF3759C8-9E9B-E448-B1F7-D2885A623872}" type="presParOf" srcId="{B54C1BD3-B586-284E-BD71-D12866D8545B}" destId="{E0A02BEB-33BD-9B4A-8053-C2D8BE496F33}" srcOrd="0" destOrd="0" presId="urn:microsoft.com/office/officeart/2005/8/layout/vList5"/>
    <dgm:cxn modelId="{6DF442E8-0475-3B4E-9D10-80D27F2697FB}" type="presParOf" srcId="{B54C1BD3-B586-284E-BD71-D12866D8545B}" destId="{4C5F2305-DEC7-E94A-9F41-3DC1E39C222F}" srcOrd="1" destOrd="0" presId="urn:microsoft.com/office/officeart/2005/8/layout/vList5"/>
    <dgm:cxn modelId="{9DA1B3C0-6A2E-7647-AC1D-F6D2ACE25536}" type="presParOf" srcId="{180103D0-D7D4-6643-A876-DE9BC8064574}" destId="{54EE65AC-6E95-FA4A-938A-AC93D218560A}" srcOrd="1" destOrd="0" presId="urn:microsoft.com/office/officeart/2005/8/layout/vList5"/>
    <dgm:cxn modelId="{2C3A29D0-BE82-514B-91D1-24FB8527F164}" type="presParOf" srcId="{180103D0-D7D4-6643-A876-DE9BC8064574}" destId="{D8FA22F7-7B16-2F4A-96ED-91E6BBC6B937}" srcOrd="2" destOrd="0" presId="urn:microsoft.com/office/officeart/2005/8/layout/vList5"/>
    <dgm:cxn modelId="{46E0CBF0-27FC-2948-B9BD-6F4CB6D496D7}" type="presParOf" srcId="{D8FA22F7-7B16-2F4A-96ED-91E6BBC6B937}" destId="{A6EC7314-7CD6-674C-9233-932F91AB28F4}" srcOrd="0" destOrd="0" presId="urn:microsoft.com/office/officeart/2005/8/layout/vList5"/>
    <dgm:cxn modelId="{787F7712-7063-5E4C-943C-1A93B50D5B80}" type="presParOf" srcId="{D8FA22F7-7B16-2F4A-96ED-91E6BBC6B937}" destId="{35BA1301-0431-3242-AEC8-DADC638DF515}" srcOrd="1" destOrd="0" presId="urn:microsoft.com/office/officeart/2005/8/layout/vList5"/>
    <dgm:cxn modelId="{A012709D-C6FA-1648-A9D2-5BA3C42270B7}" type="presParOf" srcId="{180103D0-D7D4-6643-A876-DE9BC8064574}" destId="{532C0533-C9B7-2C42-999C-F7DAFBE4A952}" srcOrd="3" destOrd="0" presId="urn:microsoft.com/office/officeart/2005/8/layout/vList5"/>
    <dgm:cxn modelId="{D13BAC3F-573C-A74E-8B44-7517B3375F6B}" type="presParOf" srcId="{180103D0-D7D4-6643-A876-DE9BC8064574}" destId="{13CA5773-BC56-124F-81E3-8B16DBC55F52}" srcOrd="4" destOrd="0" presId="urn:microsoft.com/office/officeart/2005/8/layout/vList5"/>
    <dgm:cxn modelId="{FDCD09D7-7B39-E541-9BA1-6A068AF28DE5}" type="presParOf" srcId="{13CA5773-BC56-124F-81E3-8B16DBC55F52}" destId="{C1608598-F642-2D4B-952D-1949748B486F}" srcOrd="0" destOrd="0" presId="urn:microsoft.com/office/officeart/2005/8/layout/vList5"/>
    <dgm:cxn modelId="{70722749-830D-BE4D-8563-CD458B6A9A88}" type="presParOf" srcId="{13CA5773-BC56-124F-81E3-8B16DBC55F52}" destId="{64117DD4-603F-6F46-9AED-BC6743D1CD4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862B6871-8A2A-C648-9E24-CA85C798F6DD}"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62A2CE2F-42C9-5A45-A1ED-1EDC0DCE7C6E}">
      <dgm:prSet custT="1"/>
      <dgm:spPr>
        <a:blipFill>
          <a:blip xmlns:r="http://schemas.openxmlformats.org/officeDocument/2006/relationships" r:embed="rId1"/>
          <a:stretch>
            <a:fillRect/>
          </a:stretch>
        </a:blipFill>
      </dgm:spPr>
      <dgm:t>
        <a:bodyPr/>
        <a:lstStyle/>
        <a:p>
          <a:r>
            <a:rPr lang="en-US">
              <a:noFill/>
            </a:rPr>
            <a:t> </a:t>
          </a:r>
        </a:p>
      </dgm:t>
    </dgm:pt>
    <dgm:pt modelId="{57066B3A-7D50-4542-B470-8DE0BB1DE316}" type="parTrans" cxnId="{39C1E6EC-752C-C741-8610-8A93B6E2F513}">
      <dgm:prSet/>
      <dgm:spPr/>
      <dgm:t>
        <a:bodyPr/>
        <a:lstStyle/>
        <a:p>
          <a:endParaRPr lang="en-US"/>
        </a:p>
      </dgm:t>
    </dgm:pt>
    <dgm:pt modelId="{017057BA-A489-A64A-A112-B7EE746137BE}" type="sibTrans" cxnId="{39C1E6EC-752C-C741-8610-8A93B6E2F513}">
      <dgm:prSet/>
      <dgm:spPr/>
      <dgm:t>
        <a:bodyPr/>
        <a:lstStyle/>
        <a:p>
          <a:endParaRPr lang="en-US"/>
        </a:p>
      </dgm:t>
    </dgm:pt>
    <dgm:pt modelId="{4589911E-A2B4-2943-BB6B-FC942A66609E}">
      <dgm:prSet custT="1"/>
      <dgm:spPr/>
      <dgm:t>
        <a:bodyPr/>
        <a:lstStyle/>
        <a:p>
          <a:pPr>
            <a:buNone/>
          </a:pPr>
          <a:r>
            <a:rPr lang="en-US" sz="2800" dirty="0"/>
            <a:t>The macroscopic cross section</a:t>
          </a:r>
          <a:endParaRPr lang="en-DK" sz="2800" dirty="0"/>
        </a:p>
      </dgm:t>
    </dgm:pt>
    <dgm:pt modelId="{3804C333-A528-3D4B-9A04-DA4906C64F4A}" type="parTrans" cxnId="{C6338A89-8CBC-0949-9504-BA78AA7FC6C0}">
      <dgm:prSet/>
      <dgm:spPr/>
      <dgm:t>
        <a:bodyPr/>
        <a:lstStyle/>
        <a:p>
          <a:endParaRPr lang="en-US"/>
        </a:p>
      </dgm:t>
    </dgm:pt>
    <dgm:pt modelId="{95FD921D-3BF3-CF4A-93BB-25375E543B8F}" type="sibTrans" cxnId="{C6338A89-8CBC-0949-9504-BA78AA7FC6C0}">
      <dgm:prSet/>
      <dgm:spPr/>
      <dgm:t>
        <a:bodyPr/>
        <a:lstStyle/>
        <a:p>
          <a:endParaRPr lang="en-US"/>
        </a:p>
      </dgm:t>
    </dgm:pt>
    <dgm:pt modelId="{901CA3BF-2603-3E43-92CE-3E7C8C00FC6F}">
      <dgm:prSet custT="1"/>
      <dgm:spPr>
        <a:blipFill>
          <a:blip xmlns:r="http://schemas.openxmlformats.org/officeDocument/2006/relationships" r:embed="rId2"/>
          <a:stretch>
            <a:fillRect/>
          </a:stretch>
        </a:blipFill>
      </dgm:spPr>
      <dgm:t>
        <a:bodyPr/>
        <a:lstStyle/>
        <a:p>
          <a:r>
            <a:rPr lang="en-US">
              <a:noFill/>
            </a:rPr>
            <a:t> </a:t>
          </a:r>
        </a:p>
      </dgm:t>
    </dgm:pt>
    <dgm:pt modelId="{3D3090F6-30D5-3344-B37D-C213E25419AA}" type="parTrans" cxnId="{6A10EB4D-9D43-AD46-8F00-8ED0090FC65D}">
      <dgm:prSet/>
      <dgm:spPr/>
      <dgm:t>
        <a:bodyPr/>
        <a:lstStyle/>
        <a:p>
          <a:endParaRPr lang="en-US"/>
        </a:p>
      </dgm:t>
    </dgm:pt>
    <dgm:pt modelId="{AC170D79-1731-1C46-892A-D41F7711D8FA}" type="sibTrans" cxnId="{6A10EB4D-9D43-AD46-8F00-8ED0090FC65D}">
      <dgm:prSet/>
      <dgm:spPr/>
      <dgm:t>
        <a:bodyPr/>
        <a:lstStyle/>
        <a:p>
          <a:endParaRPr lang="en-US"/>
        </a:p>
      </dgm:t>
    </dgm:pt>
    <dgm:pt modelId="{F8D9421B-8CB4-2B41-AB9A-693E1033C552}">
      <dgm:prSet custT="1"/>
      <dgm:spPr/>
      <dgm:t>
        <a:bodyPr/>
        <a:lstStyle/>
        <a:p>
          <a:pPr>
            <a:buNone/>
          </a:pPr>
          <a:r>
            <a:rPr lang="en-DK" sz="2800" dirty="0"/>
            <a:t>Sampled free-flight distance</a:t>
          </a:r>
        </a:p>
      </dgm:t>
    </dgm:pt>
    <dgm:pt modelId="{ADB77184-1EE6-A440-84C8-FECEA638B7F0}" type="parTrans" cxnId="{5A7324A7-D04F-A245-9022-F7C87D319816}">
      <dgm:prSet/>
      <dgm:spPr/>
      <dgm:t>
        <a:bodyPr/>
        <a:lstStyle/>
        <a:p>
          <a:endParaRPr lang="en-US"/>
        </a:p>
      </dgm:t>
    </dgm:pt>
    <dgm:pt modelId="{E7D0CEC9-A18E-4E4F-8B65-775F185CF588}" type="sibTrans" cxnId="{5A7324A7-D04F-A245-9022-F7C87D319816}">
      <dgm:prSet/>
      <dgm:spPr/>
      <dgm:t>
        <a:bodyPr/>
        <a:lstStyle/>
        <a:p>
          <a:endParaRPr lang="en-US"/>
        </a:p>
      </dgm:t>
    </dgm:pt>
    <dgm:pt modelId="{27549AAE-54DF-9E4E-8954-959D3DCE217B}">
      <dgm:prSet custT="1"/>
      <dgm:spPr>
        <a:blipFill>
          <a:blip xmlns:r="http://schemas.openxmlformats.org/officeDocument/2006/relationships" r:embed="rId3"/>
          <a:stretch>
            <a:fillRect/>
          </a:stretch>
        </a:blipFill>
      </dgm:spPr>
      <dgm:t>
        <a:bodyPr/>
        <a:lstStyle/>
        <a:p>
          <a:r>
            <a:rPr lang="en-US">
              <a:noFill/>
            </a:rPr>
            <a:t> </a:t>
          </a:r>
        </a:p>
      </dgm:t>
    </dgm:pt>
    <dgm:pt modelId="{72C89A03-4823-E44F-96C0-C200DDE301EF}" type="parTrans" cxnId="{188CCDD5-B7CE-5944-A56A-4CCC2B51F10A}">
      <dgm:prSet/>
      <dgm:spPr/>
      <dgm:t>
        <a:bodyPr/>
        <a:lstStyle/>
        <a:p>
          <a:endParaRPr lang="en-US"/>
        </a:p>
      </dgm:t>
    </dgm:pt>
    <dgm:pt modelId="{CFDDF15F-2BFB-4D42-83D6-DA5269396FA7}" type="sibTrans" cxnId="{188CCDD5-B7CE-5944-A56A-4CCC2B51F10A}">
      <dgm:prSet/>
      <dgm:spPr/>
      <dgm:t>
        <a:bodyPr/>
        <a:lstStyle/>
        <a:p>
          <a:endParaRPr lang="en-US"/>
        </a:p>
      </dgm:t>
    </dgm:pt>
    <dgm:pt modelId="{1E96B065-1042-9A45-B6A6-E84EDB9357B1}">
      <dgm:prSet custT="1"/>
      <dgm:spPr/>
      <dgm:t>
        <a:bodyPr/>
        <a:lstStyle/>
        <a:p>
          <a:pPr>
            <a:buNone/>
          </a:pPr>
          <a:r>
            <a:rPr lang="en-DK" sz="2800" dirty="0"/>
            <a:t>Expected single-scattering intensity</a:t>
          </a:r>
        </a:p>
      </dgm:t>
    </dgm:pt>
    <dgm:pt modelId="{5EF6F28D-F54E-C345-936E-94228984CB29}" type="parTrans" cxnId="{A13AB68C-8959-1A4C-8C5B-732DAA670116}">
      <dgm:prSet/>
      <dgm:spPr/>
      <dgm:t>
        <a:bodyPr/>
        <a:lstStyle/>
        <a:p>
          <a:endParaRPr lang="en-US"/>
        </a:p>
      </dgm:t>
    </dgm:pt>
    <dgm:pt modelId="{0DDB8904-E3C2-1B4D-85B0-938B96499B03}" type="sibTrans" cxnId="{A13AB68C-8959-1A4C-8C5B-732DAA670116}">
      <dgm:prSet/>
      <dgm:spPr/>
      <dgm:t>
        <a:bodyPr/>
        <a:lstStyle/>
        <a:p>
          <a:endParaRPr lang="en-US"/>
        </a:p>
      </dgm:t>
    </dgm:pt>
    <dgm:pt modelId="{180103D0-D7D4-6643-A876-DE9BC8064574}" type="pres">
      <dgm:prSet presAssocID="{862B6871-8A2A-C648-9E24-CA85C798F6DD}" presName="Name0" presStyleCnt="0">
        <dgm:presLayoutVars>
          <dgm:dir/>
          <dgm:animLvl val="lvl"/>
          <dgm:resizeHandles val="exact"/>
        </dgm:presLayoutVars>
      </dgm:prSet>
      <dgm:spPr/>
    </dgm:pt>
    <dgm:pt modelId="{B54C1BD3-B586-284E-BD71-D12866D8545B}" type="pres">
      <dgm:prSet presAssocID="{62A2CE2F-42C9-5A45-A1ED-1EDC0DCE7C6E}" presName="linNode" presStyleCnt="0"/>
      <dgm:spPr/>
    </dgm:pt>
    <dgm:pt modelId="{E0A02BEB-33BD-9B4A-8053-C2D8BE496F33}" type="pres">
      <dgm:prSet presAssocID="{62A2CE2F-42C9-5A45-A1ED-1EDC0DCE7C6E}" presName="parentText" presStyleLbl="node1" presStyleIdx="0" presStyleCnt="3">
        <dgm:presLayoutVars>
          <dgm:chMax val="1"/>
          <dgm:bulletEnabled val="1"/>
        </dgm:presLayoutVars>
      </dgm:prSet>
      <dgm:spPr/>
    </dgm:pt>
    <dgm:pt modelId="{4C5F2305-DEC7-E94A-9F41-3DC1E39C222F}" type="pres">
      <dgm:prSet presAssocID="{62A2CE2F-42C9-5A45-A1ED-1EDC0DCE7C6E}" presName="descendantText" presStyleLbl="alignAccFollowNode1" presStyleIdx="0" presStyleCnt="3">
        <dgm:presLayoutVars>
          <dgm:bulletEnabled val="1"/>
        </dgm:presLayoutVars>
      </dgm:prSet>
      <dgm:spPr/>
    </dgm:pt>
    <dgm:pt modelId="{54EE65AC-6E95-FA4A-938A-AC93D218560A}" type="pres">
      <dgm:prSet presAssocID="{017057BA-A489-A64A-A112-B7EE746137BE}" presName="sp" presStyleCnt="0"/>
      <dgm:spPr/>
    </dgm:pt>
    <dgm:pt modelId="{D8FA22F7-7B16-2F4A-96ED-91E6BBC6B937}" type="pres">
      <dgm:prSet presAssocID="{901CA3BF-2603-3E43-92CE-3E7C8C00FC6F}" presName="linNode" presStyleCnt="0"/>
      <dgm:spPr/>
    </dgm:pt>
    <dgm:pt modelId="{A6EC7314-7CD6-674C-9233-932F91AB28F4}" type="pres">
      <dgm:prSet presAssocID="{901CA3BF-2603-3E43-92CE-3E7C8C00FC6F}" presName="parentText" presStyleLbl="node1" presStyleIdx="1" presStyleCnt="3">
        <dgm:presLayoutVars>
          <dgm:chMax val="1"/>
          <dgm:bulletEnabled val="1"/>
        </dgm:presLayoutVars>
      </dgm:prSet>
      <dgm:spPr/>
    </dgm:pt>
    <dgm:pt modelId="{35BA1301-0431-3242-AEC8-DADC638DF515}" type="pres">
      <dgm:prSet presAssocID="{901CA3BF-2603-3E43-92CE-3E7C8C00FC6F}" presName="descendantText" presStyleLbl="alignAccFollowNode1" presStyleIdx="1" presStyleCnt="3">
        <dgm:presLayoutVars>
          <dgm:bulletEnabled val="1"/>
        </dgm:presLayoutVars>
      </dgm:prSet>
      <dgm:spPr/>
    </dgm:pt>
    <dgm:pt modelId="{532C0533-C9B7-2C42-999C-F7DAFBE4A952}" type="pres">
      <dgm:prSet presAssocID="{AC170D79-1731-1C46-892A-D41F7711D8FA}" presName="sp" presStyleCnt="0"/>
      <dgm:spPr/>
    </dgm:pt>
    <dgm:pt modelId="{13CA5773-BC56-124F-81E3-8B16DBC55F52}" type="pres">
      <dgm:prSet presAssocID="{27549AAE-54DF-9E4E-8954-959D3DCE217B}" presName="linNode" presStyleCnt="0"/>
      <dgm:spPr/>
    </dgm:pt>
    <dgm:pt modelId="{C1608598-F642-2D4B-952D-1949748B486F}" type="pres">
      <dgm:prSet presAssocID="{27549AAE-54DF-9E4E-8954-959D3DCE217B}" presName="parentText" presStyleLbl="node1" presStyleIdx="2" presStyleCnt="3">
        <dgm:presLayoutVars>
          <dgm:chMax val="1"/>
          <dgm:bulletEnabled val="1"/>
        </dgm:presLayoutVars>
      </dgm:prSet>
      <dgm:spPr/>
    </dgm:pt>
    <dgm:pt modelId="{64117DD4-603F-6F46-9AED-BC6743D1CD47}" type="pres">
      <dgm:prSet presAssocID="{27549AAE-54DF-9E4E-8954-959D3DCE217B}" presName="descendantText" presStyleLbl="alignAccFollowNode1" presStyleIdx="2" presStyleCnt="3">
        <dgm:presLayoutVars>
          <dgm:bulletEnabled val="1"/>
        </dgm:presLayoutVars>
      </dgm:prSet>
      <dgm:spPr/>
    </dgm:pt>
  </dgm:ptLst>
  <dgm:cxnLst>
    <dgm:cxn modelId="{9D655E00-DF33-154B-8EA6-C9CF8948C6DE}" type="presOf" srcId="{62A2CE2F-42C9-5A45-A1ED-1EDC0DCE7C6E}" destId="{E0A02BEB-33BD-9B4A-8053-C2D8BE496F33}" srcOrd="0" destOrd="0" presId="urn:microsoft.com/office/officeart/2005/8/layout/vList5"/>
    <dgm:cxn modelId="{17C41D06-3266-884E-A34C-F9082756215A}" type="presOf" srcId="{901CA3BF-2603-3E43-92CE-3E7C8C00FC6F}" destId="{A6EC7314-7CD6-674C-9233-932F91AB28F4}" srcOrd="0" destOrd="0" presId="urn:microsoft.com/office/officeart/2005/8/layout/vList5"/>
    <dgm:cxn modelId="{D053E417-7DA0-3546-86E5-67327329A92E}" type="presOf" srcId="{F8D9421B-8CB4-2B41-AB9A-693E1033C552}" destId="{35BA1301-0431-3242-AEC8-DADC638DF515}" srcOrd="0" destOrd="0" presId="urn:microsoft.com/office/officeart/2005/8/layout/vList5"/>
    <dgm:cxn modelId="{6A10EB4D-9D43-AD46-8F00-8ED0090FC65D}" srcId="{862B6871-8A2A-C648-9E24-CA85C798F6DD}" destId="{901CA3BF-2603-3E43-92CE-3E7C8C00FC6F}" srcOrd="1" destOrd="0" parTransId="{3D3090F6-30D5-3344-B37D-C213E25419AA}" sibTransId="{AC170D79-1731-1C46-892A-D41F7711D8FA}"/>
    <dgm:cxn modelId="{EC6E6960-7CE5-AE4F-A8F2-7C691DE75C8E}" type="presOf" srcId="{1E96B065-1042-9A45-B6A6-E84EDB9357B1}" destId="{64117DD4-603F-6F46-9AED-BC6743D1CD47}" srcOrd="0" destOrd="0" presId="urn:microsoft.com/office/officeart/2005/8/layout/vList5"/>
    <dgm:cxn modelId="{F8DB6066-CF51-F445-8C53-7A1E048FB585}" type="presOf" srcId="{862B6871-8A2A-C648-9E24-CA85C798F6DD}" destId="{180103D0-D7D4-6643-A876-DE9BC8064574}" srcOrd="0" destOrd="0" presId="urn:microsoft.com/office/officeart/2005/8/layout/vList5"/>
    <dgm:cxn modelId="{21A80176-53A6-8648-A782-D17791AFDE60}" type="presOf" srcId="{4589911E-A2B4-2943-BB6B-FC942A66609E}" destId="{4C5F2305-DEC7-E94A-9F41-3DC1E39C222F}" srcOrd="0" destOrd="0" presId="urn:microsoft.com/office/officeart/2005/8/layout/vList5"/>
    <dgm:cxn modelId="{C6338A89-8CBC-0949-9504-BA78AA7FC6C0}" srcId="{62A2CE2F-42C9-5A45-A1ED-1EDC0DCE7C6E}" destId="{4589911E-A2B4-2943-BB6B-FC942A66609E}" srcOrd="0" destOrd="0" parTransId="{3804C333-A528-3D4B-9A04-DA4906C64F4A}" sibTransId="{95FD921D-3BF3-CF4A-93BB-25375E543B8F}"/>
    <dgm:cxn modelId="{A13AB68C-8959-1A4C-8C5B-732DAA670116}" srcId="{27549AAE-54DF-9E4E-8954-959D3DCE217B}" destId="{1E96B065-1042-9A45-B6A6-E84EDB9357B1}" srcOrd="0" destOrd="0" parTransId="{5EF6F28D-F54E-C345-936E-94228984CB29}" sibTransId="{0DDB8904-E3C2-1B4D-85B0-938B96499B03}"/>
    <dgm:cxn modelId="{5A7324A7-D04F-A245-9022-F7C87D319816}" srcId="{901CA3BF-2603-3E43-92CE-3E7C8C00FC6F}" destId="{F8D9421B-8CB4-2B41-AB9A-693E1033C552}" srcOrd="0" destOrd="0" parTransId="{ADB77184-1EE6-A440-84C8-FECEA638B7F0}" sibTransId="{E7D0CEC9-A18E-4E4F-8B65-775F185CF588}"/>
    <dgm:cxn modelId="{188CCDD5-B7CE-5944-A56A-4CCC2B51F10A}" srcId="{862B6871-8A2A-C648-9E24-CA85C798F6DD}" destId="{27549AAE-54DF-9E4E-8954-959D3DCE217B}" srcOrd="2" destOrd="0" parTransId="{72C89A03-4823-E44F-96C0-C200DDE301EF}" sibTransId="{CFDDF15F-2BFB-4D42-83D6-DA5269396FA7}"/>
    <dgm:cxn modelId="{39C1E6EC-752C-C741-8610-8A93B6E2F513}" srcId="{862B6871-8A2A-C648-9E24-CA85C798F6DD}" destId="{62A2CE2F-42C9-5A45-A1ED-1EDC0DCE7C6E}" srcOrd="0" destOrd="0" parTransId="{57066B3A-7D50-4542-B470-8DE0BB1DE316}" sibTransId="{017057BA-A489-A64A-A112-B7EE746137BE}"/>
    <dgm:cxn modelId="{01BE0AF7-2F53-FE43-B71D-E7800FA3D4F1}" type="presOf" srcId="{27549AAE-54DF-9E4E-8954-959D3DCE217B}" destId="{C1608598-F642-2D4B-952D-1949748B486F}" srcOrd="0" destOrd="0" presId="urn:microsoft.com/office/officeart/2005/8/layout/vList5"/>
    <dgm:cxn modelId="{0DACE156-9341-DA4F-ADD5-2694F11A34EC}" type="presParOf" srcId="{180103D0-D7D4-6643-A876-DE9BC8064574}" destId="{B54C1BD3-B586-284E-BD71-D12866D8545B}" srcOrd="0" destOrd="0" presId="urn:microsoft.com/office/officeart/2005/8/layout/vList5"/>
    <dgm:cxn modelId="{BF3759C8-9E9B-E448-B1F7-D2885A623872}" type="presParOf" srcId="{B54C1BD3-B586-284E-BD71-D12866D8545B}" destId="{E0A02BEB-33BD-9B4A-8053-C2D8BE496F33}" srcOrd="0" destOrd="0" presId="urn:microsoft.com/office/officeart/2005/8/layout/vList5"/>
    <dgm:cxn modelId="{6DF442E8-0475-3B4E-9D10-80D27F2697FB}" type="presParOf" srcId="{B54C1BD3-B586-284E-BD71-D12866D8545B}" destId="{4C5F2305-DEC7-E94A-9F41-3DC1E39C222F}" srcOrd="1" destOrd="0" presId="urn:microsoft.com/office/officeart/2005/8/layout/vList5"/>
    <dgm:cxn modelId="{9DA1B3C0-6A2E-7647-AC1D-F6D2ACE25536}" type="presParOf" srcId="{180103D0-D7D4-6643-A876-DE9BC8064574}" destId="{54EE65AC-6E95-FA4A-938A-AC93D218560A}" srcOrd="1" destOrd="0" presId="urn:microsoft.com/office/officeart/2005/8/layout/vList5"/>
    <dgm:cxn modelId="{2C3A29D0-BE82-514B-91D1-24FB8527F164}" type="presParOf" srcId="{180103D0-D7D4-6643-A876-DE9BC8064574}" destId="{D8FA22F7-7B16-2F4A-96ED-91E6BBC6B937}" srcOrd="2" destOrd="0" presId="urn:microsoft.com/office/officeart/2005/8/layout/vList5"/>
    <dgm:cxn modelId="{46E0CBF0-27FC-2948-B9BD-6F4CB6D496D7}" type="presParOf" srcId="{D8FA22F7-7B16-2F4A-96ED-91E6BBC6B937}" destId="{A6EC7314-7CD6-674C-9233-932F91AB28F4}" srcOrd="0" destOrd="0" presId="urn:microsoft.com/office/officeart/2005/8/layout/vList5"/>
    <dgm:cxn modelId="{787F7712-7063-5E4C-943C-1A93B50D5B80}" type="presParOf" srcId="{D8FA22F7-7B16-2F4A-96ED-91E6BBC6B937}" destId="{35BA1301-0431-3242-AEC8-DADC638DF515}" srcOrd="1" destOrd="0" presId="urn:microsoft.com/office/officeart/2005/8/layout/vList5"/>
    <dgm:cxn modelId="{A012709D-C6FA-1648-A9D2-5BA3C42270B7}" type="presParOf" srcId="{180103D0-D7D4-6643-A876-DE9BC8064574}" destId="{532C0533-C9B7-2C42-999C-F7DAFBE4A952}" srcOrd="3" destOrd="0" presId="urn:microsoft.com/office/officeart/2005/8/layout/vList5"/>
    <dgm:cxn modelId="{D13BAC3F-573C-A74E-8B44-7517B3375F6B}" type="presParOf" srcId="{180103D0-D7D4-6643-A876-DE9BC8064574}" destId="{13CA5773-BC56-124F-81E3-8B16DBC55F52}" srcOrd="4" destOrd="0" presId="urn:microsoft.com/office/officeart/2005/8/layout/vList5"/>
    <dgm:cxn modelId="{FDCD09D7-7B39-E541-9BA1-6A068AF28DE5}" type="presParOf" srcId="{13CA5773-BC56-124F-81E3-8B16DBC55F52}" destId="{C1608598-F642-2D4B-952D-1949748B486F}" srcOrd="0" destOrd="0" presId="urn:microsoft.com/office/officeart/2005/8/layout/vList5"/>
    <dgm:cxn modelId="{70722749-830D-BE4D-8563-CD458B6A9A88}" type="presParOf" srcId="{13CA5773-BC56-124F-81E3-8B16DBC55F52}" destId="{64117DD4-603F-6F46-9AED-BC6743D1CD4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a:t>Intro</a:t>
          </a:r>
          <a:endParaRPr lang="en-US" dirty="0"/>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a:solidFill>
          <a:schemeClr val="accent1">
            <a:lumMod val="60000"/>
            <a:lumOff val="40000"/>
          </a:schemeClr>
        </a:solidFill>
        <a:ln>
          <a:solidFill>
            <a:schemeClr val="tx1"/>
          </a:solidFill>
        </a:ln>
      </dgm:spPr>
      <dgm:t>
        <a:bodyPr/>
        <a:lstStyle/>
        <a:p>
          <a:r>
            <a:rPr lang="en-US" dirty="0">
              <a:solidFill>
                <a:schemeClr val="tx1"/>
              </a:solidFill>
            </a:rPr>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862B6871-8A2A-C648-9E24-CA85C798F6DD}"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62A2CE2F-42C9-5A45-A1ED-1EDC0DCE7C6E}">
          <dgm:prSet custT="1"/>
          <dgm:spPr/>
          <dgm:t>
            <a:bodyPr/>
            <a:lstStyle/>
            <a:p>
              <a:pPr/>
              <a14:m>
                <m:oMathPara xmlns:m="http://schemas.openxmlformats.org/officeDocument/2006/math">
                  <m:oMathParaPr>
                    <m:jc m:val="centerGroup"/>
                  </m:oMathParaPr>
                  <m:oMath xmlns:m="http://schemas.openxmlformats.org/officeDocument/2006/math">
                    <m:sSub>
                      <m:sSubPr>
                        <m:ctrlPr>
                          <a:rPr lang="en-DK" sz="2000" i="1" smtClean="0">
                            <a:latin typeface="Cambria Math" panose="02040503050406030204" pitchFamily="18" charset="0"/>
                          </a:rPr>
                        </m:ctrlPr>
                      </m:sSubPr>
                      <m:e>
                        <m:r>
                          <m:rPr>
                            <m:sty m:val="p"/>
                          </m:rPr>
                          <a:rPr lang="en-DK" sz="2000" i="1">
                            <a:latin typeface="Cambria Math" panose="02040503050406030204" pitchFamily="18" charset="0"/>
                          </a:rPr>
                          <m:t>Σ</m:t>
                        </m:r>
                      </m:e>
                      <m:sub>
                        <m:r>
                          <a:rPr lang="en-DK" sz="2000" i="1">
                            <a:latin typeface="Cambria Math" panose="02040503050406030204" pitchFamily="18" charset="0"/>
                          </a:rPr>
                          <m:t>𝑡</m:t>
                        </m:r>
                      </m:sub>
                    </m:sSub>
                    <m:r>
                      <a:rPr lang="en-DK" sz="2000" i="1">
                        <a:latin typeface="Cambria Math" panose="02040503050406030204" pitchFamily="18" charset="0"/>
                      </a:rPr>
                      <m:t>=</m:t>
                    </m:r>
                    <m:r>
                      <a:rPr lang="en-DK" sz="2000" i="1">
                        <a:latin typeface="Cambria Math" panose="02040503050406030204" pitchFamily="18" charset="0"/>
                      </a:rPr>
                      <m:t>𝑛</m:t>
                    </m:r>
                    <m:sSub>
                      <m:sSubPr>
                        <m:ctrlPr>
                          <a:rPr lang="en-DK" sz="2000" i="1">
                            <a:latin typeface="Cambria Math" panose="02040503050406030204" pitchFamily="18" charset="0"/>
                          </a:rPr>
                        </m:ctrlPr>
                      </m:sSubPr>
                      <m:e>
                        <m:r>
                          <a:rPr lang="en-DK" sz="2000" i="1">
                            <a:latin typeface="Cambria Math" panose="02040503050406030204" pitchFamily="18" charset="0"/>
                          </a:rPr>
                          <m:t>𝜎</m:t>
                        </m:r>
                      </m:e>
                      <m:sub>
                        <m:r>
                          <a:rPr lang="en-DK" sz="2000" i="1">
                            <a:latin typeface="Cambria Math" panose="02040503050406030204" pitchFamily="18" charset="0"/>
                          </a:rPr>
                          <m:t>𝑡</m:t>
                        </m:r>
                      </m:sub>
                    </m:sSub>
                  </m:oMath>
                </m:oMathPara>
              </a14:m>
              <a:endParaRPr lang="en-DK" sz="2000" dirty="0"/>
            </a:p>
          </dgm:t>
        </dgm:pt>
      </mc:Choice>
      <mc:Fallback xmlns="">
        <dgm:pt modelId="{62A2CE2F-42C9-5A45-A1ED-1EDC0DCE7C6E}">
          <dgm:prSet custT="1"/>
          <dgm:spPr/>
          <dgm:t>
            <a:bodyPr/>
            <a:lstStyle/>
            <a:p>
              <a:r>
                <a:rPr lang="en-DK" sz="2000" i="0"/>
                <a:t>Σ_𝑡=𝑛𝜎_𝑡</a:t>
              </a:r>
              <a:endParaRPr lang="en-DK" sz="2000" dirty="0"/>
            </a:p>
          </dgm:t>
        </dgm:pt>
      </mc:Fallback>
    </mc:AlternateContent>
    <dgm:pt modelId="{57066B3A-7D50-4542-B470-8DE0BB1DE316}" type="parTrans" cxnId="{39C1E6EC-752C-C741-8610-8A93B6E2F513}">
      <dgm:prSet/>
      <dgm:spPr/>
      <dgm:t>
        <a:bodyPr/>
        <a:lstStyle/>
        <a:p>
          <a:endParaRPr lang="en-US"/>
        </a:p>
      </dgm:t>
    </dgm:pt>
    <dgm:pt modelId="{017057BA-A489-A64A-A112-B7EE746137BE}" type="sibTrans" cxnId="{39C1E6EC-752C-C741-8610-8A93B6E2F513}">
      <dgm:prSet/>
      <dgm:spPr/>
      <dgm:t>
        <a:bodyPr/>
        <a:lstStyle/>
        <a:p>
          <a:endParaRPr lang="en-US"/>
        </a:p>
      </dgm:t>
    </dgm:pt>
    <dgm:pt modelId="{4589911E-A2B4-2943-BB6B-FC942A66609E}">
      <dgm:prSet custT="1"/>
      <dgm:spPr/>
      <dgm:t>
        <a:bodyPr/>
        <a:lstStyle/>
        <a:p>
          <a:pPr>
            <a:buNone/>
          </a:pPr>
          <a:r>
            <a:rPr lang="en-US" sz="2800" dirty="0"/>
            <a:t>The macroscopic cross section</a:t>
          </a:r>
          <a:endParaRPr lang="en-DK" sz="2800" dirty="0"/>
        </a:p>
      </dgm:t>
    </dgm:pt>
    <dgm:pt modelId="{3804C333-A528-3D4B-9A04-DA4906C64F4A}" type="parTrans" cxnId="{C6338A89-8CBC-0949-9504-BA78AA7FC6C0}">
      <dgm:prSet/>
      <dgm:spPr/>
      <dgm:t>
        <a:bodyPr/>
        <a:lstStyle/>
        <a:p>
          <a:endParaRPr lang="en-US"/>
        </a:p>
      </dgm:t>
    </dgm:pt>
    <dgm:pt modelId="{95FD921D-3BF3-CF4A-93BB-25375E543B8F}" type="sibTrans" cxnId="{C6338A89-8CBC-0949-9504-BA78AA7FC6C0}">
      <dgm:prSet/>
      <dgm:spPr/>
      <dgm:t>
        <a:bodyPr/>
        <a:lstStyle/>
        <a:p>
          <a:endParaRPr lang="en-US"/>
        </a:p>
      </dgm:t>
    </dgm:pt>
    <mc:AlternateContent xmlns:mc="http://schemas.openxmlformats.org/markup-compatibility/2006" xmlns:a14="http://schemas.microsoft.com/office/drawing/2010/main">
      <mc:Choice Requires="a14">
        <dgm:pt modelId="{901CA3BF-2603-3E43-92CE-3E7C8C00FC6F}">
          <dgm:prSet custT="1"/>
          <dgm:spPr/>
          <dgm:t>
            <a:bodyPr/>
            <a:lstStyle/>
            <a:p>
              <a:pPr/>
              <a14:m>
                <m:oMathPara xmlns:m="http://schemas.openxmlformats.org/officeDocument/2006/math">
                  <m:oMathParaPr>
                    <m:jc m:val="centerGroup"/>
                  </m:oMathParaPr>
                  <m:oMath xmlns:m="http://schemas.openxmlformats.org/officeDocument/2006/math">
                    <m:r>
                      <a:rPr lang="en-DK" sz="2000" i="1" smtClean="0">
                        <a:latin typeface="Cambria Math" panose="02040503050406030204" pitchFamily="18" charset="0"/>
                      </a:rPr>
                      <m:t>𝑠</m:t>
                    </m:r>
                    <m:r>
                      <a:rPr lang="en-DK" sz="2000" i="1" smtClean="0">
                        <a:latin typeface="Cambria Math" panose="02040503050406030204" pitchFamily="18" charset="0"/>
                      </a:rPr>
                      <m:t>=−</m:t>
                    </m:r>
                    <m:f>
                      <m:fPr>
                        <m:ctrlPr>
                          <a:rPr lang="en-DK" sz="2000" i="1">
                            <a:latin typeface="Cambria Math" panose="02040503050406030204" pitchFamily="18" charset="0"/>
                          </a:rPr>
                        </m:ctrlPr>
                      </m:fPr>
                      <m:num>
                        <m:func>
                          <m:funcPr>
                            <m:ctrlPr>
                              <a:rPr lang="en-DK" sz="2000" i="1">
                                <a:latin typeface="Cambria Math" panose="02040503050406030204" pitchFamily="18" charset="0"/>
                              </a:rPr>
                            </m:ctrlPr>
                          </m:funcPr>
                          <m:fName>
                            <m:r>
                              <m:rPr>
                                <m:sty m:val="p"/>
                              </m:rPr>
                              <a:rPr lang="en-DK" sz="2000">
                                <a:latin typeface="Cambria Math" panose="02040503050406030204" pitchFamily="18" charset="0"/>
                              </a:rPr>
                              <m:t>ln</m:t>
                            </m:r>
                          </m:fName>
                          <m:e>
                            <m:r>
                              <a:rPr lang="en-DK" sz="2000" i="1">
                                <a:latin typeface="Cambria Math" panose="02040503050406030204" pitchFamily="18" charset="0"/>
                              </a:rPr>
                              <m:t>𝒰</m:t>
                            </m:r>
                          </m:e>
                        </m:func>
                      </m:num>
                      <m:den>
                        <m:sSub>
                          <m:sSubPr>
                            <m:ctrlPr>
                              <a:rPr lang="en-DK" sz="2000" i="1">
                                <a:latin typeface="Cambria Math" panose="02040503050406030204" pitchFamily="18" charset="0"/>
                              </a:rPr>
                            </m:ctrlPr>
                          </m:sSubPr>
                          <m:e>
                            <m:r>
                              <m:rPr>
                                <m:sty m:val="p"/>
                              </m:rPr>
                              <a:rPr lang="en-DK" sz="2000" i="1">
                                <a:latin typeface="Cambria Math" panose="02040503050406030204" pitchFamily="18" charset="0"/>
                              </a:rPr>
                              <m:t>Σ</m:t>
                            </m:r>
                          </m:e>
                          <m:sub>
                            <m:r>
                              <a:rPr lang="en-DK" sz="2000" i="1">
                                <a:latin typeface="Cambria Math" panose="02040503050406030204" pitchFamily="18" charset="0"/>
                              </a:rPr>
                              <m:t>𝑡</m:t>
                            </m:r>
                          </m:sub>
                        </m:sSub>
                      </m:den>
                    </m:f>
                    <m:r>
                      <a:rPr lang="da-DK" sz="2000" b="0" i="1" smtClean="0">
                        <a:latin typeface="Cambria Math" panose="02040503050406030204" pitchFamily="18" charset="0"/>
                      </a:rPr>
                      <m:t>,  </m:t>
                    </m:r>
                    <m:r>
                      <a:rPr lang="da-DK" sz="2000" b="0" i="1" smtClean="0">
                        <a:latin typeface="Cambria Math" panose="02040503050406030204" pitchFamily="18" charset="0"/>
                        <a:ea typeface="Cambria Math" panose="02040503050406030204" pitchFamily="18" charset="0"/>
                      </a:rPr>
                      <m:t>𝒰</m:t>
                    </m:r>
                    <m:r>
                      <a:rPr lang="da-DK" sz="2000" b="0" i="1" smtClean="0">
                        <a:latin typeface="Cambria Math" panose="02040503050406030204" pitchFamily="18" charset="0"/>
                        <a:ea typeface="Cambria Math" panose="02040503050406030204" pitchFamily="18" charset="0"/>
                      </a:rPr>
                      <m:t>∈(0,1]</m:t>
                    </m:r>
                  </m:oMath>
                </m:oMathPara>
              </a14:m>
              <a:endParaRPr lang="en-DK" sz="2000" dirty="0"/>
            </a:p>
          </dgm:t>
        </dgm:pt>
      </mc:Choice>
      <mc:Fallback xmlns="">
        <dgm:pt modelId="{901CA3BF-2603-3E43-92CE-3E7C8C00FC6F}">
          <dgm:prSet custT="1"/>
          <dgm:spPr/>
          <dgm:t>
            <a:bodyPr/>
            <a:lstStyle/>
            <a:p>
              <a:pPr/>
              <a:r>
                <a:rPr lang="en-DK" sz="2000" i="0">
                  <a:latin typeface="Cambria Math" panose="02040503050406030204" pitchFamily="18" charset="0"/>
                </a:rPr>
                <a:t>𝑠=−ln⁡𝒰/Σ_𝑡 </a:t>
              </a:r>
              <a:r>
                <a:rPr lang="da-DK" sz="2000" b="0" i="0">
                  <a:latin typeface="Cambria Math" panose="02040503050406030204" pitchFamily="18" charset="0"/>
                </a:rPr>
                <a:t>,  </a:t>
              </a:r>
              <a:r>
                <a:rPr lang="da-DK" sz="2000" b="0" i="0">
                  <a:latin typeface="Cambria Math" panose="02040503050406030204" pitchFamily="18" charset="0"/>
                  <a:ea typeface="Cambria Math" panose="02040503050406030204" pitchFamily="18" charset="0"/>
                </a:rPr>
                <a:t>𝒰∈(0,1]</a:t>
              </a:r>
              <a:endParaRPr lang="en-DK" sz="2000" dirty="0"/>
            </a:p>
          </dgm:t>
        </dgm:pt>
      </mc:Fallback>
    </mc:AlternateContent>
    <dgm:pt modelId="{3D3090F6-30D5-3344-B37D-C213E25419AA}" type="parTrans" cxnId="{6A10EB4D-9D43-AD46-8F00-8ED0090FC65D}">
      <dgm:prSet/>
      <dgm:spPr/>
      <dgm:t>
        <a:bodyPr/>
        <a:lstStyle/>
        <a:p>
          <a:endParaRPr lang="en-US"/>
        </a:p>
      </dgm:t>
    </dgm:pt>
    <dgm:pt modelId="{AC170D79-1731-1C46-892A-D41F7711D8FA}" type="sibTrans" cxnId="{6A10EB4D-9D43-AD46-8F00-8ED0090FC65D}">
      <dgm:prSet/>
      <dgm:spPr/>
      <dgm:t>
        <a:bodyPr/>
        <a:lstStyle/>
        <a:p>
          <a:endParaRPr lang="en-US"/>
        </a:p>
      </dgm:t>
    </dgm:pt>
    <dgm:pt modelId="{F8D9421B-8CB4-2B41-AB9A-693E1033C552}">
      <dgm:prSet custT="1"/>
      <dgm:spPr/>
      <dgm:t>
        <a:bodyPr/>
        <a:lstStyle/>
        <a:p>
          <a:pPr>
            <a:buNone/>
          </a:pPr>
          <a:r>
            <a:rPr lang="en-DK" sz="2800" dirty="0"/>
            <a:t>Sampled free-flight distance</a:t>
          </a:r>
        </a:p>
      </dgm:t>
    </dgm:pt>
    <dgm:pt modelId="{ADB77184-1EE6-A440-84C8-FECEA638B7F0}" type="parTrans" cxnId="{5A7324A7-D04F-A245-9022-F7C87D319816}">
      <dgm:prSet/>
      <dgm:spPr/>
      <dgm:t>
        <a:bodyPr/>
        <a:lstStyle/>
        <a:p>
          <a:endParaRPr lang="en-US"/>
        </a:p>
      </dgm:t>
    </dgm:pt>
    <dgm:pt modelId="{E7D0CEC9-A18E-4E4F-8B65-775F185CF588}" type="sibTrans" cxnId="{5A7324A7-D04F-A245-9022-F7C87D319816}">
      <dgm:prSet/>
      <dgm:spPr/>
      <dgm:t>
        <a:bodyPr/>
        <a:lstStyle/>
        <a:p>
          <a:endParaRPr lang="en-US"/>
        </a:p>
      </dgm:t>
    </dgm:pt>
    <mc:AlternateContent xmlns:mc="http://schemas.openxmlformats.org/markup-compatibility/2006" xmlns:a14="http://schemas.microsoft.com/office/drawing/2010/main">
      <mc:Choice Requires="a14">
        <dgm:pt modelId="{27549AAE-54DF-9E4E-8954-959D3DCE217B}">
          <dgm:prSet custT="1"/>
          <dgm:spPr/>
          <dgm:t>
            <a:bodyPr/>
            <a:lstStyle/>
            <a:p>
              <a:pPr/>
              <a14:m>
                <m:oMathPara xmlns:m="http://schemas.openxmlformats.org/officeDocument/2006/math">
                  <m:oMathParaPr>
                    <m:jc m:val="centerGroup"/>
                  </m:oMathParaPr>
                  <m:oMath xmlns:m="http://schemas.openxmlformats.org/officeDocument/2006/math">
                    <m:sSubSup>
                      <m:sSubSupPr>
                        <m:ctrlPr>
                          <a:rPr lang="en-DK" sz="2000" i="1" smtClean="0">
                            <a:latin typeface="Cambria Math" panose="02040503050406030204" pitchFamily="18" charset="0"/>
                          </a:rPr>
                        </m:ctrlPr>
                      </m:sSubSupPr>
                      <m:e>
                        <m:r>
                          <a:rPr lang="en-DK" sz="2000" i="1">
                            <a:latin typeface="Cambria Math" panose="02040503050406030204" pitchFamily="18" charset="0"/>
                          </a:rPr>
                          <m:t>𝐼</m:t>
                        </m:r>
                      </m:e>
                      <m:sub>
                        <m:r>
                          <m:rPr>
                            <m:sty m:val="p"/>
                          </m:rPr>
                          <a:rPr lang="en-DK" sz="2000">
                            <a:latin typeface="Cambria Math" panose="02040503050406030204" pitchFamily="18" charset="0"/>
                          </a:rPr>
                          <m:t>exp</m:t>
                        </m:r>
                      </m:sub>
                      <m:sup>
                        <m:r>
                          <a:rPr lang="en-DK" sz="2000" i="1">
                            <a:latin typeface="Cambria Math" panose="02040503050406030204" pitchFamily="18" charset="0"/>
                          </a:rPr>
                          <m:t>(1)</m:t>
                        </m:r>
                      </m:sup>
                    </m:sSubSup>
                    <m:r>
                      <a:rPr lang="en-DK" sz="2000" i="1">
                        <a:latin typeface="Cambria Math" panose="02040503050406030204" pitchFamily="18" charset="0"/>
                      </a:rPr>
                      <m:t>=</m:t>
                    </m:r>
                    <m:r>
                      <m:rPr>
                        <m:sty m:val="p"/>
                      </m:rPr>
                      <a:rPr lang="en-DK" sz="2000" i="1">
                        <a:latin typeface="Cambria Math" panose="02040503050406030204" pitchFamily="18" charset="0"/>
                      </a:rPr>
                      <m:t>Ψ</m:t>
                    </m:r>
                    <m:r>
                      <a:rPr lang="en-DK" sz="2000" i="1">
                        <a:latin typeface="Cambria Math" panose="02040503050406030204" pitchFamily="18" charset="0"/>
                      </a:rPr>
                      <m:t>𝑁</m:t>
                    </m:r>
                    <m:sSub>
                      <m:sSubPr>
                        <m:ctrlPr>
                          <a:rPr lang="en-DK" sz="2000" i="1">
                            <a:latin typeface="Cambria Math" panose="02040503050406030204" pitchFamily="18" charset="0"/>
                          </a:rPr>
                        </m:ctrlPr>
                      </m:sSubPr>
                      <m:e>
                        <m:r>
                          <a:rPr lang="en-DK" sz="2000" i="1">
                            <a:latin typeface="Cambria Math" panose="02040503050406030204" pitchFamily="18" charset="0"/>
                          </a:rPr>
                          <m:t>𝜎</m:t>
                        </m:r>
                      </m:e>
                      <m:sub>
                        <m:r>
                          <m:rPr>
                            <m:sty m:val="p"/>
                          </m:rPr>
                          <a:rPr lang="en-DK" sz="2000">
                            <a:latin typeface="Cambria Math" panose="02040503050406030204" pitchFamily="18" charset="0"/>
                          </a:rPr>
                          <m:t>inc</m:t>
                        </m:r>
                        <m:r>
                          <a:rPr lang="en-DK" sz="2000">
                            <a:latin typeface="Cambria Math" panose="02040503050406030204" pitchFamily="18" charset="0"/>
                          </a:rPr>
                          <m:t>,</m:t>
                        </m:r>
                        <m:r>
                          <m:rPr>
                            <m:sty m:val="p"/>
                          </m:rPr>
                          <a:rPr lang="en-DK" sz="2000">
                            <a:latin typeface="Cambria Math" panose="02040503050406030204" pitchFamily="18" charset="0"/>
                          </a:rPr>
                          <m:t>V</m:t>
                        </m:r>
                      </m:sub>
                    </m:sSub>
                    <m:f>
                      <m:fPr>
                        <m:ctrlPr>
                          <a:rPr lang="en-DK" sz="2000" i="1">
                            <a:latin typeface="Cambria Math" panose="02040503050406030204" pitchFamily="18" charset="0"/>
                          </a:rPr>
                        </m:ctrlPr>
                      </m:fPr>
                      <m:num>
                        <m:r>
                          <m:rPr>
                            <m:sty m:val="p"/>
                          </m:rPr>
                          <a:rPr lang="en-DK" sz="2000" i="1">
                            <a:latin typeface="Cambria Math" panose="02040503050406030204" pitchFamily="18" charset="0"/>
                          </a:rPr>
                          <m:t>ΔΩ</m:t>
                        </m:r>
                      </m:num>
                      <m:den>
                        <m:r>
                          <a:rPr lang="en-DK" sz="2000" i="1">
                            <a:latin typeface="Cambria Math" panose="02040503050406030204" pitchFamily="18" charset="0"/>
                          </a:rPr>
                          <m:t>4</m:t>
                        </m:r>
                        <m:r>
                          <a:rPr lang="en-DK" sz="2000" i="1">
                            <a:latin typeface="Cambria Math" panose="02040503050406030204" pitchFamily="18" charset="0"/>
                          </a:rPr>
                          <m:t>𝜋</m:t>
                        </m:r>
                      </m:den>
                    </m:f>
                  </m:oMath>
                </m:oMathPara>
              </a14:m>
              <a:endParaRPr lang="en-DK" sz="2000" dirty="0"/>
            </a:p>
          </dgm:t>
        </dgm:pt>
      </mc:Choice>
      <mc:Fallback xmlns="">
        <dgm:pt modelId="{27549AAE-54DF-9E4E-8954-959D3DCE217B}">
          <dgm:prSet custT="1"/>
          <dgm:spPr/>
          <dgm:t>
            <a:bodyPr/>
            <a:lstStyle/>
            <a:p>
              <a:r>
                <a:rPr lang="en-DK" sz="2000" i="0"/>
                <a:t>𝐼_exp^((1))=Ψ𝑁𝜎_(inc,V)  ΔΩ/4𝜋</a:t>
              </a:r>
              <a:endParaRPr lang="en-DK" sz="2000" dirty="0"/>
            </a:p>
          </dgm:t>
        </dgm:pt>
      </mc:Fallback>
    </mc:AlternateContent>
    <dgm:pt modelId="{72C89A03-4823-E44F-96C0-C200DDE301EF}" type="parTrans" cxnId="{188CCDD5-B7CE-5944-A56A-4CCC2B51F10A}">
      <dgm:prSet/>
      <dgm:spPr/>
      <dgm:t>
        <a:bodyPr/>
        <a:lstStyle/>
        <a:p>
          <a:endParaRPr lang="en-US"/>
        </a:p>
      </dgm:t>
    </dgm:pt>
    <dgm:pt modelId="{CFDDF15F-2BFB-4D42-83D6-DA5269396FA7}" type="sibTrans" cxnId="{188CCDD5-B7CE-5944-A56A-4CCC2B51F10A}">
      <dgm:prSet/>
      <dgm:spPr/>
      <dgm:t>
        <a:bodyPr/>
        <a:lstStyle/>
        <a:p>
          <a:endParaRPr lang="en-US"/>
        </a:p>
      </dgm:t>
    </dgm:pt>
    <dgm:pt modelId="{1E96B065-1042-9A45-B6A6-E84EDB9357B1}">
      <dgm:prSet custT="1"/>
      <dgm:spPr/>
      <dgm:t>
        <a:bodyPr/>
        <a:lstStyle/>
        <a:p>
          <a:pPr>
            <a:buNone/>
          </a:pPr>
          <a:r>
            <a:rPr lang="en-DK" sz="2800" dirty="0"/>
            <a:t>Expected single-scattering intensity</a:t>
          </a:r>
        </a:p>
      </dgm:t>
    </dgm:pt>
    <dgm:pt modelId="{5EF6F28D-F54E-C345-936E-94228984CB29}" type="parTrans" cxnId="{A13AB68C-8959-1A4C-8C5B-732DAA670116}">
      <dgm:prSet/>
      <dgm:spPr/>
      <dgm:t>
        <a:bodyPr/>
        <a:lstStyle/>
        <a:p>
          <a:endParaRPr lang="en-US"/>
        </a:p>
      </dgm:t>
    </dgm:pt>
    <dgm:pt modelId="{0DDB8904-E3C2-1B4D-85B0-938B96499B03}" type="sibTrans" cxnId="{A13AB68C-8959-1A4C-8C5B-732DAA670116}">
      <dgm:prSet/>
      <dgm:spPr/>
      <dgm:t>
        <a:bodyPr/>
        <a:lstStyle/>
        <a:p>
          <a:endParaRPr lang="en-US"/>
        </a:p>
      </dgm:t>
    </dgm:pt>
    <mc:AlternateContent xmlns:mc="http://schemas.openxmlformats.org/markup-compatibility/2006">
      <mc:Choice xmlns:a14="http://schemas.microsoft.com/office/drawing/2010/main" Requires="a14">
        <dgm:pt modelId="{27E5B125-957E-3D4C-A30A-5EBC5B6BEFCD}">
          <dgm:prSet custT="1"/>
          <dgm:spPr/>
          <dgm:t>
            <a:bodyPr/>
            <a:lstStyle/>
            <a:p>
              <a:pPr/>
              <a14:m>
                <m:oMathPara xmlns:m="http://schemas.openxmlformats.org/officeDocument/2006/math">
                  <m:oMathParaPr>
                    <m:jc m:val="centerGroup"/>
                  </m:oMathParaPr>
                  <m:oMath xmlns:m="http://schemas.openxmlformats.org/officeDocument/2006/math">
                    <m:r>
                      <a:rPr lang="en-DK" sz="2000" i="1" smtClean="0">
                        <a:latin typeface="Cambria Math" panose="02040503050406030204" pitchFamily="18" charset="0"/>
                      </a:rPr>
                      <m:t>𝑅</m:t>
                    </m:r>
                    <m:r>
                      <a:rPr lang="en-DK" sz="2000" i="1" smtClean="0">
                        <a:latin typeface="Cambria Math" panose="02040503050406030204" pitchFamily="18" charset="0"/>
                      </a:rPr>
                      <m:t>=</m:t>
                    </m:r>
                    <m:f>
                      <m:fPr>
                        <m:ctrlPr>
                          <a:rPr lang="en-DK" sz="2000" i="1">
                            <a:latin typeface="Cambria Math" panose="02040503050406030204" pitchFamily="18" charset="0"/>
                          </a:rPr>
                        </m:ctrlPr>
                      </m:fPr>
                      <m:num>
                        <m:sSub>
                          <m:sSubPr>
                            <m:ctrlPr>
                              <a:rPr lang="en-DK" sz="2000" i="1" smtClean="0">
                                <a:latin typeface="Cambria Math" panose="02040503050406030204" pitchFamily="18" charset="0"/>
                              </a:rPr>
                            </m:ctrlPr>
                          </m:sSubPr>
                          <m:e>
                            <m:r>
                              <a:rPr lang="da-DK" sz="2000" b="0" i="1" smtClean="0">
                                <a:latin typeface="Cambria Math" panose="02040503050406030204" pitchFamily="18" charset="0"/>
                              </a:rPr>
                              <m:t>𝐼</m:t>
                            </m:r>
                          </m:e>
                          <m:sub>
                            <m:r>
                              <m:rPr>
                                <m:sty m:val="p"/>
                              </m:rPr>
                              <a:rPr lang="da-DK" sz="2000" b="0" i="0" smtClean="0">
                                <a:latin typeface="Cambria Math" panose="02040503050406030204" pitchFamily="18" charset="0"/>
                              </a:rPr>
                              <m:t>obs</m:t>
                            </m:r>
                          </m:sub>
                        </m:sSub>
                      </m:num>
                      <m:den>
                        <m:sSubSup>
                          <m:sSubSupPr>
                            <m:ctrlPr>
                              <a:rPr lang="en-DK" sz="2000" i="1">
                                <a:latin typeface="Cambria Math" panose="02040503050406030204" pitchFamily="18" charset="0"/>
                              </a:rPr>
                            </m:ctrlPr>
                          </m:sSubSupPr>
                          <m:e>
                            <m:r>
                              <a:rPr lang="en-DK" sz="2000" i="1">
                                <a:latin typeface="Cambria Math" panose="02040503050406030204" pitchFamily="18" charset="0"/>
                              </a:rPr>
                              <m:t>𝐼</m:t>
                            </m:r>
                          </m:e>
                          <m:sub>
                            <m:r>
                              <m:rPr>
                                <m:sty m:val="p"/>
                              </m:rPr>
                              <a:rPr lang="en-DK" sz="2000">
                                <a:latin typeface="Cambria Math" panose="02040503050406030204" pitchFamily="18" charset="0"/>
                              </a:rPr>
                              <m:t>exp</m:t>
                            </m:r>
                          </m:sub>
                          <m:sup>
                            <m:r>
                              <a:rPr lang="en-DK" sz="2000" i="1">
                                <a:latin typeface="Cambria Math" panose="02040503050406030204" pitchFamily="18" charset="0"/>
                              </a:rPr>
                              <m:t>(1)</m:t>
                            </m:r>
                          </m:sup>
                        </m:sSubSup>
                      </m:den>
                    </m:f>
                  </m:oMath>
                </m:oMathPara>
              </a14:m>
              <a:endParaRPr lang="en-DK" sz="2000" dirty="0"/>
            </a:p>
          </dgm:t>
        </dgm:pt>
      </mc:Choice>
      <mc:Fallback>
        <dgm:pt modelId="{27E5B125-957E-3D4C-A30A-5EBC5B6BEFCD}">
          <dgm:prSet custT="1"/>
          <dgm:spPr/>
          <dgm:t>
            <a:bodyPr/>
            <a:lstStyle/>
            <a:p>
              <a:pPr/>
              <a:r>
                <a:rPr lang="en-DK" sz="2000" i="0">
                  <a:latin typeface="Cambria Math" panose="02040503050406030204" pitchFamily="18" charset="0"/>
                </a:rPr>
                <a:t>𝑅=</a:t>
              </a:r>
              <a:r>
                <a:rPr lang="da-DK" sz="2000" b="0" i="0">
                  <a:latin typeface="Cambria Math" panose="02040503050406030204" pitchFamily="18" charset="0"/>
                </a:rPr>
                <a:t>𝐼</a:t>
              </a:r>
              <a:r>
                <a:rPr lang="en-DK" sz="2000" b="0" i="0">
                  <a:latin typeface="Cambria Math" panose="02040503050406030204" pitchFamily="18" charset="0"/>
                </a:rPr>
                <a:t>_</a:t>
              </a:r>
              <a:r>
                <a:rPr lang="da-DK" sz="2000" b="0" i="0">
                  <a:latin typeface="Cambria Math" panose="02040503050406030204" pitchFamily="18" charset="0"/>
                </a:rPr>
                <a:t>obs</a:t>
              </a:r>
              <a:r>
                <a:rPr lang="en-DK" sz="2000" b="0" i="0">
                  <a:latin typeface="Cambria Math" panose="02040503050406030204" pitchFamily="18" charset="0"/>
                </a:rPr>
                <a:t>/(</a:t>
              </a:r>
              <a:r>
                <a:rPr lang="en-DK" sz="2000" i="0">
                  <a:latin typeface="Cambria Math" panose="02040503050406030204" pitchFamily="18" charset="0"/>
                </a:rPr>
                <a:t>𝐼_exp^((1)) )</a:t>
              </a:r>
              <a:endParaRPr lang="en-DK" sz="2000" dirty="0"/>
            </a:p>
          </dgm:t>
        </dgm:pt>
      </mc:Fallback>
    </mc:AlternateContent>
    <dgm:pt modelId="{BDC4B490-09B7-7248-A590-7BD439BC966C}" type="parTrans" cxnId="{BD80EC9A-F7E1-A44F-8EF3-441FB7FC16F0}">
      <dgm:prSet/>
      <dgm:spPr/>
      <dgm:t>
        <a:bodyPr/>
        <a:lstStyle/>
        <a:p>
          <a:endParaRPr lang="en-US"/>
        </a:p>
      </dgm:t>
    </dgm:pt>
    <dgm:pt modelId="{7B1FD400-5BD3-F148-A3A2-C7E3B6F4CF12}" type="sibTrans" cxnId="{BD80EC9A-F7E1-A44F-8EF3-441FB7FC16F0}">
      <dgm:prSet/>
      <dgm:spPr/>
      <dgm:t>
        <a:bodyPr/>
        <a:lstStyle/>
        <a:p>
          <a:endParaRPr lang="en-US"/>
        </a:p>
      </dgm:t>
    </dgm:pt>
    <dgm:pt modelId="{D9DF0807-E589-5F45-AF1D-59D81505BDC1}">
      <dgm:prSet custT="1"/>
      <dgm:spPr/>
      <dgm:t>
        <a:bodyPr/>
        <a:lstStyle/>
        <a:p>
          <a:pPr>
            <a:buNone/>
          </a:pPr>
          <a:r>
            <a:rPr lang="en-DK" sz="2800" dirty="0"/>
            <a:t>Observed-to-expected ratio</a:t>
          </a:r>
        </a:p>
      </dgm:t>
    </dgm:pt>
    <dgm:pt modelId="{40C924EB-3F07-4146-BB3A-4E9D72D9C3FF}" type="parTrans" cxnId="{AB36E4C6-5113-0B49-8BF0-92E967162037}">
      <dgm:prSet/>
      <dgm:spPr/>
      <dgm:t>
        <a:bodyPr/>
        <a:lstStyle/>
        <a:p>
          <a:endParaRPr lang="en-US"/>
        </a:p>
      </dgm:t>
    </dgm:pt>
    <dgm:pt modelId="{1CDE44CA-A86F-B64B-AF94-500289DC7EC8}" type="sibTrans" cxnId="{AB36E4C6-5113-0B49-8BF0-92E967162037}">
      <dgm:prSet/>
      <dgm:spPr/>
      <dgm:t>
        <a:bodyPr/>
        <a:lstStyle/>
        <a:p>
          <a:endParaRPr lang="en-US"/>
        </a:p>
      </dgm:t>
    </dgm:pt>
    <dgm:pt modelId="{180103D0-D7D4-6643-A876-DE9BC8064574}" type="pres">
      <dgm:prSet presAssocID="{862B6871-8A2A-C648-9E24-CA85C798F6DD}" presName="Name0" presStyleCnt="0">
        <dgm:presLayoutVars>
          <dgm:dir/>
          <dgm:animLvl val="lvl"/>
          <dgm:resizeHandles val="exact"/>
        </dgm:presLayoutVars>
      </dgm:prSet>
      <dgm:spPr/>
    </dgm:pt>
    <dgm:pt modelId="{B54C1BD3-B586-284E-BD71-D12866D8545B}" type="pres">
      <dgm:prSet presAssocID="{62A2CE2F-42C9-5A45-A1ED-1EDC0DCE7C6E}" presName="linNode" presStyleCnt="0"/>
      <dgm:spPr/>
    </dgm:pt>
    <dgm:pt modelId="{E0A02BEB-33BD-9B4A-8053-C2D8BE496F33}" type="pres">
      <dgm:prSet presAssocID="{62A2CE2F-42C9-5A45-A1ED-1EDC0DCE7C6E}" presName="parentText" presStyleLbl="node1" presStyleIdx="0" presStyleCnt="4">
        <dgm:presLayoutVars>
          <dgm:chMax val="1"/>
          <dgm:bulletEnabled val="1"/>
        </dgm:presLayoutVars>
      </dgm:prSet>
      <dgm:spPr/>
    </dgm:pt>
    <dgm:pt modelId="{4C5F2305-DEC7-E94A-9F41-3DC1E39C222F}" type="pres">
      <dgm:prSet presAssocID="{62A2CE2F-42C9-5A45-A1ED-1EDC0DCE7C6E}" presName="descendantText" presStyleLbl="alignAccFollowNode1" presStyleIdx="0" presStyleCnt="4">
        <dgm:presLayoutVars>
          <dgm:bulletEnabled val="1"/>
        </dgm:presLayoutVars>
      </dgm:prSet>
      <dgm:spPr/>
    </dgm:pt>
    <dgm:pt modelId="{54EE65AC-6E95-FA4A-938A-AC93D218560A}" type="pres">
      <dgm:prSet presAssocID="{017057BA-A489-A64A-A112-B7EE746137BE}" presName="sp" presStyleCnt="0"/>
      <dgm:spPr/>
    </dgm:pt>
    <dgm:pt modelId="{D8FA22F7-7B16-2F4A-96ED-91E6BBC6B937}" type="pres">
      <dgm:prSet presAssocID="{901CA3BF-2603-3E43-92CE-3E7C8C00FC6F}" presName="linNode" presStyleCnt="0"/>
      <dgm:spPr/>
    </dgm:pt>
    <dgm:pt modelId="{A6EC7314-7CD6-674C-9233-932F91AB28F4}" type="pres">
      <dgm:prSet presAssocID="{901CA3BF-2603-3E43-92CE-3E7C8C00FC6F}" presName="parentText" presStyleLbl="node1" presStyleIdx="1" presStyleCnt="4">
        <dgm:presLayoutVars>
          <dgm:chMax val="1"/>
          <dgm:bulletEnabled val="1"/>
        </dgm:presLayoutVars>
      </dgm:prSet>
      <dgm:spPr/>
    </dgm:pt>
    <dgm:pt modelId="{35BA1301-0431-3242-AEC8-DADC638DF515}" type="pres">
      <dgm:prSet presAssocID="{901CA3BF-2603-3E43-92CE-3E7C8C00FC6F}" presName="descendantText" presStyleLbl="alignAccFollowNode1" presStyleIdx="1" presStyleCnt="4">
        <dgm:presLayoutVars>
          <dgm:bulletEnabled val="1"/>
        </dgm:presLayoutVars>
      </dgm:prSet>
      <dgm:spPr/>
    </dgm:pt>
    <dgm:pt modelId="{532C0533-C9B7-2C42-999C-F7DAFBE4A952}" type="pres">
      <dgm:prSet presAssocID="{AC170D79-1731-1C46-892A-D41F7711D8FA}" presName="sp" presStyleCnt="0"/>
      <dgm:spPr/>
    </dgm:pt>
    <dgm:pt modelId="{13CA5773-BC56-124F-81E3-8B16DBC55F52}" type="pres">
      <dgm:prSet presAssocID="{27549AAE-54DF-9E4E-8954-959D3DCE217B}" presName="linNode" presStyleCnt="0"/>
      <dgm:spPr/>
    </dgm:pt>
    <dgm:pt modelId="{C1608598-F642-2D4B-952D-1949748B486F}" type="pres">
      <dgm:prSet presAssocID="{27549AAE-54DF-9E4E-8954-959D3DCE217B}" presName="parentText" presStyleLbl="node1" presStyleIdx="2" presStyleCnt="4">
        <dgm:presLayoutVars>
          <dgm:chMax val="1"/>
          <dgm:bulletEnabled val="1"/>
        </dgm:presLayoutVars>
      </dgm:prSet>
      <dgm:spPr/>
    </dgm:pt>
    <dgm:pt modelId="{64117DD4-603F-6F46-9AED-BC6743D1CD47}" type="pres">
      <dgm:prSet presAssocID="{27549AAE-54DF-9E4E-8954-959D3DCE217B}" presName="descendantText" presStyleLbl="alignAccFollowNode1" presStyleIdx="2" presStyleCnt="4">
        <dgm:presLayoutVars>
          <dgm:bulletEnabled val="1"/>
        </dgm:presLayoutVars>
      </dgm:prSet>
      <dgm:spPr/>
    </dgm:pt>
    <dgm:pt modelId="{E4F77809-84D3-3649-95B4-1F3C39DB0713}" type="pres">
      <dgm:prSet presAssocID="{CFDDF15F-2BFB-4D42-83D6-DA5269396FA7}" presName="sp" presStyleCnt="0"/>
      <dgm:spPr/>
    </dgm:pt>
    <dgm:pt modelId="{9E21EC6D-31F2-454D-9B1D-AE1263779B97}" type="pres">
      <dgm:prSet presAssocID="{27E5B125-957E-3D4C-A30A-5EBC5B6BEFCD}" presName="linNode" presStyleCnt="0"/>
      <dgm:spPr/>
    </dgm:pt>
    <dgm:pt modelId="{19F10242-B6E8-AD43-9031-6517059EE7B5}" type="pres">
      <dgm:prSet presAssocID="{27E5B125-957E-3D4C-A30A-5EBC5B6BEFCD}" presName="parentText" presStyleLbl="node1" presStyleIdx="3" presStyleCnt="4">
        <dgm:presLayoutVars>
          <dgm:chMax val="1"/>
          <dgm:bulletEnabled val="1"/>
        </dgm:presLayoutVars>
      </dgm:prSet>
      <dgm:spPr/>
    </dgm:pt>
    <dgm:pt modelId="{E24E64B1-97BC-2046-BB59-EF402514CDF1}" type="pres">
      <dgm:prSet presAssocID="{27E5B125-957E-3D4C-A30A-5EBC5B6BEFCD}" presName="descendantText" presStyleLbl="alignAccFollowNode1" presStyleIdx="3" presStyleCnt="4">
        <dgm:presLayoutVars>
          <dgm:bulletEnabled val="1"/>
        </dgm:presLayoutVars>
      </dgm:prSet>
      <dgm:spPr/>
    </dgm:pt>
  </dgm:ptLst>
  <dgm:cxnLst>
    <dgm:cxn modelId="{9D655E00-DF33-154B-8EA6-C9CF8948C6DE}" type="presOf" srcId="{62A2CE2F-42C9-5A45-A1ED-1EDC0DCE7C6E}" destId="{E0A02BEB-33BD-9B4A-8053-C2D8BE496F33}" srcOrd="0" destOrd="0" presId="urn:microsoft.com/office/officeart/2005/8/layout/vList5"/>
    <dgm:cxn modelId="{17C41D06-3266-884E-A34C-F9082756215A}" type="presOf" srcId="{901CA3BF-2603-3E43-92CE-3E7C8C00FC6F}" destId="{A6EC7314-7CD6-674C-9233-932F91AB28F4}" srcOrd="0" destOrd="0" presId="urn:microsoft.com/office/officeart/2005/8/layout/vList5"/>
    <dgm:cxn modelId="{D053E417-7DA0-3546-86E5-67327329A92E}" type="presOf" srcId="{F8D9421B-8CB4-2B41-AB9A-693E1033C552}" destId="{35BA1301-0431-3242-AEC8-DADC638DF515}" srcOrd="0" destOrd="0" presId="urn:microsoft.com/office/officeart/2005/8/layout/vList5"/>
    <dgm:cxn modelId="{6A10EB4D-9D43-AD46-8F00-8ED0090FC65D}" srcId="{862B6871-8A2A-C648-9E24-CA85C798F6DD}" destId="{901CA3BF-2603-3E43-92CE-3E7C8C00FC6F}" srcOrd="1" destOrd="0" parTransId="{3D3090F6-30D5-3344-B37D-C213E25419AA}" sibTransId="{AC170D79-1731-1C46-892A-D41F7711D8FA}"/>
    <dgm:cxn modelId="{EC6E6960-7CE5-AE4F-A8F2-7C691DE75C8E}" type="presOf" srcId="{1E96B065-1042-9A45-B6A6-E84EDB9357B1}" destId="{64117DD4-603F-6F46-9AED-BC6743D1CD47}" srcOrd="0" destOrd="0" presId="urn:microsoft.com/office/officeart/2005/8/layout/vList5"/>
    <dgm:cxn modelId="{F8DB6066-CF51-F445-8C53-7A1E048FB585}" type="presOf" srcId="{862B6871-8A2A-C648-9E24-CA85C798F6DD}" destId="{180103D0-D7D4-6643-A876-DE9BC8064574}" srcOrd="0" destOrd="0" presId="urn:microsoft.com/office/officeart/2005/8/layout/vList5"/>
    <dgm:cxn modelId="{21A80176-53A6-8648-A782-D17791AFDE60}" type="presOf" srcId="{4589911E-A2B4-2943-BB6B-FC942A66609E}" destId="{4C5F2305-DEC7-E94A-9F41-3DC1E39C222F}" srcOrd="0" destOrd="0" presId="urn:microsoft.com/office/officeart/2005/8/layout/vList5"/>
    <dgm:cxn modelId="{C6338A89-8CBC-0949-9504-BA78AA7FC6C0}" srcId="{62A2CE2F-42C9-5A45-A1ED-1EDC0DCE7C6E}" destId="{4589911E-A2B4-2943-BB6B-FC942A66609E}" srcOrd="0" destOrd="0" parTransId="{3804C333-A528-3D4B-9A04-DA4906C64F4A}" sibTransId="{95FD921D-3BF3-CF4A-93BB-25375E543B8F}"/>
    <dgm:cxn modelId="{A13AB68C-8959-1A4C-8C5B-732DAA670116}" srcId="{27549AAE-54DF-9E4E-8954-959D3DCE217B}" destId="{1E96B065-1042-9A45-B6A6-E84EDB9357B1}" srcOrd="0" destOrd="0" parTransId="{5EF6F28D-F54E-C345-936E-94228984CB29}" sibTransId="{0DDB8904-E3C2-1B4D-85B0-938B96499B03}"/>
    <dgm:cxn modelId="{BD80EC9A-F7E1-A44F-8EF3-441FB7FC16F0}" srcId="{862B6871-8A2A-C648-9E24-CA85C798F6DD}" destId="{27E5B125-957E-3D4C-A30A-5EBC5B6BEFCD}" srcOrd="3" destOrd="0" parTransId="{BDC4B490-09B7-7248-A590-7BD439BC966C}" sibTransId="{7B1FD400-5BD3-F148-A3A2-C7E3B6F4CF12}"/>
    <dgm:cxn modelId="{5A7324A7-D04F-A245-9022-F7C87D319816}" srcId="{901CA3BF-2603-3E43-92CE-3E7C8C00FC6F}" destId="{F8D9421B-8CB4-2B41-AB9A-693E1033C552}" srcOrd="0" destOrd="0" parTransId="{ADB77184-1EE6-A440-84C8-FECEA638B7F0}" sibTransId="{E7D0CEC9-A18E-4E4F-8B65-775F185CF588}"/>
    <dgm:cxn modelId="{AB36E4C6-5113-0B49-8BF0-92E967162037}" srcId="{27E5B125-957E-3D4C-A30A-5EBC5B6BEFCD}" destId="{D9DF0807-E589-5F45-AF1D-59D81505BDC1}" srcOrd="0" destOrd="0" parTransId="{40C924EB-3F07-4146-BB3A-4E9D72D9C3FF}" sibTransId="{1CDE44CA-A86F-B64B-AF94-500289DC7EC8}"/>
    <dgm:cxn modelId="{421FD0CF-BC38-4843-BF34-317C3180A3B4}" type="presOf" srcId="{27E5B125-957E-3D4C-A30A-5EBC5B6BEFCD}" destId="{19F10242-B6E8-AD43-9031-6517059EE7B5}" srcOrd="0" destOrd="0" presId="urn:microsoft.com/office/officeart/2005/8/layout/vList5"/>
    <dgm:cxn modelId="{188CCDD5-B7CE-5944-A56A-4CCC2B51F10A}" srcId="{862B6871-8A2A-C648-9E24-CA85C798F6DD}" destId="{27549AAE-54DF-9E4E-8954-959D3DCE217B}" srcOrd="2" destOrd="0" parTransId="{72C89A03-4823-E44F-96C0-C200DDE301EF}" sibTransId="{CFDDF15F-2BFB-4D42-83D6-DA5269396FA7}"/>
    <dgm:cxn modelId="{7D3635E0-BA14-554B-B129-8C4A2F4B4859}" type="presOf" srcId="{D9DF0807-E589-5F45-AF1D-59D81505BDC1}" destId="{E24E64B1-97BC-2046-BB59-EF402514CDF1}" srcOrd="0" destOrd="0" presId="urn:microsoft.com/office/officeart/2005/8/layout/vList5"/>
    <dgm:cxn modelId="{39C1E6EC-752C-C741-8610-8A93B6E2F513}" srcId="{862B6871-8A2A-C648-9E24-CA85C798F6DD}" destId="{62A2CE2F-42C9-5A45-A1ED-1EDC0DCE7C6E}" srcOrd="0" destOrd="0" parTransId="{57066B3A-7D50-4542-B470-8DE0BB1DE316}" sibTransId="{017057BA-A489-A64A-A112-B7EE746137BE}"/>
    <dgm:cxn modelId="{01BE0AF7-2F53-FE43-B71D-E7800FA3D4F1}" type="presOf" srcId="{27549AAE-54DF-9E4E-8954-959D3DCE217B}" destId="{C1608598-F642-2D4B-952D-1949748B486F}" srcOrd="0" destOrd="0" presId="urn:microsoft.com/office/officeart/2005/8/layout/vList5"/>
    <dgm:cxn modelId="{0DACE156-9341-DA4F-ADD5-2694F11A34EC}" type="presParOf" srcId="{180103D0-D7D4-6643-A876-DE9BC8064574}" destId="{B54C1BD3-B586-284E-BD71-D12866D8545B}" srcOrd="0" destOrd="0" presId="urn:microsoft.com/office/officeart/2005/8/layout/vList5"/>
    <dgm:cxn modelId="{BF3759C8-9E9B-E448-B1F7-D2885A623872}" type="presParOf" srcId="{B54C1BD3-B586-284E-BD71-D12866D8545B}" destId="{E0A02BEB-33BD-9B4A-8053-C2D8BE496F33}" srcOrd="0" destOrd="0" presId="urn:microsoft.com/office/officeart/2005/8/layout/vList5"/>
    <dgm:cxn modelId="{6DF442E8-0475-3B4E-9D10-80D27F2697FB}" type="presParOf" srcId="{B54C1BD3-B586-284E-BD71-D12866D8545B}" destId="{4C5F2305-DEC7-E94A-9F41-3DC1E39C222F}" srcOrd="1" destOrd="0" presId="urn:microsoft.com/office/officeart/2005/8/layout/vList5"/>
    <dgm:cxn modelId="{9DA1B3C0-6A2E-7647-AC1D-F6D2ACE25536}" type="presParOf" srcId="{180103D0-D7D4-6643-A876-DE9BC8064574}" destId="{54EE65AC-6E95-FA4A-938A-AC93D218560A}" srcOrd="1" destOrd="0" presId="urn:microsoft.com/office/officeart/2005/8/layout/vList5"/>
    <dgm:cxn modelId="{2C3A29D0-BE82-514B-91D1-24FB8527F164}" type="presParOf" srcId="{180103D0-D7D4-6643-A876-DE9BC8064574}" destId="{D8FA22F7-7B16-2F4A-96ED-91E6BBC6B937}" srcOrd="2" destOrd="0" presId="urn:microsoft.com/office/officeart/2005/8/layout/vList5"/>
    <dgm:cxn modelId="{46E0CBF0-27FC-2948-B9BD-6F4CB6D496D7}" type="presParOf" srcId="{D8FA22F7-7B16-2F4A-96ED-91E6BBC6B937}" destId="{A6EC7314-7CD6-674C-9233-932F91AB28F4}" srcOrd="0" destOrd="0" presId="urn:microsoft.com/office/officeart/2005/8/layout/vList5"/>
    <dgm:cxn modelId="{787F7712-7063-5E4C-943C-1A93B50D5B80}" type="presParOf" srcId="{D8FA22F7-7B16-2F4A-96ED-91E6BBC6B937}" destId="{35BA1301-0431-3242-AEC8-DADC638DF515}" srcOrd="1" destOrd="0" presId="urn:microsoft.com/office/officeart/2005/8/layout/vList5"/>
    <dgm:cxn modelId="{A012709D-C6FA-1648-A9D2-5BA3C42270B7}" type="presParOf" srcId="{180103D0-D7D4-6643-A876-DE9BC8064574}" destId="{532C0533-C9B7-2C42-999C-F7DAFBE4A952}" srcOrd="3" destOrd="0" presId="urn:microsoft.com/office/officeart/2005/8/layout/vList5"/>
    <dgm:cxn modelId="{D13BAC3F-573C-A74E-8B44-7517B3375F6B}" type="presParOf" srcId="{180103D0-D7D4-6643-A876-DE9BC8064574}" destId="{13CA5773-BC56-124F-81E3-8B16DBC55F52}" srcOrd="4" destOrd="0" presId="urn:microsoft.com/office/officeart/2005/8/layout/vList5"/>
    <dgm:cxn modelId="{FDCD09D7-7B39-E541-9BA1-6A068AF28DE5}" type="presParOf" srcId="{13CA5773-BC56-124F-81E3-8B16DBC55F52}" destId="{C1608598-F642-2D4B-952D-1949748B486F}" srcOrd="0" destOrd="0" presId="urn:microsoft.com/office/officeart/2005/8/layout/vList5"/>
    <dgm:cxn modelId="{70722749-830D-BE4D-8563-CD458B6A9A88}" type="presParOf" srcId="{13CA5773-BC56-124F-81E3-8B16DBC55F52}" destId="{64117DD4-603F-6F46-9AED-BC6743D1CD47}" srcOrd="1" destOrd="0" presId="urn:microsoft.com/office/officeart/2005/8/layout/vList5"/>
    <dgm:cxn modelId="{B12D4793-BA90-1E46-9155-A775541164E7}" type="presParOf" srcId="{180103D0-D7D4-6643-A876-DE9BC8064574}" destId="{E4F77809-84D3-3649-95B4-1F3C39DB0713}" srcOrd="5" destOrd="0" presId="urn:microsoft.com/office/officeart/2005/8/layout/vList5"/>
    <dgm:cxn modelId="{68792720-DEC6-7147-8BDD-72B4C9BAF202}" type="presParOf" srcId="{180103D0-D7D4-6643-A876-DE9BC8064574}" destId="{9E21EC6D-31F2-454D-9B1D-AE1263779B97}" srcOrd="6" destOrd="0" presId="urn:microsoft.com/office/officeart/2005/8/layout/vList5"/>
    <dgm:cxn modelId="{21265E50-E14D-7B4C-836C-A056319F93F3}" type="presParOf" srcId="{9E21EC6D-31F2-454D-9B1D-AE1263779B97}" destId="{19F10242-B6E8-AD43-9031-6517059EE7B5}" srcOrd="0" destOrd="0" presId="urn:microsoft.com/office/officeart/2005/8/layout/vList5"/>
    <dgm:cxn modelId="{9CFC8F95-6D9A-D446-82F1-28D5F72C8EB4}" type="presParOf" srcId="{9E21EC6D-31F2-454D-9B1D-AE1263779B97}" destId="{E24E64B1-97BC-2046-BB59-EF402514CDF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862B6871-8A2A-C648-9E24-CA85C798F6DD}"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62A2CE2F-42C9-5A45-A1ED-1EDC0DCE7C6E}">
      <dgm:prSet custT="1"/>
      <dgm:spPr>
        <a:blipFill>
          <a:blip xmlns:r="http://schemas.openxmlformats.org/officeDocument/2006/relationships" r:embed="rId1"/>
          <a:stretch>
            <a:fillRect/>
          </a:stretch>
        </a:blipFill>
      </dgm:spPr>
      <dgm:t>
        <a:bodyPr/>
        <a:lstStyle/>
        <a:p>
          <a:r>
            <a:rPr lang="en-US">
              <a:noFill/>
            </a:rPr>
            <a:t> </a:t>
          </a:r>
        </a:p>
      </dgm:t>
    </dgm:pt>
    <dgm:pt modelId="{57066B3A-7D50-4542-B470-8DE0BB1DE316}" type="parTrans" cxnId="{39C1E6EC-752C-C741-8610-8A93B6E2F513}">
      <dgm:prSet/>
      <dgm:spPr/>
      <dgm:t>
        <a:bodyPr/>
        <a:lstStyle/>
        <a:p>
          <a:endParaRPr lang="en-US"/>
        </a:p>
      </dgm:t>
    </dgm:pt>
    <dgm:pt modelId="{017057BA-A489-A64A-A112-B7EE746137BE}" type="sibTrans" cxnId="{39C1E6EC-752C-C741-8610-8A93B6E2F513}">
      <dgm:prSet/>
      <dgm:spPr/>
      <dgm:t>
        <a:bodyPr/>
        <a:lstStyle/>
        <a:p>
          <a:endParaRPr lang="en-US"/>
        </a:p>
      </dgm:t>
    </dgm:pt>
    <dgm:pt modelId="{4589911E-A2B4-2943-BB6B-FC942A66609E}">
      <dgm:prSet custT="1"/>
      <dgm:spPr/>
      <dgm:t>
        <a:bodyPr/>
        <a:lstStyle/>
        <a:p>
          <a:pPr>
            <a:buNone/>
          </a:pPr>
          <a:r>
            <a:rPr lang="en-US" sz="2800" dirty="0"/>
            <a:t>The macroscopic cross section</a:t>
          </a:r>
          <a:endParaRPr lang="en-DK" sz="2800" dirty="0"/>
        </a:p>
      </dgm:t>
    </dgm:pt>
    <dgm:pt modelId="{3804C333-A528-3D4B-9A04-DA4906C64F4A}" type="parTrans" cxnId="{C6338A89-8CBC-0949-9504-BA78AA7FC6C0}">
      <dgm:prSet/>
      <dgm:spPr/>
      <dgm:t>
        <a:bodyPr/>
        <a:lstStyle/>
        <a:p>
          <a:endParaRPr lang="en-US"/>
        </a:p>
      </dgm:t>
    </dgm:pt>
    <dgm:pt modelId="{95FD921D-3BF3-CF4A-93BB-25375E543B8F}" type="sibTrans" cxnId="{C6338A89-8CBC-0949-9504-BA78AA7FC6C0}">
      <dgm:prSet/>
      <dgm:spPr/>
      <dgm:t>
        <a:bodyPr/>
        <a:lstStyle/>
        <a:p>
          <a:endParaRPr lang="en-US"/>
        </a:p>
      </dgm:t>
    </dgm:pt>
    <dgm:pt modelId="{901CA3BF-2603-3E43-92CE-3E7C8C00FC6F}">
      <dgm:prSet custT="1"/>
      <dgm:spPr>
        <a:blipFill>
          <a:blip xmlns:r="http://schemas.openxmlformats.org/officeDocument/2006/relationships" r:embed="rId2"/>
          <a:stretch>
            <a:fillRect/>
          </a:stretch>
        </a:blipFill>
      </dgm:spPr>
      <dgm:t>
        <a:bodyPr/>
        <a:lstStyle/>
        <a:p>
          <a:r>
            <a:rPr lang="en-US">
              <a:noFill/>
            </a:rPr>
            <a:t> </a:t>
          </a:r>
        </a:p>
      </dgm:t>
    </dgm:pt>
    <dgm:pt modelId="{3D3090F6-30D5-3344-B37D-C213E25419AA}" type="parTrans" cxnId="{6A10EB4D-9D43-AD46-8F00-8ED0090FC65D}">
      <dgm:prSet/>
      <dgm:spPr/>
      <dgm:t>
        <a:bodyPr/>
        <a:lstStyle/>
        <a:p>
          <a:endParaRPr lang="en-US"/>
        </a:p>
      </dgm:t>
    </dgm:pt>
    <dgm:pt modelId="{AC170D79-1731-1C46-892A-D41F7711D8FA}" type="sibTrans" cxnId="{6A10EB4D-9D43-AD46-8F00-8ED0090FC65D}">
      <dgm:prSet/>
      <dgm:spPr/>
      <dgm:t>
        <a:bodyPr/>
        <a:lstStyle/>
        <a:p>
          <a:endParaRPr lang="en-US"/>
        </a:p>
      </dgm:t>
    </dgm:pt>
    <dgm:pt modelId="{F8D9421B-8CB4-2B41-AB9A-693E1033C552}">
      <dgm:prSet custT="1"/>
      <dgm:spPr/>
      <dgm:t>
        <a:bodyPr/>
        <a:lstStyle/>
        <a:p>
          <a:pPr>
            <a:buNone/>
          </a:pPr>
          <a:r>
            <a:rPr lang="en-DK" sz="2800" dirty="0"/>
            <a:t>Sampled free-flight distance</a:t>
          </a:r>
        </a:p>
      </dgm:t>
    </dgm:pt>
    <dgm:pt modelId="{ADB77184-1EE6-A440-84C8-FECEA638B7F0}" type="parTrans" cxnId="{5A7324A7-D04F-A245-9022-F7C87D319816}">
      <dgm:prSet/>
      <dgm:spPr/>
      <dgm:t>
        <a:bodyPr/>
        <a:lstStyle/>
        <a:p>
          <a:endParaRPr lang="en-US"/>
        </a:p>
      </dgm:t>
    </dgm:pt>
    <dgm:pt modelId="{E7D0CEC9-A18E-4E4F-8B65-775F185CF588}" type="sibTrans" cxnId="{5A7324A7-D04F-A245-9022-F7C87D319816}">
      <dgm:prSet/>
      <dgm:spPr/>
      <dgm:t>
        <a:bodyPr/>
        <a:lstStyle/>
        <a:p>
          <a:endParaRPr lang="en-US"/>
        </a:p>
      </dgm:t>
    </dgm:pt>
    <dgm:pt modelId="{27549AAE-54DF-9E4E-8954-959D3DCE217B}">
      <dgm:prSet custT="1"/>
      <dgm:spPr>
        <a:blipFill>
          <a:blip xmlns:r="http://schemas.openxmlformats.org/officeDocument/2006/relationships" r:embed="rId3"/>
          <a:stretch>
            <a:fillRect/>
          </a:stretch>
        </a:blipFill>
      </dgm:spPr>
      <dgm:t>
        <a:bodyPr/>
        <a:lstStyle/>
        <a:p>
          <a:r>
            <a:rPr lang="en-US">
              <a:noFill/>
            </a:rPr>
            <a:t> </a:t>
          </a:r>
        </a:p>
      </dgm:t>
    </dgm:pt>
    <dgm:pt modelId="{72C89A03-4823-E44F-96C0-C200DDE301EF}" type="parTrans" cxnId="{188CCDD5-B7CE-5944-A56A-4CCC2B51F10A}">
      <dgm:prSet/>
      <dgm:spPr/>
      <dgm:t>
        <a:bodyPr/>
        <a:lstStyle/>
        <a:p>
          <a:endParaRPr lang="en-US"/>
        </a:p>
      </dgm:t>
    </dgm:pt>
    <dgm:pt modelId="{CFDDF15F-2BFB-4D42-83D6-DA5269396FA7}" type="sibTrans" cxnId="{188CCDD5-B7CE-5944-A56A-4CCC2B51F10A}">
      <dgm:prSet/>
      <dgm:spPr/>
      <dgm:t>
        <a:bodyPr/>
        <a:lstStyle/>
        <a:p>
          <a:endParaRPr lang="en-US"/>
        </a:p>
      </dgm:t>
    </dgm:pt>
    <dgm:pt modelId="{1E96B065-1042-9A45-B6A6-E84EDB9357B1}">
      <dgm:prSet custT="1"/>
      <dgm:spPr/>
      <dgm:t>
        <a:bodyPr/>
        <a:lstStyle/>
        <a:p>
          <a:pPr>
            <a:buNone/>
          </a:pPr>
          <a:r>
            <a:rPr lang="en-DK" sz="2800" dirty="0"/>
            <a:t>Expected single-scattering intensity</a:t>
          </a:r>
        </a:p>
      </dgm:t>
    </dgm:pt>
    <dgm:pt modelId="{5EF6F28D-F54E-C345-936E-94228984CB29}" type="parTrans" cxnId="{A13AB68C-8959-1A4C-8C5B-732DAA670116}">
      <dgm:prSet/>
      <dgm:spPr/>
      <dgm:t>
        <a:bodyPr/>
        <a:lstStyle/>
        <a:p>
          <a:endParaRPr lang="en-US"/>
        </a:p>
      </dgm:t>
    </dgm:pt>
    <dgm:pt modelId="{0DDB8904-E3C2-1B4D-85B0-938B96499B03}" type="sibTrans" cxnId="{A13AB68C-8959-1A4C-8C5B-732DAA670116}">
      <dgm:prSet/>
      <dgm:spPr/>
      <dgm:t>
        <a:bodyPr/>
        <a:lstStyle/>
        <a:p>
          <a:endParaRPr lang="en-US"/>
        </a:p>
      </dgm:t>
    </dgm:pt>
    <dgm:pt modelId="{27E5B125-957E-3D4C-A30A-5EBC5B6BEFCD}">
      <dgm:prSet custT="1"/>
      <dgm:spPr>
        <a:blipFill>
          <a:blip xmlns:r="http://schemas.openxmlformats.org/officeDocument/2006/relationships" r:embed="rId4"/>
          <a:stretch>
            <a:fillRect/>
          </a:stretch>
        </a:blipFill>
      </dgm:spPr>
      <dgm:t>
        <a:bodyPr/>
        <a:lstStyle/>
        <a:p>
          <a:r>
            <a:rPr lang="en-US">
              <a:noFill/>
            </a:rPr>
            <a:t> </a:t>
          </a:r>
        </a:p>
      </dgm:t>
    </dgm:pt>
    <dgm:pt modelId="{BDC4B490-09B7-7248-A590-7BD439BC966C}" type="parTrans" cxnId="{BD80EC9A-F7E1-A44F-8EF3-441FB7FC16F0}">
      <dgm:prSet/>
      <dgm:spPr/>
      <dgm:t>
        <a:bodyPr/>
        <a:lstStyle/>
        <a:p>
          <a:endParaRPr lang="en-US"/>
        </a:p>
      </dgm:t>
    </dgm:pt>
    <dgm:pt modelId="{7B1FD400-5BD3-F148-A3A2-C7E3B6F4CF12}" type="sibTrans" cxnId="{BD80EC9A-F7E1-A44F-8EF3-441FB7FC16F0}">
      <dgm:prSet/>
      <dgm:spPr/>
      <dgm:t>
        <a:bodyPr/>
        <a:lstStyle/>
        <a:p>
          <a:endParaRPr lang="en-US"/>
        </a:p>
      </dgm:t>
    </dgm:pt>
    <dgm:pt modelId="{D9DF0807-E589-5F45-AF1D-59D81505BDC1}">
      <dgm:prSet custT="1"/>
      <dgm:spPr/>
      <dgm:t>
        <a:bodyPr/>
        <a:lstStyle/>
        <a:p>
          <a:pPr>
            <a:buNone/>
          </a:pPr>
          <a:r>
            <a:rPr lang="en-DK" sz="2800" dirty="0"/>
            <a:t>Observed-to-expected ratio</a:t>
          </a:r>
        </a:p>
      </dgm:t>
    </dgm:pt>
    <dgm:pt modelId="{40C924EB-3F07-4146-BB3A-4E9D72D9C3FF}" type="parTrans" cxnId="{AB36E4C6-5113-0B49-8BF0-92E967162037}">
      <dgm:prSet/>
      <dgm:spPr/>
      <dgm:t>
        <a:bodyPr/>
        <a:lstStyle/>
        <a:p>
          <a:endParaRPr lang="en-US"/>
        </a:p>
      </dgm:t>
    </dgm:pt>
    <dgm:pt modelId="{1CDE44CA-A86F-B64B-AF94-500289DC7EC8}" type="sibTrans" cxnId="{AB36E4C6-5113-0B49-8BF0-92E967162037}">
      <dgm:prSet/>
      <dgm:spPr/>
      <dgm:t>
        <a:bodyPr/>
        <a:lstStyle/>
        <a:p>
          <a:endParaRPr lang="en-US"/>
        </a:p>
      </dgm:t>
    </dgm:pt>
    <dgm:pt modelId="{180103D0-D7D4-6643-A876-DE9BC8064574}" type="pres">
      <dgm:prSet presAssocID="{862B6871-8A2A-C648-9E24-CA85C798F6DD}" presName="Name0" presStyleCnt="0">
        <dgm:presLayoutVars>
          <dgm:dir/>
          <dgm:animLvl val="lvl"/>
          <dgm:resizeHandles val="exact"/>
        </dgm:presLayoutVars>
      </dgm:prSet>
      <dgm:spPr/>
    </dgm:pt>
    <dgm:pt modelId="{B54C1BD3-B586-284E-BD71-D12866D8545B}" type="pres">
      <dgm:prSet presAssocID="{62A2CE2F-42C9-5A45-A1ED-1EDC0DCE7C6E}" presName="linNode" presStyleCnt="0"/>
      <dgm:spPr/>
    </dgm:pt>
    <dgm:pt modelId="{E0A02BEB-33BD-9B4A-8053-C2D8BE496F33}" type="pres">
      <dgm:prSet presAssocID="{62A2CE2F-42C9-5A45-A1ED-1EDC0DCE7C6E}" presName="parentText" presStyleLbl="node1" presStyleIdx="0" presStyleCnt="4">
        <dgm:presLayoutVars>
          <dgm:chMax val="1"/>
          <dgm:bulletEnabled val="1"/>
        </dgm:presLayoutVars>
      </dgm:prSet>
      <dgm:spPr/>
    </dgm:pt>
    <dgm:pt modelId="{4C5F2305-DEC7-E94A-9F41-3DC1E39C222F}" type="pres">
      <dgm:prSet presAssocID="{62A2CE2F-42C9-5A45-A1ED-1EDC0DCE7C6E}" presName="descendantText" presStyleLbl="alignAccFollowNode1" presStyleIdx="0" presStyleCnt="4">
        <dgm:presLayoutVars>
          <dgm:bulletEnabled val="1"/>
        </dgm:presLayoutVars>
      </dgm:prSet>
      <dgm:spPr/>
    </dgm:pt>
    <dgm:pt modelId="{54EE65AC-6E95-FA4A-938A-AC93D218560A}" type="pres">
      <dgm:prSet presAssocID="{017057BA-A489-A64A-A112-B7EE746137BE}" presName="sp" presStyleCnt="0"/>
      <dgm:spPr/>
    </dgm:pt>
    <dgm:pt modelId="{D8FA22F7-7B16-2F4A-96ED-91E6BBC6B937}" type="pres">
      <dgm:prSet presAssocID="{901CA3BF-2603-3E43-92CE-3E7C8C00FC6F}" presName="linNode" presStyleCnt="0"/>
      <dgm:spPr/>
    </dgm:pt>
    <dgm:pt modelId="{A6EC7314-7CD6-674C-9233-932F91AB28F4}" type="pres">
      <dgm:prSet presAssocID="{901CA3BF-2603-3E43-92CE-3E7C8C00FC6F}" presName="parentText" presStyleLbl="node1" presStyleIdx="1" presStyleCnt="4">
        <dgm:presLayoutVars>
          <dgm:chMax val="1"/>
          <dgm:bulletEnabled val="1"/>
        </dgm:presLayoutVars>
      </dgm:prSet>
      <dgm:spPr/>
    </dgm:pt>
    <dgm:pt modelId="{35BA1301-0431-3242-AEC8-DADC638DF515}" type="pres">
      <dgm:prSet presAssocID="{901CA3BF-2603-3E43-92CE-3E7C8C00FC6F}" presName="descendantText" presStyleLbl="alignAccFollowNode1" presStyleIdx="1" presStyleCnt="4">
        <dgm:presLayoutVars>
          <dgm:bulletEnabled val="1"/>
        </dgm:presLayoutVars>
      </dgm:prSet>
      <dgm:spPr/>
    </dgm:pt>
    <dgm:pt modelId="{532C0533-C9B7-2C42-999C-F7DAFBE4A952}" type="pres">
      <dgm:prSet presAssocID="{AC170D79-1731-1C46-892A-D41F7711D8FA}" presName="sp" presStyleCnt="0"/>
      <dgm:spPr/>
    </dgm:pt>
    <dgm:pt modelId="{13CA5773-BC56-124F-81E3-8B16DBC55F52}" type="pres">
      <dgm:prSet presAssocID="{27549AAE-54DF-9E4E-8954-959D3DCE217B}" presName="linNode" presStyleCnt="0"/>
      <dgm:spPr/>
    </dgm:pt>
    <dgm:pt modelId="{C1608598-F642-2D4B-952D-1949748B486F}" type="pres">
      <dgm:prSet presAssocID="{27549AAE-54DF-9E4E-8954-959D3DCE217B}" presName="parentText" presStyleLbl="node1" presStyleIdx="2" presStyleCnt="4">
        <dgm:presLayoutVars>
          <dgm:chMax val="1"/>
          <dgm:bulletEnabled val="1"/>
        </dgm:presLayoutVars>
      </dgm:prSet>
      <dgm:spPr/>
    </dgm:pt>
    <dgm:pt modelId="{64117DD4-603F-6F46-9AED-BC6743D1CD47}" type="pres">
      <dgm:prSet presAssocID="{27549AAE-54DF-9E4E-8954-959D3DCE217B}" presName="descendantText" presStyleLbl="alignAccFollowNode1" presStyleIdx="2" presStyleCnt="4">
        <dgm:presLayoutVars>
          <dgm:bulletEnabled val="1"/>
        </dgm:presLayoutVars>
      </dgm:prSet>
      <dgm:spPr/>
    </dgm:pt>
    <dgm:pt modelId="{E4F77809-84D3-3649-95B4-1F3C39DB0713}" type="pres">
      <dgm:prSet presAssocID="{CFDDF15F-2BFB-4D42-83D6-DA5269396FA7}" presName="sp" presStyleCnt="0"/>
      <dgm:spPr/>
    </dgm:pt>
    <dgm:pt modelId="{9E21EC6D-31F2-454D-9B1D-AE1263779B97}" type="pres">
      <dgm:prSet presAssocID="{27E5B125-957E-3D4C-A30A-5EBC5B6BEFCD}" presName="linNode" presStyleCnt="0"/>
      <dgm:spPr/>
    </dgm:pt>
    <dgm:pt modelId="{19F10242-B6E8-AD43-9031-6517059EE7B5}" type="pres">
      <dgm:prSet presAssocID="{27E5B125-957E-3D4C-A30A-5EBC5B6BEFCD}" presName="parentText" presStyleLbl="node1" presStyleIdx="3" presStyleCnt="4">
        <dgm:presLayoutVars>
          <dgm:chMax val="1"/>
          <dgm:bulletEnabled val="1"/>
        </dgm:presLayoutVars>
      </dgm:prSet>
      <dgm:spPr/>
    </dgm:pt>
    <dgm:pt modelId="{E24E64B1-97BC-2046-BB59-EF402514CDF1}" type="pres">
      <dgm:prSet presAssocID="{27E5B125-957E-3D4C-A30A-5EBC5B6BEFCD}" presName="descendantText" presStyleLbl="alignAccFollowNode1" presStyleIdx="3" presStyleCnt="4">
        <dgm:presLayoutVars>
          <dgm:bulletEnabled val="1"/>
        </dgm:presLayoutVars>
      </dgm:prSet>
      <dgm:spPr/>
    </dgm:pt>
  </dgm:ptLst>
  <dgm:cxnLst>
    <dgm:cxn modelId="{9D655E00-DF33-154B-8EA6-C9CF8948C6DE}" type="presOf" srcId="{62A2CE2F-42C9-5A45-A1ED-1EDC0DCE7C6E}" destId="{E0A02BEB-33BD-9B4A-8053-C2D8BE496F33}" srcOrd="0" destOrd="0" presId="urn:microsoft.com/office/officeart/2005/8/layout/vList5"/>
    <dgm:cxn modelId="{17C41D06-3266-884E-A34C-F9082756215A}" type="presOf" srcId="{901CA3BF-2603-3E43-92CE-3E7C8C00FC6F}" destId="{A6EC7314-7CD6-674C-9233-932F91AB28F4}" srcOrd="0" destOrd="0" presId="urn:microsoft.com/office/officeart/2005/8/layout/vList5"/>
    <dgm:cxn modelId="{D053E417-7DA0-3546-86E5-67327329A92E}" type="presOf" srcId="{F8D9421B-8CB4-2B41-AB9A-693E1033C552}" destId="{35BA1301-0431-3242-AEC8-DADC638DF515}" srcOrd="0" destOrd="0" presId="urn:microsoft.com/office/officeart/2005/8/layout/vList5"/>
    <dgm:cxn modelId="{6A10EB4D-9D43-AD46-8F00-8ED0090FC65D}" srcId="{862B6871-8A2A-C648-9E24-CA85C798F6DD}" destId="{901CA3BF-2603-3E43-92CE-3E7C8C00FC6F}" srcOrd="1" destOrd="0" parTransId="{3D3090F6-30D5-3344-B37D-C213E25419AA}" sibTransId="{AC170D79-1731-1C46-892A-D41F7711D8FA}"/>
    <dgm:cxn modelId="{EC6E6960-7CE5-AE4F-A8F2-7C691DE75C8E}" type="presOf" srcId="{1E96B065-1042-9A45-B6A6-E84EDB9357B1}" destId="{64117DD4-603F-6F46-9AED-BC6743D1CD47}" srcOrd="0" destOrd="0" presId="urn:microsoft.com/office/officeart/2005/8/layout/vList5"/>
    <dgm:cxn modelId="{F8DB6066-CF51-F445-8C53-7A1E048FB585}" type="presOf" srcId="{862B6871-8A2A-C648-9E24-CA85C798F6DD}" destId="{180103D0-D7D4-6643-A876-DE9BC8064574}" srcOrd="0" destOrd="0" presId="urn:microsoft.com/office/officeart/2005/8/layout/vList5"/>
    <dgm:cxn modelId="{21A80176-53A6-8648-A782-D17791AFDE60}" type="presOf" srcId="{4589911E-A2B4-2943-BB6B-FC942A66609E}" destId="{4C5F2305-DEC7-E94A-9F41-3DC1E39C222F}" srcOrd="0" destOrd="0" presId="urn:microsoft.com/office/officeart/2005/8/layout/vList5"/>
    <dgm:cxn modelId="{C6338A89-8CBC-0949-9504-BA78AA7FC6C0}" srcId="{62A2CE2F-42C9-5A45-A1ED-1EDC0DCE7C6E}" destId="{4589911E-A2B4-2943-BB6B-FC942A66609E}" srcOrd="0" destOrd="0" parTransId="{3804C333-A528-3D4B-9A04-DA4906C64F4A}" sibTransId="{95FD921D-3BF3-CF4A-93BB-25375E543B8F}"/>
    <dgm:cxn modelId="{A13AB68C-8959-1A4C-8C5B-732DAA670116}" srcId="{27549AAE-54DF-9E4E-8954-959D3DCE217B}" destId="{1E96B065-1042-9A45-B6A6-E84EDB9357B1}" srcOrd="0" destOrd="0" parTransId="{5EF6F28D-F54E-C345-936E-94228984CB29}" sibTransId="{0DDB8904-E3C2-1B4D-85B0-938B96499B03}"/>
    <dgm:cxn modelId="{BD80EC9A-F7E1-A44F-8EF3-441FB7FC16F0}" srcId="{862B6871-8A2A-C648-9E24-CA85C798F6DD}" destId="{27E5B125-957E-3D4C-A30A-5EBC5B6BEFCD}" srcOrd="3" destOrd="0" parTransId="{BDC4B490-09B7-7248-A590-7BD439BC966C}" sibTransId="{7B1FD400-5BD3-F148-A3A2-C7E3B6F4CF12}"/>
    <dgm:cxn modelId="{5A7324A7-D04F-A245-9022-F7C87D319816}" srcId="{901CA3BF-2603-3E43-92CE-3E7C8C00FC6F}" destId="{F8D9421B-8CB4-2B41-AB9A-693E1033C552}" srcOrd="0" destOrd="0" parTransId="{ADB77184-1EE6-A440-84C8-FECEA638B7F0}" sibTransId="{E7D0CEC9-A18E-4E4F-8B65-775F185CF588}"/>
    <dgm:cxn modelId="{AB36E4C6-5113-0B49-8BF0-92E967162037}" srcId="{27E5B125-957E-3D4C-A30A-5EBC5B6BEFCD}" destId="{D9DF0807-E589-5F45-AF1D-59D81505BDC1}" srcOrd="0" destOrd="0" parTransId="{40C924EB-3F07-4146-BB3A-4E9D72D9C3FF}" sibTransId="{1CDE44CA-A86F-B64B-AF94-500289DC7EC8}"/>
    <dgm:cxn modelId="{421FD0CF-BC38-4843-BF34-317C3180A3B4}" type="presOf" srcId="{27E5B125-957E-3D4C-A30A-5EBC5B6BEFCD}" destId="{19F10242-B6E8-AD43-9031-6517059EE7B5}" srcOrd="0" destOrd="0" presId="urn:microsoft.com/office/officeart/2005/8/layout/vList5"/>
    <dgm:cxn modelId="{188CCDD5-B7CE-5944-A56A-4CCC2B51F10A}" srcId="{862B6871-8A2A-C648-9E24-CA85C798F6DD}" destId="{27549AAE-54DF-9E4E-8954-959D3DCE217B}" srcOrd="2" destOrd="0" parTransId="{72C89A03-4823-E44F-96C0-C200DDE301EF}" sibTransId="{CFDDF15F-2BFB-4D42-83D6-DA5269396FA7}"/>
    <dgm:cxn modelId="{7D3635E0-BA14-554B-B129-8C4A2F4B4859}" type="presOf" srcId="{D9DF0807-E589-5F45-AF1D-59D81505BDC1}" destId="{E24E64B1-97BC-2046-BB59-EF402514CDF1}" srcOrd="0" destOrd="0" presId="urn:microsoft.com/office/officeart/2005/8/layout/vList5"/>
    <dgm:cxn modelId="{39C1E6EC-752C-C741-8610-8A93B6E2F513}" srcId="{862B6871-8A2A-C648-9E24-CA85C798F6DD}" destId="{62A2CE2F-42C9-5A45-A1ED-1EDC0DCE7C6E}" srcOrd="0" destOrd="0" parTransId="{57066B3A-7D50-4542-B470-8DE0BB1DE316}" sibTransId="{017057BA-A489-A64A-A112-B7EE746137BE}"/>
    <dgm:cxn modelId="{01BE0AF7-2F53-FE43-B71D-E7800FA3D4F1}" type="presOf" srcId="{27549AAE-54DF-9E4E-8954-959D3DCE217B}" destId="{C1608598-F642-2D4B-952D-1949748B486F}" srcOrd="0" destOrd="0" presId="urn:microsoft.com/office/officeart/2005/8/layout/vList5"/>
    <dgm:cxn modelId="{0DACE156-9341-DA4F-ADD5-2694F11A34EC}" type="presParOf" srcId="{180103D0-D7D4-6643-A876-DE9BC8064574}" destId="{B54C1BD3-B586-284E-BD71-D12866D8545B}" srcOrd="0" destOrd="0" presId="urn:microsoft.com/office/officeart/2005/8/layout/vList5"/>
    <dgm:cxn modelId="{BF3759C8-9E9B-E448-B1F7-D2885A623872}" type="presParOf" srcId="{B54C1BD3-B586-284E-BD71-D12866D8545B}" destId="{E0A02BEB-33BD-9B4A-8053-C2D8BE496F33}" srcOrd="0" destOrd="0" presId="urn:microsoft.com/office/officeart/2005/8/layout/vList5"/>
    <dgm:cxn modelId="{6DF442E8-0475-3B4E-9D10-80D27F2697FB}" type="presParOf" srcId="{B54C1BD3-B586-284E-BD71-D12866D8545B}" destId="{4C5F2305-DEC7-E94A-9F41-3DC1E39C222F}" srcOrd="1" destOrd="0" presId="urn:microsoft.com/office/officeart/2005/8/layout/vList5"/>
    <dgm:cxn modelId="{9DA1B3C0-6A2E-7647-AC1D-F6D2ACE25536}" type="presParOf" srcId="{180103D0-D7D4-6643-A876-DE9BC8064574}" destId="{54EE65AC-6E95-FA4A-938A-AC93D218560A}" srcOrd="1" destOrd="0" presId="urn:microsoft.com/office/officeart/2005/8/layout/vList5"/>
    <dgm:cxn modelId="{2C3A29D0-BE82-514B-91D1-24FB8527F164}" type="presParOf" srcId="{180103D0-D7D4-6643-A876-DE9BC8064574}" destId="{D8FA22F7-7B16-2F4A-96ED-91E6BBC6B937}" srcOrd="2" destOrd="0" presId="urn:microsoft.com/office/officeart/2005/8/layout/vList5"/>
    <dgm:cxn modelId="{46E0CBF0-27FC-2948-B9BD-6F4CB6D496D7}" type="presParOf" srcId="{D8FA22F7-7B16-2F4A-96ED-91E6BBC6B937}" destId="{A6EC7314-7CD6-674C-9233-932F91AB28F4}" srcOrd="0" destOrd="0" presId="urn:microsoft.com/office/officeart/2005/8/layout/vList5"/>
    <dgm:cxn modelId="{787F7712-7063-5E4C-943C-1A93B50D5B80}" type="presParOf" srcId="{D8FA22F7-7B16-2F4A-96ED-91E6BBC6B937}" destId="{35BA1301-0431-3242-AEC8-DADC638DF515}" srcOrd="1" destOrd="0" presId="urn:microsoft.com/office/officeart/2005/8/layout/vList5"/>
    <dgm:cxn modelId="{A012709D-C6FA-1648-A9D2-5BA3C42270B7}" type="presParOf" srcId="{180103D0-D7D4-6643-A876-DE9BC8064574}" destId="{532C0533-C9B7-2C42-999C-F7DAFBE4A952}" srcOrd="3" destOrd="0" presId="urn:microsoft.com/office/officeart/2005/8/layout/vList5"/>
    <dgm:cxn modelId="{D13BAC3F-573C-A74E-8B44-7517B3375F6B}" type="presParOf" srcId="{180103D0-D7D4-6643-A876-DE9BC8064574}" destId="{13CA5773-BC56-124F-81E3-8B16DBC55F52}" srcOrd="4" destOrd="0" presId="urn:microsoft.com/office/officeart/2005/8/layout/vList5"/>
    <dgm:cxn modelId="{FDCD09D7-7B39-E541-9BA1-6A068AF28DE5}" type="presParOf" srcId="{13CA5773-BC56-124F-81E3-8B16DBC55F52}" destId="{C1608598-F642-2D4B-952D-1949748B486F}" srcOrd="0" destOrd="0" presId="urn:microsoft.com/office/officeart/2005/8/layout/vList5"/>
    <dgm:cxn modelId="{70722749-830D-BE4D-8563-CD458B6A9A88}" type="presParOf" srcId="{13CA5773-BC56-124F-81E3-8B16DBC55F52}" destId="{64117DD4-603F-6F46-9AED-BC6743D1CD47}" srcOrd="1" destOrd="0" presId="urn:microsoft.com/office/officeart/2005/8/layout/vList5"/>
    <dgm:cxn modelId="{B12D4793-BA90-1E46-9155-A775541164E7}" type="presParOf" srcId="{180103D0-D7D4-6643-A876-DE9BC8064574}" destId="{E4F77809-84D3-3649-95B4-1F3C39DB0713}" srcOrd="5" destOrd="0" presId="urn:microsoft.com/office/officeart/2005/8/layout/vList5"/>
    <dgm:cxn modelId="{68792720-DEC6-7147-8BDD-72B4C9BAF202}" type="presParOf" srcId="{180103D0-D7D4-6643-A876-DE9BC8064574}" destId="{9E21EC6D-31F2-454D-9B1D-AE1263779B97}" srcOrd="6" destOrd="0" presId="urn:microsoft.com/office/officeart/2005/8/layout/vList5"/>
    <dgm:cxn modelId="{21265E50-E14D-7B4C-836C-A056319F93F3}" type="presParOf" srcId="{9E21EC6D-31F2-454D-9B1D-AE1263779B97}" destId="{19F10242-B6E8-AD43-9031-6517059EE7B5}" srcOrd="0" destOrd="0" presId="urn:microsoft.com/office/officeart/2005/8/layout/vList5"/>
    <dgm:cxn modelId="{9CFC8F95-6D9A-D446-82F1-28D5F72C8EB4}" type="presParOf" srcId="{9E21EC6D-31F2-454D-9B1D-AE1263779B97}" destId="{E24E64B1-97BC-2046-BB59-EF402514CDF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a:t>Intro</a:t>
          </a:r>
          <a:endParaRPr lang="en-US" dirty="0"/>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a:solidFill>
          <a:schemeClr val="accent1">
            <a:lumMod val="60000"/>
            <a:lumOff val="40000"/>
          </a:schemeClr>
        </a:solidFill>
        <a:ln>
          <a:solidFill>
            <a:schemeClr val="tx1"/>
          </a:solidFill>
        </a:ln>
      </dgm:spPr>
      <dgm:t>
        <a:bodyPr/>
        <a:lstStyle/>
        <a:p>
          <a:r>
            <a:rPr lang="en-US" dirty="0">
              <a:solidFill>
                <a:schemeClr val="tx1"/>
              </a:solidFill>
            </a:rPr>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EA5F6C40-CFEC-7C45-9B9A-D7E091D4D57C}"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AFA13509-E81B-BD4D-82B6-8155667C80DF}">
          <dgm:prSet/>
          <dgm:spPr/>
          <dgm:t>
            <a:bodyPr/>
            <a:lstStyle/>
            <a:p>
              <a:pPr/>
              <a14:m>
                <m:oMathPara xmlns:m="http://schemas.openxmlformats.org/officeDocument/2006/math">
                  <m:oMathParaPr>
                    <m:jc m:val="centerGroup"/>
                  </m:oMathParaPr>
                  <m:oMath xmlns:m="http://schemas.openxmlformats.org/officeDocument/2006/math">
                    <m:r>
                      <a:rPr lang="en-DK" b="0" i="1" baseline="0" smtClean="0">
                        <a:latin typeface="Cambria Math" panose="02040503050406030204" pitchFamily="18" charset="0"/>
                      </a:rPr>
                      <m:t>𝑅</m:t>
                    </m:r>
                    <m:r>
                      <a:rPr lang="en-DK" b="0" i="0" baseline="0">
                        <a:latin typeface="Cambria Math" panose="02040503050406030204" pitchFamily="18" charset="0"/>
                      </a:rPr>
                      <m:t>→1</m:t>
                    </m:r>
                  </m:oMath>
                </m:oMathPara>
              </a14:m>
              <a:endParaRPr lang="en-DK"/>
            </a:p>
          </dgm:t>
        </dgm:pt>
      </mc:Choice>
      <mc:Fallback xmlns="">
        <dgm:pt modelId="{AFA13509-E81B-BD4D-82B6-8155667C80DF}">
          <dgm:prSet/>
          <dgm:spPr/>
          <dgm:t>
            <a:bodyPr/>
            <a:lstStyle/>
            <a:p>
              <a:r>
                <a:rPr lang="en-DK" b="0" i="0" baseline="0"/>
                <a:t>𝑅→1</a:t>
              </a:r>
              <a:endParaRPr lang="en-DK"/>
            </a:p>
          </dgm:t>
        </dgm:pt>
      </mc:Fallback>
    </mc:AlternateContent>
    <dgm:pt modelId="{5DA525D7-DC9F-A84E-BD89-C6FB0DA68488}" type="parTrans" cxnId="{2BACB5CC-B4CC-9740-8E50-0267BAC5D661}">
      <dgm:prSet/>
      <dgm:spPr/>
      <dgm:t>
        <a:bodyPr/>
        <a:lstStyle/>
        <a:p>
          <a:endParaRPr lang="en-US"/>
        </a:p>
      </dgm:t>
    </dgm:pt>
    <dgm:pt modelId="{C5729812-2949-A44A-A9AE-DA177BCD3932}" type="sibTrans" cxnId="{2BACB5CC-B4CC-9740-8E50-0267BAC5D661}">
      <dgm:prSet/>
      <dgm:spPr/>
      <dgm:t>
        <a:bodyPr/>
        <a:lstStyle/>
        <a:p>
          <a:endParaRPr lang="en-US"/>
        </a:p>
      </dgm:t>
    </dgm:pt>
    <dgm:pt modelId="{6CC0D9B5-CF24-504B-A7DC-5ED2893B6C44}">
      <dgm:prSet/>
      <dgm:spPr/>
      <dgm:t>
        <a:bodyPr/>
        <a:lstStyle/>
        <a:p>
          <a:pPr>
            <a:buNone/>
          </a:pPr>
          <a:r>
            <a:rPr lang="en-US" b="0" i="0" baseline="0" dirty="0"/>
            <a:t>in the thin limit. </a:t>
          </a:r>
          <a:endParaRPr lang="en-DK" dirty="0"/>
        </a:p>
      </dgm:t>
    </dgm:pt>
    <dgm:pt modelId="{042099B3-4F26-774B-B3AB-48881F64C77C}" type="parTrans" cxnId="{298C1FD1-67E8-B84F-9816-4868B37165D8}">
      <dgm:prSet/>
      <dgm:spPr/>
      <dgm:t>
        <a:bodyPr/>
        <a:lstStyle/>
        <a:p>
          <a:endParaRPr lang="en-US"/>
        </a:p>
      </dgm:t>
    </dgm:pt>
    <dgm:pt modelId="{B904C0FD-5B57-C544-AEBF-4F9B6CB67FD9}" type="sibTrans" cxnId="{298C1FD1-67E8-B84F-9816-4868B37165D8}">
      <dgm:prSet/>
      <dgm:spPr/>
      <dgm:t>
        <a:bodyPr/>
        <a:lstStyle/>
        <a:p>
          <a:endParaRPr lang="en-US"/>
        </a:p>
      </dgm:t>
    </dgm:pt>
    <mc:AlternateContent xmlns:mc="http://schemas.openxmlformats.org/markup-compatibility/2006" xmlns:a14="http://schemas.microsoft.com/office/drawing/2010/main">
      <mc:Choice Requires="a14">
        <dgm:pt modelId="{AEC76CBD-5C17-F346-9E84-4C6CDFBE0C6B}">
          <dgm:prSet/>
          <dgm:spPr/>
          <dgm:t>
            <a:bodyPr/>
            <a:lstStyle/>
            <a:p>
              <a:pPr/>
              <a14:m>
                <m:oMathPara xmlns:m="http://schemas.openxmlformats.org/officeDocument/2006/math">
                  <m:oMathParaPr>
                    <m:jc m:val="centerGroup"/>
                  </m:oMathParaPr>
                  <m:oMath xmlns:m="http://schemas.openxmlformats.org/officeDocument/2006/math">
                    <m:r>
                      <a:rPr lang="en-DK" b="0" i="1" baseline="0" smtClean="0">
                        <a:latin typeface="Cambria Math" panose="02040503050406030204" pitchFamily="18" charset="0"/>
                      </a:rPr>
                      <m:t>𝑅</m:t>
                    </m:r>
                    <m:r>
                      <a:rPr lang="en-DK" b="0" i="0" baseline="0">
                        <a:latin typeface="Cambria Math" panose="02040503050406030204" pitchFamily="18" charset="0"/>
                      </a:rPr>
                      <m:t>&lt;1</m:t>
                    </m:r>
                  </m:oMath>
                </m:oMathPara>
              </a14:m>
              <a:endParaRPr lang="en-DK"/>
            </a:p>
          </dgm:t>
        </dgm:pt>
      </mc:Choice>
      <mc:Fallback xmlns="">
        <dgm:pt modelId="{AEC76CBD-5C17-F346-9E84-4C6CDFBE0C6B}">
          <dgm:prSet/>
          <dgm:spPr/>
          <dgm:t>
            <a:bodyPr/>
            <a:lstStyle/>
            <a:p>
              <a:r>
                <a:rPr lang="en-DK" b="0" i="0" baseline="0"/>
                <a:t>𝑅&lt;1</a:t>
              </a:r>
              <a:endParaRPr lang="en-DK"/>
            </a:p>
          </dgm:t>
        </dgm:pt>
      </mc:Fallback>
    </mc:AlternateContent>
    <dgm:pt modelId="{F106E47A-D054-B14C-83E1-EB617BAF52EE}" type="parTrans" cxnId="{48D09562-5F69-F243-8198-672255B52FBB}">
      <dgm:prSet/>
      <dgm:spPr/>
      <dgm:t>
        <a:bodyPr/>
        <a:lstStyle/>
        <a:p>
          <a:endParaRPr lang="en-US"/>
        </a:p>
      </dgm:t>
    </dgm:pt>
    <dgm:pt modelId="{17FE4BC2-AA9D-964C-83EE-4C1949E27A11}" type="sibTrans" cxnId="{48D09562-5F69-F243-8198-672255B52FBB}">
      <dgm:prSet/>
      <dgm:spPr/>
      <dgm:t>
        <a:bodyPr/>
        <a:lstStyle/>
        <a:p>
          <a:endParaRPr lang="en-US"/>
        </a:p>
      </dgm:t>
    </dgm:pt>
    <dgm:pt modelId="{4172EDFA-A2F2-E848-BBE5-E57981F10163}">
      <dgm:prSet/>
      <dgm:spPr/>
      <dgm:t>
        <a:bodyPr/>
        <a:lstStyle/>
        <a:p>
          <a:pPr>
            <a:buNone/>
          </a:pPr>
          <a:r>
            <a:rPr lang="en-US" b="0" i="0" baseline="0" dirty="0"/>
            <a:t>Self-shielding</a:t>
          </a:r>
          <a:endParaRPr lang="en-DK" dirty="0"/>
        </a:p>
      </dgm:t>
    </dgm:pt>
    <dgm:pt modelId="{7A17F3B0-D0D8-7744-B8ED-9885BF44B8A0}" type="parTrans" cxnId="{3FB94C07-FA5B-AD40-A950-1A77014E2C48}">
      <dgm:prSet/>
      <dgm:spPr/>
      <dgm:t>
        <a:bodyPr/>
        <a:lstStyle/>
        <a:p>
          <a:endParaRPr lang="en-US"/>
        </a:p>
      </dgm:t>
    </dgm:pt>
    <dgm:pt modelId="{3CDCB319-A875-5C41-BD55-2E10A054AEFA}" type="sibTrans" cxnId="{3FB94C07-FA5B-AD40-A950-1A77014E2C48}">
      <dgm:prSet/>
      <dgm:spPr/>
      <dgm:t>
        <a:bodyPr/>
        <a:lstStyle/>
        <a:p>
          <a:endParaRPr lang="en-US"/>
        </a:p>
      </dgm:t>
    </dgm:pt>
    <dgm:pt modelId="{B4C060B1-C7AD-3E4E-AAA3-FFF39B9DE12A}" type="pres">
      <dgm:prSet presAssocID="{EA5F6C40-CFEC-7C45-9B9A-D7E091D4D57C}" presName="Name0" presStyleCnt="0">
        <dgm:presLayoutVars>
          <dgm:dir/>
          <dgm:resizeHandles val="exact"/>
        </dgm:presLayoutVars>
      </dgm:prSet>
      <dgm:spPr/>
    </dgm:pt>
    <dgm:pt modelId="{78240AE0-F30B-704A-AFBF-AF3E9D055A2A}" type="pres">
      <dgm:prSet presAssocID="{AFA13509-E81B-BD4D-82B6-8155667C80DF}" presName="composite" presStyleCnt="0"/>
      <dgm:spPr/>
    </dgm:pt>
    <dgm:pt modelId="{A74FDCBC-A187-AF4C-9B2F-4234CF1AE092}" type="pres">
      <dgm:prSet presAssocID="{AFA13509-E81B-BD4D-82B6-8155667C80DF}" presName="rect1" presStyleLbl="trAlignAcc1" presStyleIdx="0" presStyleCnt="2">
        <dgm:presLayoutVars>
          <dgm:bulletEnabled val="1"/>
        </dgm:presLayoutVars>
      </dgm:prSet>
      <dgm:spPr/>
    </dgm:pt>
    <dgm:pt modelId="{B7C77589-DFEA-AA4B-B01B-2DFE11CDE559}" type="pres">
      <dgm:prSet presAssocID="{AFA13509-E81B-BD4D-82B6-8155667C80DF}" presName="rect2" presStyleLbl="fgImgPlace1" presStyleIdx="0" presStyleCnt="2"/>
      <dgm:spPr>
        <a:blipFill>
          <a:blip xmlns:r="http://schemas.openxmlformats.org/officeDocument/2006/relationships">
            <a:extLst>
              <a:ext uri="{96DAC541-7B7A-43D3-8B79-37D633B846F1}">
                <asvg:svgBlip xmlns:asvg="http://schemas.microsoft.com/office/drawing/2016/SVG/main" r:embed="rId1"/>
              </a:ext>
            </a:extLst>
          </a:blip>
          <a:srcRect/>
          <a:stretch>
            <a:fillRect l="-25000" r="-25000"/>
          </a:stretch>
        </a:blipFill>
      </dgm:spPr>
      <dgm:extLst>
        <a:ext uri="{E40237B7-FDA0-4F09-8148-C483321AD2D9}">
          <dgm14:cNvPr xmlns:dgm14="http://schemas.microsoft.com/office/drawing/2010/diagram" id="0" name="" descr="Badge 1 outline"/>
        </a:ext>
      </dgm:extLst>
    </dgm:pt>
    <dgm:pt modelId="{C59F65BE-D569-9940-9160-AAABEC56192C}" type="pres">
      <dgm:prSet presAssocID="{C5729812-2949-A44A-A9AE-DA177BCD3932}" presName="sibTrans" presStyleCnt="0"/>
      <dgm:spPr/>
    </dgm:pt>
    <dgm:pt modelId="{B2036AAD-76B2-6C4C-A487-528867A758AF}" type="pres">
      <dgm:prSet presAssocID="{AEC76CBD-5C17-F346-9E84-4C6CDFBE0C6B}" presName="composite" presStyleCnt="0"/>
      <dgm:spPr/>
    </dgm:pt>
    <dgm:pt modelId="{B1CA0967-23E8-9D4F-B12D-CC33E6FCAC20}" type="pres">
      <dgm:prSet presAssocID="{AEC76CBD-5C17-F346-9E84-4C6CDFBE0C6B}" presName="rect1" presStyleLbl="trAlignAcc1" presStyleIdx="1" presStyleCnt="2">
        <dgm:presLayoutVars>
          <dgm:bulletEnabled val="1"/>
        </dgm:presLayoutVars>
      </dgm:prSet>
      <dgm:spPr/>
    </dgm:pt>
    <dgm:pt modelId="{AC4528FD-6124-0149-A656-D19928637C49}" type="pres">
      <dgm:prSet presAssocID="{AEC76CBD-5C17-F346-9E84-4C6CDFBE0C6B}" presName="rect2" presStyleLbl="fgImgPlace1" presStyleIdx="1" presStyleCnt="2"/>
      <dgm:spPr>
        <a:blipFill>
          <a:blip xmlns:r="http://schemas.openxmlformats.org/officeDocument/2006/relationships">
            <a:extLst>
              <a:ext uri="{96DAC541-7B7A-43D3-8B79-37D633B846F1}">
                <asvg:svgBlip xmlns:asvg="http://schemas.microsoft.com/office/drawing/2016/SVG/main" r:embed="rId2"/>
              </a:ext>
            </a:extLst>
          </a:blip>
          <a:srcRect/>
          <a:stretch>
            <a:fillRect l="-25000" r="-25000"/>
          </a:stretch>
        </a:blipFill>
      </dgm:spPr>
      <dgm:extLst>
        <a:ext uri="{E40237B7-FDA0-4F09-8148-C483321AD2D9}">
          <dgm14:cNvPr xmlns:dgm14="http://schemas.microsoft.com/office/drawing/2010/diagram" id="0" name="" descr="Badge outline"/>
        </a:ext>
      </dgm:extLst>
    </dgm:pt>
  </dgm:ptLst>
  <dgm:cxnLst>
    <dgm:cxn modelId="{3FB94C07-FA5B-AD40-A950-1A77014E2C48}" srcId="{AEC76CBD-5C17-F346-9E84-4C6CDFBE0C6B}" destId="{4172EDFA-A2F2-E848-BBE5-E57981F10163}" srcOrd="0" destOrd="0" parTransId="{7A17F3B0-D0D8-7744-B8ED-9885BF44B8A0}" sibTransId="{3CDCB319-A875-5C41-BD55-2E10A054AEFA}"/>
    <dgm:cxn modelId="{A7E7B816-3C48-D943-A89F-2A1574398934}" type="presOf" srcId="{AEC76CBD-5C17-F346-9E84-4C6CDFBE0C6B}" destId="{B1CA0967-23E8-9D4F-B12D-CC33E6FCAC20}" srcOrd="0" destOrd="0" presId="urn:microsoft.com/office/officeart/2008/layout/PictureStrips"/>
    <dgm:cxn modelId="{D0B70E31-06AD-0746-AEE4-07C6CD517787}" type="presOf" srcId="{AFA13509-E81B-BD4D-82B6-8155667C80DF}" destId="{A74FDCBC-A187-AF4C-9B2F-4234CF1AE092}" srcOrd="0" destOrd="0" presId="urn:microsoft.com/office/officeart/2008/layout/PictureStrips"/>
    <dgm:cxn modelId="{48D09562-5F69-F243-8198-672255B52FBB}" srcId="{EA5F6C40-CFEC-7C45-9B9A-D7E091D4D57C}" destId="{AEC76CBD-5C17-F346-9E84-4C6CDFBE0C6B}" srcOrd="1" destOrd="0" parTransId="{F106E47A-D054-B14C-83E1-EB617BAF52EE}" sibTransId="{17FE4BC2-AA9D-964C-83EE-4C1949E27A11}"/>
    <dgm:cxn modelId="{178F456D-E411-894F-BF01-A53E44462A63}" type="presOf" srcId="{4172EDFA-A2F2-E848-BBE5-E57981F10163}" destId="{B1CA0967-23E8-9D4F-B12D-CC33E6FCAC20}" srcOrd="0" destOrd="1" presId="urn:microsoft.com/office/officeart/2008/layout/PictureStrips"/>
    <dgm:cxn modelId="{945226BA-7F1E-3743-B33B-9F0F1D467A33}" type="presOf" srcId="{EA5F6C40-CFEC-7C45-9B9A-D7E091D4D57C}" destId="{B4C060B1-C7AD-3E4E-AAA3-FFF39B9DE12A}" srcOrd="0" destOrd="0" presId="urn:microsoft.com/office/officeart/2008/layout/PictureStrips"/>
    <dgm:cxn modelId="{2BACB5CC-B4CC-9740-8E50-0267BAC5D661}" srcId="{EA5F6C40-CFEC-7C45-9B9A-D7E091D4D57C}" destId="{AFA13509-E81B-BD4D-82B6-8155667C80DF}" srcOrd="0" destOrd="0" parTransId="{5DA525D7-DC9F-A84E-BD89-C6FB0DA68488}" sibTransId="{C5729812-2949-A44A-A9AE-DA177BCD3932}"/>
    <dgm:cxn modelId="{298C1FD1-67E8-B84F-9816-4868B37165D8}" srcId="{AFA13509-E81B-BD4D-82B6-8155667C80DF}" destId="{6CC0D9B5-CF24-504B-A7DC-5ED2893B6C44}" srcOrd="0" destOrd="0" parTransId="{042099B3-4F26-774B-B3AB-48881F64C77C}" sibTransId="{B904C0FD-5B57-C544-AEBF-4F9B6CB67FD9}"/>
    <dgm:cxn modelId="{625D6AFE-9A69-AD4C-B24F-2D54EBEC890C}" type="presOf" srcId="{6CC0D9B5-CF24-504B-A7DC-5ED2893B6C44}" destId="{A74FDCBC-A187-AF4C-9B2F-4234CF1AE092}" srcOrd="0" destOrd="1" presId="urn:microsoft.com/office/officeart/2008/layout/PictureStrips"/>
    <dgm:cxn modelId="{21A25568-66F8-BF4A-B61F-F4E758BDED17}" type="presParOf" srcId="{B4C060B1-C7AD-3E4E-AAA3-FFF39B9DE12A}" destId="{78240AE0-F30B-704A-AFBF-AF3E9D055A2A}" srcOrd="0" destOrd="0" presId="urn:microsoft.com/office/officeart/2008/layout/PictureStrips"/>
    <dgm:cxn modelId="{04AE8D7E-DB3E-4048-836D-39F262D2C2B9}" type="presParOf" srcId="{78240AE0-F30B-704A-AFBF-AF3E9D055A2A}" destId="{A74FDCBC-A187-AF4C-9B2F-4234CF1AE092}" srcOrd="0" destOrd="0" presId="urn:microsoft.com/office/officeart/2008/layout/PictureStrips"/>
    <dgm:cxn modelId="{3340109A-8E4A-CC41-A39F-F6293D28F221}" type="presParOf" srcId="{78240AE0-F30B-704A-AFBF-AF3E9D055A2A}" destId="{B7C77589-DFEA-AA4B-B01B-2DFE11CDE559}" srcOrd="1" destOrd="0" presId="urn:microsoft.com/office/officeart/2008/layout/PictureStrips"/>
    <dgm:cxn modelId="{D3D94BBD-7902-624A-A5DD-12CA5FA08296}" type="presParOf" srcId="{B4C060B1-C7AD-3E4E-AAA3-FFF39B9DE12A}" destId="{C59F65BE-D569-9940-9160-AAABEC56192C}" srcOrd="1" destOrd="0" presId="urn:microsoft.com/office/officeart/2008/layout/PictureStrips"/>
    <dgm:cxn modelId="{BC9C1D0E-9BBC-8545-8888-BAB7A7301D5F}" type="presParOf" srcId="{B4C060B1-C7AD-3E4E-AAA3-FFF39B9DE12A}" destId="{B2036AAD-76B2-6C4C-A487-528867A758AF}" srcOrd="2" destOrd="0" presId="urn:microsoft.com/office/officeart/2008/layout/PictureStrips"/>
    <dgm:cxn modelId="{7BA95CA7-40D9-2842-9D78-DAB8ACE29B9D}" type="presParOf" srcId="{B2036AAD-76B2-6C4C-A487-528867A758AF}" destId="{B1CA0967-23E8-9D4F-B12D-CC33E6FCAC20}" srcOrd="0" destOrd="0" presId="urn:microsoft.com/office/officeart/2008/layout/PictureStrips"/>
    <dgm:cxn modelId="{7BAF293B-BF3A-7644-B124-42701328F597}" type="presParOf" srcId="{B2036AAD-76B2-6C4C-A487-528867A758AF}" destId="{AC4528FD-6124-0149-A656-D19928637C49}" srcOrd="1" destOrd="0" presId="urn:microsoft.com/office/officeart/2008/layout/PictureStrips"/>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EA5F6C40-CFEC-7C45-9B9A-D7E091D4D57C}"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dgm:pt modelId="{AFA13509-E81B-BD4D-82B6-8155667C80DF}">
      <dgm:prSet/>
      <dgm:spPr>
        <a:blipFill>
          <a:blip xmlns:r="http://schemas.openxmlformats.org/officeDocument/2006/relationships" r:embed="rId1"/>
          <a:stretch>
            <a:fillRect b="-5263"/>
          </a:stretch>
        </a:blipFill>
      </dgm:spPr>
      <dgm:t>
        <a:bodyPr/>
        <a:lstStyle/>
        <a:p>
          <a:r>
            <a:rPr lang="en-US">
              <a:noFill/>
            </a:rPr>
            <a:t> </a:t>
          </a:r>
        </a:p>
      </dgm:t>
    </dgm:pt>
    <dgm:pt modelId="{5DA525D7-DC9F-A84E-BD89-C6FB0DA68488}" type="parTrans" cxnId="{2BACB5CC-B4CC-9740-8E50-0267BAC5D661}">
      <dgm:prSet/>
      <dgm:spPr/>
      <dgm:t>
        <a:bodyPr/>
        <a:lstStyle/>
        <a:p>
          <a:endParaRPr lang="en-US"/>
        </a:p>
      </dgm:t>
    </dgm:pt>
    <dgm:pt modelId="{C5729812-2949-A44A-A9AE-DA177BCD3932}" type="sibTrans" cxnId="{2BACB5CC-B4CC-9740-8E50-0267BAC5D661}">
      <dgm:prSet/>
      <dgm:spPr/>
      <dgm:t>
        <a:bodyPr/>
        <a:lstStyle/>
        <a:p>
          <a:endParaRPr lang="en-US"/>
        </a:p>
      </dgm:t>
    </dgm:pt>
    <dgm:pt modelId="{6CC0D9B5-CF24-504B-A7DC-5ED2893B6C44}">
      <dgm:prSet/>
      <dgm:spPr/>
      <dgm:t>
        <a:bodyPr/>
        <a:lstStyle/>
        <a:p>
          <a:r>
            <a:rPr lang="en-US">
              <a:noFill/>
            </a:rPr>
            <a:t> </a:t>
          </a:r>
        </a:p>
      </dgm:t>
    </dgm:pt>
    <dgm:pt modelId="{042099B3-4F26-774B-B3AB-48881F64C77C}" type="parTrans" cxnId="{298C1FD1-67E8-B84F-9816-4868B37165D8}">
      <dgm:prSet/>
      <dgm:spPr/>
      <dgm:t>
        <a:bodyPr/>
        <a:lstStyle/>
        <a:p>
          <a:endParaRPr lang="en-US"/>
        </a:p>
      </dgm:t>
    </dgm:pt>
    <dgm:pt modelId="{B904C0FD-5B57-C544-AEBF-4F9B6CB67FD9}" type="sibTrans" cxnId="{298C1FD1-67E8-B84F-9816-4868B37165D8}">
      <dgm:prSet/>
      <dgm:spPr/>
      <dgm:t>
        <a:bodyPr/>
        <a:lstStyle/>
        <a:p>
          <a:endParaRPr lang="en-US"/>
        </a:p>
      </dgm:t>
    </dgm:pt>
    <dgm:pt modelId="{AEC76CBD-5C17-F346-9E84-4C6CDFBE0C6B}">
      <dgm:prSet/>
      <dgm:spPr>
        <a:blipFill>
          <a:blip xmlns:r="http://schemas.openxmlformats.org/officeDocument/2006/relationships" r:embed="rId2"/>
          <a:stretch>
            <a:fillRect b="-3896"/>
          </a:stretch>
        </a:blipFill>
      </dgm:spPr>
      <dgm:t>
        <a:bodyPr/>
        <a:lstStyle/>
        <a:p>
          <a:r>
            <a:rPr lang="en-US">
              <a:noFill/>
            </a:rPr>
            <a:t> </a:t>
          </a:r>
        </a:p>
      </dgm:t>
    </dgm:pt>
    <dgm:pt modelId="{F106E47A-D054-B14C-83E1-EB617BAF52EE}" type="parTrans" cxnId="{48D09562-5F69-F243-8198-672255B52FBB}">
      <dgm:prSet/>
      <dgm:spPr/>
      <dgm:t>
        <a:bodyPr/>
        <a:lstStyle/>
        <a:p>
          <a:endParaRPr lang="en-US"/>
        </a:p>
      </dgm:t>
    </dgm:pt>
    <dgm:pt modelId="{17FE4BC2-AA9D-964C-83EE-4C1949E27A11}" type="sibTrans" cxnId="{48D09562-5F69-F243-8198-672255B52FBB}">
      <dgm:prSet/>
      <dgm:spPr/>
      <dgm:t>
        <a:bodyPr/>
        <a:lstStyle/>
        <a:p>
          <a:endParaRPr lang="en-US"/>
        </a:p>
      </dgm:t>
    </dgm:pt>
    <dgm:pt modelId="{4172EDFA-A2F2-E848-BBE5-E57981F10163}">
      <dgm:prSet/>
      <dgm:spPr/>
      <dgm:t>
        <a:bodyPr/>
        <a:lstStyle/>
        <a:p>
          <a:r>
            <a:rPr lang="en-US">
              <a:noFill/>
            </a:rPr>
            <a:t> </a:t>
          </a:r>
        </a:p>
      </dgm:t>
    </dgm:pt>
    <dgm:pt modelId="{7A17F3B0-D0D8-7744-B8ED-9885BF44B8A0}" type="parTrans" cxnId="{3FB94C07-FA5B-AD40-A950-1A77014E2C48}">
      <dgm:prSet/>
      <dgm:spPr/>
      <dgm:t>
        <a:bodyPr/>
        <a:lstStyle/>
        <a:p>
          <a:endParaRPr lang="en-US"/>
        </a:p>
      </dgm:t>
    </dgm:pt>
    <dgm:pt modelId="{3CDCB319-A875-5C41-BD55-2E10A054AEFA}" type="sibTrans" cxnId="{3FB94C07-FA5B-AD40-A950-1A77014E2C48}">
      <dgm:prSet/>
      <dgm:spPr/>
      <dgm:t>
        <a:bodyPr/>
        <a:lstStyle/>
        <a:p>
          <a:endParaRPr lang="en-US"/>
        </a:p>
      </dgm:t>
    </dgm:pt>
    <dgm:pt modelId="{B4C060B1-C7AD-3E4E-AAA3-FFF39B9DE12A}" type="pres">
      <dgm:prSet presAssocID="{EA5F6C40-CFEC-7C45-9B9A-D7E091D4D57C}" presName="Name0" presStyleCnt="0">
        <dgm:presLayoutVars>
          <dgm:dir/>
          <dgm:resizeHandles val="exact"/>
        </dgm:presLayoutVars>
      </dgm:prSet>
      <dgm:spPr/>
    </dgm:pt>
    <dgm:pt modelId="{78240AE0-F30B-704A-AFBF-AF3E9D055A2A}" type="pres">
      <dgm:prSet presAssocID="{AFA13509-E81B-BD4D-82B6-8155667C80DF}" presName="composite" presStyleCnt="0"/>
      <dgm:spPr/>
    </dgm:pt>
    <dgm:pt modelId="{A74FDCBC-A187-AF4C-9B2F-4234CF1AE092}" type="pres">
      <dgm:prSet presAssocID="{AFA13509-E81B-BD4D-82B6-8155667C80DF}" presName="rect1" presStyleLbl="trAlignAcc1" presStyleIdx="0" presStyleCnt="2">
        <dgm:presLayoutVars>
          <dgm:bulletEnabled val="1"/>
        </dgm:presLayoutVars>
      </dgm:prSet>
      <dgm:spPr/>
    </dgm:pt>
    <dgm:pt modelId="{B7C77589-DFEA-AA4B-B01B-2DFE11CDE559}" type="pres">
      <dgm:prSet presAssocID="{AFA13509-E81B-BD4D-82B6-8155667C80DF}" presName="rect2" presStyleLbl="fgImgPlace1" presStyleIdx="0" presStyleCnt="2"/>
      <dgm:spPr>
        <a:blipFill>
          <a:blip xmlns:r="http://schemas.openxmlformats.org/officeDocument/2006/relationships">
            <a:extLst>
              <a:ext uri="{96DAC541-7B7A-43D3-8B79-37D633B846F1}">
                <asvg:svgBlip xmlns:asvg="http://schemas.microsoft.com/office/drawing/2016/SVG/main" r:embed="rId3"/>
              </a:ext>
            </a:extLst>
          </a:blip>
          <a:srcRect/>
          <a:stretch>
            <a:fillRect l="-25000" r="-25000"/>
          </a:stretch>
        </a:blipFill>
      </dgm:spPr>
      <dgm:extLst>
        <a:ext uri="{E40237B7-FDA0-4F09-8148-C483321AD2D9}">
          <dgm14:cNvPr xmlns:dgm14="http://schemas.microsoft.com/office/drawing/2010/diagram" id="0" name="" descr="Badge 1 outline"/>
        </a:ext>
      </dgm:extLst>
    </dgm:pt>
    <dgm:pt modelId="{C59F65BE-D569-9940-9160-AAABEC56192C}" type="pres">
      <dgm:prSet presAssocID="{C5729812-2949-A44A-A9AE-DA177BCD3932}" presName="sibTrans" presStyleCnt="0"/>
      <dgm:spPr/>
    </dgm:pt>
    <dgm:pt modelId="{B2036AAD-76B2-6C4C-A487-528867A758AF}" type="pres">
      <dgm:prSet presAssocID="{AEC76CBD-5C17-F346-9E84-4C6CDFBE0C6B}" presName="composite" presStyleCnt="0"/>
      <dgm:spPr/>
    </dgm:pt>
    <dgm:pt modelId="{B1CA0967-23E8-9D4F-B12D-CC33E6FCAC20}" type="pres">
      <dgm:prSet presAssocID="{AEC76CBD-5C17-F346-9E84-4C6CDFBE0C6B}" presName="rect1" presStyleLbl="trAlignAcc1" presStyleIdx="1" presStyleCnt="2">
        <dgm:presLayoutVars>
          <dgm:bulletEnabled val="1"/>
        </dgm:presLayoutVars>
      </dgm:prSet>
      <dgm:spPr/>
    </dgm:pt>
    <dgm:pt modelId="{AC4528FD-6124-0149-A656-D19928637C49}" type="pres">
      <dgm:prSet presAssocID="{AEC76CBD-5C17-F346-9E84-4C6CDFBE0C6B}" presName="rect2" presStyleLbl="fgImgPlace1" presStyleIdx="1" presStyleCnt="2"/>
      <dgm:spPr>
        <a:blipFill>
          <a:blip xmlns:r="http://schemas.openxmlformats.org/officeDocument/2006/relationships">
            <a:extLst>
              <a:ext uri="{96DAC541-7B7A-43D3-8B79-37D633B846F1}">
                <asvg:svgBlip xmlns:asvg="http://schemas.microsoft.com/office/drawing/2016/SVG/main" r:embed="rId4"/>
              </a:ext>
            </a:extLst>
          </a:blip>
          <a:srcRect/>
          <a:stretch>
            <a:fillRect l="-25000" r="-25000"/>
          </a:stretch>
        </a:blipFill>
      </dgm:spPr>
      <dgm:extLst>
        <a:ext uri="{E40237B7-FDA0-4F09-8148-C483321AD2D9}">
          <dgm14:cNvPr xmlns:dgm14="http://schemas.microsoft.com/office/drawing/2010/diagram" id="0" name="" descr="Badge outline"/>
        </a:ext>
      </dgm:extLst>
    </dgm:pt>
  </dgm:ptLst>
  <dgm:cxnLst>
    <dgm:cxn modelId="{3FB94C07-FA5B-AD40-A950-1A77014E2C48}" srcId="{AEC76CBD-5C17-F346-9E84-4C6CDFBE0C6B}" destId="{4172EDFA-A2F2-E848-BBE5-E57981F10163}" srcOrd="0" destOrd="0" parTransId="{7A17F3B0-D0D8-7744-B8ED-9885BF44B8A0}" sibTransId="{3CDCB319-A875-5C41-BD55-2E10A054AEFA}"/>
    <dgm:cxn modelId="{A7E7B816-3C48-D943-A89F-2A1574398934}" type="presOf" srcId="{AEC76CBD-5C17-F346-9E84-4C6CDFBE0C6B}" destId="{B1CA0967-23E8-9D4F-B12D-CC33E6FCAC20}" srcOrd="0" destOrd="0" presId="urn:microsoft.com/office/officeart/2008/layout/PictureStrips"/>
    <dgm:cxn modelId="{D0B70E31-06AD-0746-AEE4-07C6CD517787}" type="presOf" srcId="{AFA13509-E81B-BD4D-82B6-8155667C80DF}" destId="{A74FDCBC-A187-AF4C-9B2F-4234CF1AE092}" srcOrd="0" destOrd="0" presId="urn:microsoft.com/office/officeart/2008/layout/PictureStrips"/>
    <dgm:cxn modelId="{48D09562-5F69-F243-8198-672255B52FBB}" srcId="{EA5F6C40-CFEC-7C45-9B9A-D7E091D4D57C}" destId="{AEC76CBD-5C17-F346-9E84-4C6CDFBE0C6B}" srcOrd="1" destOrd="0" parTransId="{F106E47A-D054-B14C-83E1-EB617BAF52EE}" sibTransId="{17FE4BC2-AA9D-964C-83EE-4C1949E27A11}"/>
    <dgm:cxn modelId="{178F456D-E411-894F-BF01-A53E44462A63}" type="presOf" srcId="{4172EDFA-A2F2-E848-BBE5-E57981F10163}" destId="{B1CA0967-23E8-9D4F-B12D-CC33E6FCAC20}" srcOrd="0" destOrd="1" presId="urn:microsoft.com/office/officeart/2008/layout/PictureStrips"/>
    <dgm:cxn modelId="{945226BA-7F1E-3743-B33B-9F0F1D467A33}" type="presOf" srcId="{EA5F6C40-CFEC-7C45-9B9A-D7E091D4D57C}" destId="{B4C060B1-C7AD-3E4E-AAA3-FFF39B9DE12A}" srcOrd="0" destOrd="0" presId="urn:microsoft.com/office/officeart/2008/layout/PictureStrips"/>
    <dgm:cxn modelId="{2BACB5CC-B4CC-9740-8E50-0267BAC5D661}" srcId="{EA5F6C40-CFEC-7C45-9B9A-D7E091D4D57C}" destId="{AFA13509-E81B-BD4D-82B6-8155667C80DF}" srcOrd="0" destOrd="0" parTransId="{5DA525D7-DC9F-A84E-BD89-C6FB0DA68488}" sibTransId="{C5729812-2949-A44A-A9AE-DA177BCD3932}"/>
    <dgm:cxn modelId="{298C1FD1-67E8-B84F-9816-4868B37165D8}" srcId="{AFA13509-E81B-BD4D-82B6-8155667C80DF}" destId="{6CC0D9B5-CF24-504B-A7DC-5ED2893B6C44}" srcOrd="0" destOrd="0" parTransId="{042099B3-4F26-774B-B3AB-48881F64C77C}" sibTransId="{B904C0FD-5B57-C544-AEBF-4F9B6CB67FD9}"/>
    <dgm:cxn modelId="{625D6AFE-9A69-AD4C-B24F-2D54EBEC890C}" type="presOf" srcId="{6CC0D9B5-CF24-504B-A7DC-5ED2893B6C44}" destId="{A74FDCBC-A187-AF4C-9B2F-4234CF1AE092}" srcOrd="0" destOrd="1" presId="urn:microsoft.com/office/officeart/2008/layout/PictureStrips"/>
    <dgm:cxn modelId="{21A25568-66F8-BF4A-B61F-F4E758BDED17}" type="presParOf" srcId="{B4C060B1-C7AD-3E4E-AAA3-FFF39B9DE12A}" destId="{78240AE0-F30B-704A-AFBF-AF3E9D055A2A}" srcOrd="0" destOrd="0" presId="urn:microsoft.com/office/officeart/2008/layout/PictureStrips"/>
    <dgm:cxn modelId="{04AE8D7E-DB3E-4048-836D-39F262D2C2B9}" type="presParOf" srcId="{78240AE0-F30B-704A-AFBF-AF3E9D055A2A}" destId="{A74FDCBC-A187-AF4C-9B2F-4234CF1AE092}" srcOrd="0" destOrd="0" presId="urn:microsoft.com/office/officeart/2008/layout/PictureStrips"/>
    <dgm:cxn modelId="{3340109A-8E4A-CC41-A39F-F6293D28F221}" type="presParOf" srcId="{78240AE0-F30B-704A-AFBF-AF3E9D055A2A}" destId="{B7C77589-DFEA-AA4B-B01B-2DFE11CDE559}" srcOrd="1" destOrd="0" presId="urn:microsoft.com/office/officeart/2008/layout/PictureStrips"/>
    <dgm:cxn modelId="{D3D94BBD-7902-624A-A5DD-12CA5FA08296}" type="presParOf" srcId="{B4C060B1-C7AD-3E4E-AAA3-FFF39B9DE12A}" destId="{C59F65BE-D569-9940-9160-AAABEC56192C}" srcOrd="1" destOrd="0" presId="urn:microsoft.com/office/officeart/2008/layout/PictureStrips"/>
    <dgm:cxn modelId="{BC9C1D0E-9BBC-8545-8888-BAB7A7301D5F}" type="presParOf" srcId="{B4C060B1-C7AD-3E4E-AAA3-FFF39B9DE12A}" destId="{B2036AAD-76B2-6C4C-A487-528867A758AF}" srcOrd="2" destOrd="0" presId="urn:microsoft.com/office/officeart/2008/layout/PictureStrips"/>
    <dgm:cxn modelId="{7BA95CA7-40D9-2842-9D78-DAB8ACE29B9D}" type="presParOf" srcId="{B2036AAD-76B2-6C4C-A487-528867A758AF}" destId="{B1CA0967-23E8-9D4F-B12D-CC33E6FCAC20}" srcOrd="0" destOrd="0" presId="urn:microsoft.com/office/officeart/2008/layout/PictureStrips"/>
    <dgm:cxn modelId="{7BAF293B-BF3A-7644-B124-42701328F597}" type="presParOf" srcId="{B2036AAD-76B2-6C4C-A487-528867A758AF}" destId="{AC4528FD-6124-0149-A656-D19928637C49}" srcOrd="1" destOrd="0" presId="urn:microsoft.com/office/officeart/2008/layout/PictureStrips"/>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EA5F6C40-CFEC-7C45-9B9A-D7E091D4D57C}"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AFA13509-E81B-BD4D-82B6-8155667C80DF}">
          <dgm:prSet/>
          <dgm:spPr/>
          <dgm:t>
            <a:bodyPr/>
            <a:lstStyle/>
            <a:p>
              <a:pPr/>
              <a14:m>
                <m:oMathPara xmlns:m="http://schemas.openxmlformats.org/officeDocument/2006/math">
                  <m:oMathParaPr>
                    <m:jc m:val="centerGroup"/>
                  </m:oMathParaPr>
                  <m:oMath xmlns:m="http://schemas.openxmlformats.org/officeDocument/2006/math">
                    <m:r>
                      <a:rPr lang="en-DK" b="0" i="1" baseline="0" smtClean="0">
                        <a:latin typeface="Cambria Math" panose="02040503050406030204" pitchFamily="18" charset="0"/>
                      </a:rPr>
                      <m:t>𝑅</m:t>
                    </m:r>
                    <m:r>
                      <a:rPr lang="en-DK" b="0" i="0" baseline="0">
                        <a:latin typeface="Cambria Math" panose="02040503050406030204" pitchFamily="18" charset="0"/>
                      </a:rPr>
                      <m:t>→1</m:t>
                    </m:r>
                  </m:oMath>
                </m:oMathPara>
              </a14:m>
              <a:endParaRPr lang="en-DK"/>
            </a:p>
          </dgm:t>
        </dgm:pt>
      </mc:Choice>
      <mc:Fallback xmlns="">
        <dgm:pt modelId="{AFA13509-E81B-BD4D-82B6-8155667C80DF}">
          <dgm:prSet/>
          <dgm:spPr/>
          <dgm:t>
            <a:bodyPr/>
            <a:lstStyle/>
            <a:p>
              <a:r>
                <a:rPr lang="en-DK" b="0" i="0" baseline="0"/>
                <a:t>𝑅→1</a:t>
              </a:r>
              <a:endParaRPr lang="en-DK"/>
            </a:p>
          </dgm:t>
        </dgm:pt>
      </mc:Fallback>
    </mc:AlternateContent>
    <dgm:pt modelId="{5DA525D7-DC9F-A84E-BD89-C6FB0DA68488}" type="parTrans" cxnId="{2BACB5CC-B4CC-9740-8E50-0267BAC5D661}">
      <dgm:prSet/>
      <dgm:spPr/>
      <dgm:t>
        <a:bodyPr/>
        <a:lstStyle/>
        <a:p>
          <a:endParaRPr lang="en-US"/>
        </a:p>
      </dgm:t>
    </dgm:pt>
    <dgm:pt modelId="{C5729812-2949-A44A-A9AE-DA177BCD3932}" type="sibTrans" cxnId="{2BACB5CC-B4CC-9740-8E50-0267BAC5D661}">
      <dgm:prSet/>
      <dgm:spPr/>
      <dgm:t>
        <a:bodyPr/>
        <a:lstStyle/>
        <a:p>
          <a:endParaRPr lang="en-US"/>
        </a:p>
      </dgm:t>
    </dgm:pt>
    <dgm:pt modelId="{6CC0D9B5-CF24-504B-A7DC-5ED2893B6C44}">
      <dgm:prSet/>
      <dgm:spPr/>
      <dgm:t>
        <a:bodyPr/>
        <a:lstStyle/>
        <a:p>
          <a:pPr>
            <a:buNone/>
          </a:pPr>
          <a:r>
            <a:rPr lang="en-US" b="0" i="0" baseline="0" dirty="0"/>
            <a:t>in the thin limit. </a:t>
          </a:r>
          <a:endParaRPr lang="en-DK" dirty="0"/>
        </a:p>
      </dgm:t>
    </dgm:pt>
    <dgm:pt modelId="{042099B3-4F26-774B-B3AB-48881F64C77C}" type="parTrans" cxnId="{298C1FD1-67E8-B84F-9816-4868B37165D8}">
      <dgm:prSet/>
      <dgm:spPr/>
      <dgm:t>
        <a:bodyPr/>
        <a:lstStyle/>
        <a:p>
          <a:endParaRPr lang="en-US"/>
        </a:p>
      </dgm:t>
    </dgm:pt>
    <dgm:pt modelId="{B904C0FD-5B57-C544-AEBF-4F9B6CB67FD9}" type="sibTrans" cxnId="{298C1FD1-67E8-B84F-9816-4868B37165D8}">
      <dgm:prSet/>
      <dgm:spPr/>
      <dgm:t>
        <a:bodyPr/>
        <a:lstStyle/>
        <a:p>
          <a:endParaRPr lang="en-US"/>
        </a:p>
      </dgm:t>
    </dgm:pt>
    <mc:AlternateContent xmlns:mc="http://schemas.openxmlformats.org/markup-compatibility/2006" xmlns:a14="http://schemas.microsoft.com/office/drawing/2010/main">
      <mc:Choice Requires="a14">
        <dgm:pt modelId="{AEC76CBD-5C17-F346-9E84-4C6CDFBE0C6B}">
          <dgm:prSet/>
          <dgm:spPr/>
          <dgm:t>
            <a:bodyPr/>
            <a:lstStyle/>
            <a:p>
              <a:pPr/>
              <a14:m>
                <m:oMathPara xmlns:m="http://schemas.openxmlformats.org/officeDocument/2006/math">
                  <m:oMathParaPr>
                    <m:jc m:val="centerGroup"/>
                  </m:oMathParaPr>
                  <m:oMath xmlns:m="http://schemas.openxmlformats.org/officeDocument/2006/math">
                    <m:r>
                      <a:rPr lang="en-DK" b="0" i="1" baseline="0" smtClean="0">
                        <a:latin typeface="Cambria Math" panose="02040503050406030204" pitchFamily="18" charset="0"/>
                      </a:rPr>
                      <m:t>𝑅</m:t>
                    </m:r>
                    <m:r>
                      <a:rPr lang="en-DK" b="0" i="0" baseline="0">
                        <a:latin typeface="Cambria Math" panose="02040503050406030204" pitchFamily="18" charset="0"/>
                      </a:rPr>
                      <m:t>&lt;1</m:t>
                    </m:r>
                  </m:oMath>
                </m:oMathPara>
              </a14:m>
              <a:endParaRPr lang="en-DK"/>
            </a:p>
          </dgm:t>
        </dgm:pt>
      </mc:Choice>
      <mc:Fallback xmlns="">
        <dgm:pt modelId="{AEC76CBD-5C17-F346-9E84-4C6CDFBE0C6B}">
          <dgm:prSet/>
          <dgm:spPr/>
          <dgm:t>
            <a:bodyPr/>
            <a:lstStyle/>
            <a:p>
              <a:r>
                <a:rPr lang="en-DK" b="0" i="0" baseline="0"/>
                <a:t>𝑅&lt;1</a:t>
              </a:r>
              <a:endParaRPr lang="en-DK"/>
            </a:p>
          </dgm:t>
        </dgm:pt>
      </mc:Fallback>
    </mc:AlternateContent>
    <dgm:pt modelId="{F106E47A-D054-B14C-83E1-EB617BAF52EE}" type="parTrans" cxnId="{48D09562-5F69-F243-8198-672255B52FBB}">
      <dgm:prSet/>
      <dgm:spPr/>
      <dgm:t>
        <a:bodyPr/>
        <a:lstStyle/>
        <a:p>
          <a:endParaRPr lang="en-US"/>
        </a:p>
      </dgm:t>
    </dgm:pt>
    <dgm:pt modelId="{17FE4BC2-AA9D-964C-83EE-4C1949E27A11}" type="sibTrans" cxnId="{48D09562-5F69-F243-8198-672255B52FBB}">
      <dgm:prSet/>
      <dgm:spPr/>
      <dgm:t>
        <a:bodyPr/>
        <a:lstStyle/>
        <a:p>
          <a:endParaRPr lang="en-US"/>
        </a:p>
      </dgm:t>
    </dgm:pt>
    <dgm:pt modelId="{4172EDFA-A2F2-E848-BBE5-E57981F10163}">
      <dgm:prSet/>
      <dgm:spPr/>
      <dgm:t>
        <a:bodyPr/>
        <a:lstStyle/>
        <a:p>
          <a:pPr>
            <a:buNone/>
          </a:pPr>
          <a:r>
            <a:rPr lang="en-US" b="0" i="0" baseline="0" dirty="0"/>
            <a:t>Self-shielding</a:t>
          </a:r>
          <a:endParaRPr lang="en-DK" dirty="0"/>
        </a:p>
      </dgm:t>
    </dgm:pt>
    <dgm:pt modelId="{7A17F3B0-D0D8-7744-B8ED-9885BF44B8A0}" type="parTrans" cxnId="{3FB94C07-FA5B-AD40-A950-1A77014E2C48}">
      <dgm:prSet/>
      <dgm:spPr/>
      <dgm:t>
        <a:bodyPr/>
        <a:lstStyle/>
        <a:p>
          <a:endParaRPr lang="en-US"/>
        </a:p>
      </dgm:t>
    </dgm:pt>
    <dgm:pt modelId="{3CDCB319-A875-5C41-BD55-2E10A054AEFA}" type="sibTrans" cxnId="{3FB94C07-FA5B-AD40-A950-1A77014E2C48}">
      <dgm:prSet/>
      <dgm:spPr/>
      <dgm:t>
        <a:bodyPr/>
        <a:lstStyle/>
        <a:p>
          <a:endParaRPr lang="en-US"/>
        </a:p>
      </dgm:t>
    </dgm:pt>
    <dgm:pt modelId="{B4C060B1-C7AD-3E4E-AAA3-FFF39B9DE12A}" type="pres">
      <dgm:prSet presAssocID="{EA5F6C40-CFEC-7C45-9B9A-D7E091D4D57C}" presName="Name0" presStyleCnt="0">
        <dgm:presLayoutVars>
          <dgm:dir/>
          <dgm:resizeHandles val="exact"/>
        </dgm:presLayoutVars>
      </dgm:prSet>
      <dgm:spPr/>
    </dgm:pt>
    <dgm:pt modelId="{78240AE0-F30B-704A-AFBF-AF3E9D055A2A}" type="pres">
      <dgm:prSet presAssocID="{AFA13509-E81B-BD4D-82B6-8155667C80DF}" presName="composite" presStyleCnt="0"/>
      <dgm:spPr/>
    </dgm:pt>
    <dgm:pt modelId="{A74FDCBC-A187-AF4C-9B2F-4234CF1AE092}" type="pres">
      <dgm:prSet presAssocID="{AFA13509-E81B-BD4D-82B6-8155667C80DF}" presName="rect1" presStyleLbl="trAlignAcc1" presStyleIdx="0" presStyleCnt="2">
        <dgm:presLayoutVars>
          <dgm:bulletEnabled val="1"/>
        </dgm:presLayoutVars>
      </dgm:prSet>
      <dgm:spPr/>
    </dgm:pt>
    <dgm:pt modelId="{B7C77589-DFEA-AA4B-B01B-2DFE11CDE559}" type="pres">
      <dgm:prSet presAssocID="{AFA13509-E81B-BD4D-82B6-8155667C80DF}" presName="rect2" presStyleLbl="fgImgPlace1" presStyleIdx="0" presStyleCnt="2"/>
      <dgm:spPr>
        <a:blipFill>
          <a:blip xmlns:r="http://schemas.openxmlformats.org/officeDocument/2006/relationships">
            <a:extLst>
              <a:ext uri="{96DAC541-7B7A-43D3-8B79-37D633B846F1}">
                <asvg:svgBlip xmlns:asvg="http://schemas.microsoft.com/office/drawing/2016/SVG/main" r:embed="rId1"/>
              </a:ext>
            </a:extLst>
          </a:blip>
          <a:srcRect/>
          <a:stretch>
            <a:fillRect l="-25000" r="-25000"/>
          </a:stretch>
        </a:blipFill>
      </dgm:spPr>
      <dgm:extLst>
        <a:ext uri="{E40237B7-FDA0-4F09-8148-C483321AD2D9}">
          <dgm14:cNvPr xmlns:dgm14="http://schemas.microsoft.com/office/drawing/2010/diagram" id="0" name="" descr="Badge 1 outline"/>
        </a:ext>
      </dgm:extLst>
    </dgm:pt>
    <dgm:pt modelId="{C59F65BE-D569-9940-9160-AAABEC56192C}" type="pres">
      <dgm:prSet presAssocID="{C5729812-2949-A44A-A9AE-DA177BCD3932}" presName="sibTrans" presStyleCnt="0"/>
      <dgm:spPr/>
    </dgm:pt>
    <dgm:pt modelId="{B2036AAD-76B2-6C4C-A487-528867A758AF}" type="pres">
      <dgm:prSet presAssocID="{AEC76CBD-5C17-F346-9E84-4C6CDFBE0C6B}" presName="composite" presStyleCnt="0"/>
      <dgm:spPr/>
    </dgm:pt>
    <dgm:pt modelId="{B1CA0967-23E8-9D4F-B12D-CC33E6FCAC20}" type="pres">
      <dgm:prSet presAssocID="{AEC76CBD-5C17-F346-9E84-4C6CDFBE0C6B}" presName="rect1" presStyleLbl="trAlignAcc1" presStyleIdx="1" presStyleCnt="2">
        <dgm:presLayoutVars>
          <dgm:bulletEnabled val="1"/>
        </dgm:presLayoutVars>
      </dgm:prSet>
      <dgm:spPr/>
    </dgm:pt>
    <dgm:pt modelId="{AC4528FD-6124-0149-A656-D19928637C49}" type="pres">
      <dgm:prSet presAssocID="{AEC76CBD-5C17-F346-9E84-4C6CDFBE0C6B}" presName="rect2" presStyleLbl="fgImgPlace1" presStyleIdx="1" presStyleCnt="2"/>
      <dgm:spPr>
        <a:blipFill>
          <a:blip xmlns:r="http://schemas.openxmlformats.org/officeDocument/2006/relationships">
            <a:extLst>
              <a:ext uri="{96DAC541-7B7A-43D3-8B79-37D633B846F1}">
                <asvg:svgBlip xmlns:asvg="http://schemas.microsoft.com/office/drawing/2016/SVG/main" r:embed="rId2"/>
              </a:ext>
            </a:extLst>
          </a:blip>
          <a:srcRect/>
          <a:stretch>
            <a:fillRect l="-25000" r="-25000"/>
          </a:stretch>
        </a:blipFill>
      </dgm:spPr>
      <dgm:extLst>
        <a:ext uri="{E40237B7-FDA0-4F09-8148-C483321AD2D9}">
          <dgm14:cNvPr xmlns:dgm14="http://schemas.microsoft.com/office/drawing/2010/diagram" id="0" name="" descr="Badge outline"/>
        </a:ext>
      </dgm:extLst>
    </dgm:pt>
  </dgm:ptLst>
  <dgm:cxnLst>
    <dgm:cxn modelId="{3FB94C07-FA5B-AD40-A950-1A77014E2C48}" srcId="{AEC76CBD-5C17-F346-9E84-4C6CDFBE0C6B}" destId="{4172EDFA-A2F2-E848-BBE5-E57981F10163}" srcOrd="0" destOrd="0" parTransId="{7A17F3B0-D0D8-7744-B8ED-9885BF44B8A0}" sibTransId="{3CDCB319-A875-5C41-BD55-2E10A054AEFA}"/>
    <dgm:cxn modelId="{A7E7B816-3C48-D943-A89F-2A1574398934}" type="presOf" srcId="{AEC76CBD-5C17-F346-9E84-4C6CDFBE0C6B}" destId="{B1CA0967-23E8-9D4F-B12D-CC33E6FCAC20}" srcOrd="0" destOrd="0" presId="urn:microsoft.com/office/officeart/2008/layout/PictureStrips"/>
    <dgm:cxn modelId="{D0B70E31-06AD-0746-AEE4-07C6CD517787}" type="presOf" srcId="{AFA13509-E81B-BD4D-82B6-8155667C80DF}" destId="{A74FDCBC-A187-AF4C-9B2F-4234CF1AE092}" srcOrd="0" destOrd="0" presId="urn:microsoft.com/office/officeart/2008/layout/PictureStrips"/>
    <dgm:cxn modelId="{48D09562-5F69-F243-8198-672255B52FBB}" srcId="{EA5F6C40-CFEC-7C45-9B9A-D7E091D4D57C}" destId="{AEC76CBD-5C17-F346-9E84-4C6CDFBE0C6B}" srcOrd="1" destOrd="0" parTransId="{F106E47A-D054-B14C-83E1-EB617BAF52EE}" sibTransId="{17FE4BC2-AA9D-964C-83EE-4C1949E27A11}"/>
    <dgm:cxn modelId="{178F456D-E411-894F-BF01-A53E44462A63}" type="presOf" srcId="{4172EDFA-A2F2-E848-BBE5-E57981F10163}" destId="{B1CA0967-23E8-9D4F-B12D-CC33E6FCAC20}" srcOrd="0" destOrd="1" presId="urn:microsoft.com/office/officeart/2008/layout/PictureStrips"/>
    <dgm:cxn modelId="{945226BA-7F1E-3743-B33B-9F0F1D467A33}" type="presOf" srcId="{EA5F6C40-CFEC-7C45-9B9A-D7E091D4D57C}" destId="{B4C060B1-C7AD-3E4E-AAA3-FFF39B9DE12A}" srcOrd="0" destOrd="0" presId="urn:microsoft.com/office/officeart/2008/layout/PictureStrips"/>
    <dgm:cxn modelId="{2BACB5CC-B4CC-9740-8E50-0267BAC5D661}" srcId="{EA5F6C40-CFEC-7C45-9B9A-D7E091D4D57C}" destId="{AFA13509-E81B-BD4D-82B6-8155667C80DF}" srcOrd="0" destOrd="0" parTransId="{5DA525D7-DC9F-A84E-BD89-C6FB0DA68488}" sibTransId="{C5729812-2949-A44A-A9AE-DA177BCD3932}"/>
    <dgm:cxn modelId="{298C1FD1-67E8-B84F-9816-4868B37165D8}" srcId="{AFA13509-E81B-BD4D-82B6-8155667C80DF}" destId="{6CC0D9B5-CF24-504B-A7DC-5ED2893B6C44}" srcOrd="0" destOrd="0" parTransId="{042099B3-4F26-774B-B3AB-48881F64C77C}" sibTransId="{B904C0FD-5B57-C544-AEBF-4F9B6CB67FD9}"/>
    <dgm:cxn modelId="{625D6AFE-9A69-AD4C-B24F-2D54EBEC890C}" type="presOf" srcId="{6CC0D9B5-CF24-504B-A7DC-5ED2893B6C44}" destId="{A74FDCBC-A187-AF4C-9B2F-4234CF1AE092}" srcOrd="0" destOrd="1" presId="urn:microsoft.com/office/officeart/2008/layout/PictureStrips"/>
    <dgm:cxn modelId="{21A25568-66F8-BF4A-B61F-F4E758BDED17}" type="presParOf" srcId="{B4C060B1-C7AD-3E4E-AAA3-FFF39B9DE12A}" destId="{78240AE0-F30B-704A-AFBF-AF3E9D055A2A}" srcOrd="0" destOrd="0" presId="urn:microsoft.com/office/officeart/2008/layout/PictureStrips"/>
    <dgm:cxn modelId="{04AE8D7E-DB3E-4048-836D-39F262D2C2B9}" type="presParOf" srcId="{78240AE0-F30B-704A-AFBF-AF3E9D055A2A}" destId="{A74FDCBC-A187-AF4C-9B2F-4234CF1AE092}" srcOrd="0" destOrd="0" presId="urn:microsoft.com/office/officeart/2008/layout/PictureStrips"/>
    <dgm:cxn modelId="{3340109A-8E4A-CC41-A39F-F6293D28F221}" type="presParOf" srcId="{78240AE0-F30B-704A-AFBF-AF3E9D055A2A}" destId="{B7C77589-DFEA-AA4B-B01B-2DFE11CDE559}" srcOrd="1" destOrd="0" presId="urn:microsoft.com/office/officeart/2008/layout/PictureStrips"/>
    <dgm:cxn modelId="{D3D94BBD-7902-624A-A5DD-12CA5FA08296}" type="presParOf" srcId="{B4C060B1-C7AD-3E4E-AAA3-FFF39B9DE12A}" destId="{C59F65BE-D569-9940-9160-AAABEC56192C}" srcOrd="1" destOrd="0" presId="urn:microsoft.com/office/officeart/2008/layout/PictureStrips"/>
    <dgm:cxn modelId="{BC9C1D0E-9BBC-8545-8888-BAB7A7301D5F}" type="presParOf" srcId="{B4C060B1-C7AD-3E4E-AAA3-FFF39B9DE12A}" destId="{B2036AAD-76B2-6C4C-A487-528867A758AF}" srcOrd="2" destOrd="0" presId="urn:microsoft.com/office/officeart/2008/layout/PictureStrips"/>
    <dgm:cxn modelId="{7BA95CA7-40D9-2842-9D78-DAB8ACE29B9D}" type="presParOf" srcId="{B2036AAD-76B2-6C4C-A487-528867A758AF}" destId="{B1CA0967-23E8-9D4F-B12D-CC33E6FCAC20}" srcOrd="0" destOrd="0" presId="urn:microsoft.com/office/officeart/2008/layout/PictureStrips"/>
    <dgm:cxn modelId="{7BAF293B-BF3A-7644-B124-42701328F597}" type="presParOf" srcId="{B2036AAD-76B2-6C4C-A487-528867A758AF}" destId="{AC4528FD-6124-0149-A656-D19928637C49}" srcOrd="1" destOrd="0" presId="urn:microsoft.com/office/officeart/2008/layout/PictureStrip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EA5F6C40-CFEC-7C45-9B9A-D7E091D4D57C}"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dgm:pt modelId="{AFA13509-E81B-BD4D-82B6-8155667C80DF}">
      <dgm:prSet/>
      <dgm:spPr>
        <a:blipFill>
          <a:blip xmlns:r="http://schemas.openxmlformats.org/officeDocument/2006/relationships" r:embed="rId1"/>
          <a:stretch>
            <a:fillRect b="-3896"/>
          </a:stretch>
        </a:blipFill>
      </dgm:spPr>
      <dgm:t>
        <a:bodyPr/>
        <a:lstStyle/>
        <a:p>
          <a:r>
            <a:rPr lang="en-US">
              <a:noFill/>
            </a:rPr>
            <a:t> </a:t>
          </a:r>
        </a:p>
      </dgm:t>
    </dgm:pt>
    <dgm:pt modelId="{5DA525D7-DC9F-A84E-BD89-C6FB0DA68488}" type="parTrans" cxnId="{2BACB5CC-B4CC-9740-8E50-0267BAC5D661}">
      <dgm:prSet/>
      <dgm:spPr/>
      <dgm:t>
        <a:bodyPr/>
        <a:lstStyle/>
        <a:p>
          <a:endParaRPr lang="en-US"/>
        </a:p>
      </dgm:t>
    </dgm:pt>
    <dgm:pt modelId="{C5729812-2949-A44A-A9AE-DA177BCD3932}" type="sibTrans" cxnId="{2BACB5CC-B4CC-9740-8E50-0267BAC5D661}">
      <dgm:prSet/>
      <dgm:spPr/>
      <dgm:t>
        <a:bodyPr/>
        <a:lstStyle/>
        <a:p>
          <a:endParaRPr lang="en-US"/>
        </a:p>
      </dgm:t>
    </dgm:pt>
    <dgm:pt modelId="{6CC0D9B5-CF24-504B-A7DC-5ED2893B6C44}">
      <dgm:prSet/>
      <dgm:spPr/>
      <dgm:t>
        <a:bodyPr/>
        <a:lstStyle/>
        <a:p>
          <a:r>
            <a:rPr lang="en-US">
              <a:noFill/>
            </a:rPr>
            <a:t> </a:t>
          </a:r>
        </a:p>
      </dgm:t>
    </dgm:pt>
    <dgm:pt modelId="{042099B3-4F26-774B-B3AB-48881F64C77C}" type="parTrans" cxnId="{298C1FD1-67E8-B84F-9816-4868B37165D8}">
      <dgm:prSet/>
      <dgm:spPr/>
      <dgm:t>
        <a:bodyPr/>
        <a:lstStyle/>
        <a:p>
          <a:endParaRPr lang="en-US"/>
        </a:p>
      </dgm:t>
    </dgm:pt>
    <dgm:pt modelId="{B904C0FD-5B57-C544-AEBF-4F9B6CB67FD9}" type="sibTrans" cxnId="{298C1FD1-67E8-B84F-9816-4868B37165D8}">
      <dgm:prSet/>
      <dgm:spPr/>
      <dgm:t>
        <a:bodyPr/>
        <a:lstStyle/>
        <a:p>
          <a:endParaRPr lang="en-US"/>
        </a:p>
      </dgm:t>
    </dgm:pt>
    <dgm:pt modelId="{AEC76CBD-5C17-F346-9E84-4C6CDFBE0C6B}">
      <dgm:prSet/>
      <dgm:spPr>
        <a:blipFill>
          <a:blip xmlns:r="http://schemas.openxmlformats.org/officeDocument/2006/relationships" r:embed="rId2"/>
          <a:stretch>
            <a:fillRect b="-5263"/>
          </a:stretch>
        </a:blipFill>
      </dgm:spPr>
      <dgm:t>
        <a:bodyPr/>
        <a:lstStyle/>
        <a:p>
          <a:r>
            <a:rPr lang="en-US">
              <a:noFill/>
            </a:rPr>
            <a:t> </a:t>
          </a:r>
        </a:p>
      </dgm:t>
    </dgm:pt>
    <dgm:pt modelId="{F106E47A-D054-B14C-83E1-EB617BAF52EE}" type="parTrans" cxnId="{48D09562-5F69-F243-8198-672255B52FBB}">
      <dgm:prSet/>
      <dgm:spPr/>
      <dgm:t>
        <a:bodyPr/>
        <a:lstStyle/>
        <a:p>
          <a:endParaRPr lang="en-US"/>
        </a:p>
      </dgm:t>
    </dgm:pt>
    <dgm:pt modelId="{17FE4BC2-AA9D-964C-83EE-4C1949E27A11}" type="sibTrans" cxnId="{48D09562-5F69-F243-8198-672255B52FBB}">
      <dgm:prSet/>
      <dgm:spPr/>
      <dgm:t>
        <a:bodyPr/>
        <a:lstStyle/>
        <a:p>
          <a:endParaRPr lang="en-US"/>
        </a:p>
      </dgm:t>
    </dgm:pt>
    <dgm:pt modelId="{4172EDFA-A2F2-E848-BBE5-E57981F10163}">
      <dgm:prSet/>
      <dgm:spPr/>
      <dgm:t>
        <a:bodyPr/>
        <a:lstStyle/>
        <a:p>
          <a:r>
            <a:rPr lang="en-US">
              <a:noFill/>
            </a:rPr>
            <a:t> </a:t>
          </a:r>
        </a:p>
      </dgm:t>
    </dgm:pt>
    <dgm:pt modelId="{7A17F3B0-D0D8-7744-B8ED-9885BF44B8A0}" type="parTrans" cxnId="{3FB94C07-FA5B-AD40-A950-1A77014E2C48}">
      <dgm:prSet/>
      <dgm:spPr/>
      <dgm:t>
        <a:bodyPr/>
        <a:lstStyle/>
        <a:p>
          <a:endParaRPr lang="en-US"/>
        </a:p>
      </dgm:t>
    </dgm:pt>
    <dgm:pt modelId="{3CDCB319-A875-5C41-BD55-2E10A054AEFA}" type="sibTrans" cxnId="{3FB94C07-FA5B-AD40-A950-1A77014E2C48}">
      <dgm:prSet/>
      <dgm:spPr/>
      <dgm:t>
        <a:bodyPr/>
        <a:lstStyle/>
        <a:p>
          <a:endParaRPr lang="en-US"/>
        </a:p>
      </dgm:t>
    </dgm:pt>
    <dgm:pt modelId="{B4C060B1-C7AD-3E4E-AAA3-FFF39B9DE12A}" type="pres">
      <dgm:prSet presAssocID="{EA5F6C40-CFEC-7C45-9B9A-D7E091D4D57C}" presName="Name0" presStyleCnt="0">
        <dgm:presLayoutVars>
          <dgm:dir/>
          <dgm:resizeHandles val="exact"/>
        </dgm:presLayoutVars>
      </dgm:prSet>
      <dgm:spPr/>
    </dgm:pt>
    <dgm:pt modelId="{78240AE0-F30B-704A-AFBF-AF3E9D055A2A}" type="pres">
      <dgm:prSet presAssocID="{AFA13509-E81B-BD4D-82B6-8155667C80DF}" presName="composite" presStyleCnt="0"/>
      <dgm:spPr/>
    </dgm:pt>
    <dgm:pt modelId="{A74FDCBC-A187-AF4C-9B2F-4234CF1AE092}" type="pres">
      <dgm:prSet presAssocID="{AFA13509-E81B-BD4D-82B6-8155667C80DF}" presName="rect1" presStyleLbl="trAlignAcc1" presStyleIdx="0" presStyleCnt="2">
        <dgm:presLayoutVars>
          <dgm:bulletEnabled val="1"/>
        </dgm:presLayoutVars>
      </dgm:prSet>
      <dgm:spPr/>
    </dgm:pt>
    <dgm:pt modelId="{B7C77589-DFEA-AA4B-B01B-2DFE11CDE559}" type="pres">
      <dgm:prSet presAssocID="{AFA13509-E81B-BD4D-82B6-8155667C80DF}" presName="rect2" presStyleLbl="fgImgPlace1" presStyleIdx="0" presStyleCnt="2"/>
      <dgm:spPr>
        <a:blipFill>
          <a:blip xmlns:r="http://schemas.openxmlformats.org/officeDocument/2006/relationships">
            <a:extLst>
              <a:ext uri="{96DAC541-7B7A-43D3-8B79-37D633B846F1}">
                <asvg:svgBlip xmlns:asvg="http://schemas.microsoft.com/office/drawing/2016/SVG/main" r:embed="rId3"/>
              </a:ext>
            </a:extLst>
          </a:blip>
          <a:srcRect/>
          <a:stretch>
            <a:fillRect l="-25000" r="-25000"/>
          </a:stretch>
        </a:blipFill>
      </dgm:spPr>
      <dgm:extLst>
        <a:ext uri="{E40237B7-FDA0-4F09-8148-C483321AD2D9}">
          <dgm14:cNvPr xmlns:dgm14="http://schemas.microsoft.com/office/drawing/2010/diagram" id="0" name="" descr="Badge 1 outline"/>
        </a:ext>
      </dgm:extLst>
    </dgm:pt>
    <dgm:pt modelId="{C59F65BE-D569-9940-9160-AAABEC56192C}" type="pres">
      <dgm:prSet presAssocID="{C5729812-2949-A44A-A9AE-DA177BCD3932}" presName="sibTrans" presStyleCnt="0"/>
      <dgm:spPr/>
    </dgm:pt>
    <dgm:pt modelId="{B2036AAD-76B2-6C4C-A487-528867A758AF}" type="pres">
      <dgm:prSet presAssocID="{AEC76CBD-5C17-F346-9E84-4C6CDFBE0C6B}" presName="composite" presStyleCnt="0"/>
      <dgm:spPr/>
    </dgm:pt>
    <dgm:pt modelId="{B1CA0967-23E8-9D4F-B12D-CC33E6FCAC20}" type="pres">
      <dgm:prSet presAssocID="{AEC76CBD-5C17-F346-9E84-4C6CDFBE0C6B}" presName="rect1" presStyleLbl="trAlignAcc1" presStyleIdx="1" presStyleCnt="2">
        <dgm:presLayoutVars>
          <dgm:bulletEnabled val="1"/>
        </dgm:presLayoutVars>
      </dgm:prSet>
      <dgm:spPr/>
    </dgm:pt>
    <dgm:pt modelId="{AC4528FD-6124-0149-A656-D19928637C49}" type="pres">
      <dgm:prSet presAssocID="{AEC76CBD-5C17-F346-9E84-4C6CDFBE0C6B}" presName="rect2" presStyleLbl="fgImgPlace1" presStyleIdx="1" presStyleCnt="2"/>
      <dgm:spPr>
        <a:blipFill>
          <a:blip xmlns:r="http://schemas.openxmlformats.org/officeDocument/2006/relationships">
            <a:extLst>
              <a:ext uri="{96DAC541-7B7A-43D3-8B79-37D633B846F1}">
                <asvg:svgBlip xmlns:asvg="http://schemas.microsoft.com/office/drawing/2016/SVG/main" r:embed="rId4"/>
              </a:ext>
            </a:extLst>
          </a:blip>
          <a:srcRect/>
          <a:stretch>
            <a:fillRect l="-25000" r="-25000"/>
          </a:stretch>
        </a:blipFill>
      </dgm:spPr>
      <dgm:extLst>
        <a:ext uri="{E40237B7-FDA0-4F09-8148-C483321AD2D9}">
          <dgm14:cNvPr xmlns:dgm14="http://schemas.microsoft.com/office/drawing/2010/diagram" id="0" name="" descr="Badge outline"/>
        </a:ext>
      </dgm:extLst>
    </dgm:pt>
  </dgm:ptLst>
  <dgm:cxnLst>
    <dgm:cxn modelId="{3FB94C07-FA5B-AD40-A950-1A77014E2C48}" srcId="{AEC76CBD-5C17-F346-9E84-4C6CDFBE0C6B}" destId="{4172EDFA-A2F2-E848-BBE5-E57981F10163}" srcOrd="0" destOrd="0" parTransId="{7A17F3B0-D0D8-7744-B8ED-9885BF44B8A0}" sibTransId="{3CDCB319-A875-5C41-BD55-2E10A054AEFA}"/>
    <dgm:cxn modelId="{A7E7B816-3C48-D943-A89F-2A1574398934}" type="presOf" srcId="{AEC76CBD-5C17-F346-9E84-4C6CDFBE0C6B}" destId="{B1CA0967-23E8-9D4F-B12D-CC33E6FCAC20}" srcOrd="0" destOrd="0" presId="urn:microsoft.com/office/officeart/2008/layout/PictureStrips"/>
    <dgm:cxn modelId="{D0B70E31-06AD-0746-AEE4-07C6CD517787}" type="presOf" srcId="{AFA13509-E81B-BD4D-82B6-8155667C80DF}" destId="{A74FDCBC-A187-AF4C-9B2F-4234CF1AE092}" srcOrd="0" destOrd="0" presId="urn:microsoft.com/office/officeart/2008/layout/PictureStrips"/>
    <dgm:cxn modelId="{48D09562-5F69-F243-8198-672255B52FBB}" srcId="{EA5F6C40-CFEC-7C45-9B9A-D7E091D4D57C}" destId="{AEC76CBD-5C17-F346-9E84-4C6CDFBE0C6B}" srcOrd="1" destOrd="0" parTransId="{F106E47A-D054-B14C-83E1-EB617BAF52EE}" sibTransId="{17FE4BC2-AA9D-964C-83EE-4C1949E27A11}"/>
    <dgm:cxn modelId="{178F456D-E411-894F-BF01-A53E44462A63}" type="presOf" srcId="{4172EDFA-A2F2-E848-BBE5-E57981F10163}" destId="{B1CA0967-23E8-9D4F-B12D-CC33E6FCAC20}" srcOrd="0" destOrd="1" presId="urn:microsoft.com/office/officeart/2008/layout/PictureStrips"/>
    <dgm:cxn modelId="{945226BA-7F1E-3743-B33B-9F0F1D467A33}" type="presOf" srcId="{EA5F6C40-CFEC-7C45-9B9A-D7E091D4D57C}" destId="{B4C060B1-C7AD-3E4E-AAA3-FFF39B9DE12A}" srcOrd="0" destOrd="0" presId="urn:microsoft.com/office/officeart/2008/layout/PictureStrips"/>
    <dgm:cxn modelId="{2BACB5CC-B4CC-9740-8E50-0267BAC5D661}" srcId="{EA5F6C40-CFEC-7C45-9B9A-D7E091D4D57C}" destId="{AFA13509-E81B-BD4D-82B6-8155667C80DF}" srcOrd="0" destOrd="0" parTransId="{5DA525D7-DC9F-A84E-BD89-C6FB0DA68488}" sibTransId="{C5729812-2949-A44A-A9AE-DA177BCD3932}"/>
    <dgm:cxn modelId="{298C1FD1-67E8-B84F-9816-4868B37165D8}" srcId="{AFA13509-E81B-BD4D-82B6-8155667C80DF}" destId="{6CC0D9B5-CF24-504B-A7DC-5ED2893B6C44}" srcOrd="0" destOrd="0" parTransId="{042099B3-4F26-774B-B3AB-48881F64C77C}" sibTransId="{B904C0FD-5B57-C544-AEBF-4F9B6CB67FD9}"/>
    <dgm:cxn modelId="{625D6AFE-9A69-AD4C-B24F-2D54EBEC890C}" type="presOf" srcId="{6CC0D9B5-CF24-504B-A7DC-5ED2893B6C44}" destId="{A74FDCBC-A187-AF4C-9B2F-4234CF1AE092}" srcOrd="0" destOrd="1" presId="urn:microsoft.com/office/officeart/2008/layout/PictureStrips"/>
    <dgm:cxn modelId="{21A25568-66F8-BF4A-B61F-F4E758BDED17}" type="presParOf" srcId="{B4C060B1-C7AD-3E4E-AAA3-FFF39B9DE12A}" destId="{78240AE0-F30B-704A-AFBF-AF3E9D055A2A}" srcOrd="0" destOrd="0" presId="urn:microsoft.com/office/officeart/2008/layout/PictureStrips"/>
    <dgm:cxn modelId="{04AE8D7E-DB3E-4048-836D-39F262D2C2B9}" type="presParOf" srcId="{78240AE0-F30B-704A-AFBF-AF3E9D055A2A}" destId="{A74FDCBC-A187-AF4C-9B2F-4234CF1AE092}" srcOrd="0" destOrd="0" presId="urn:microsoft.com/office/officeart/2008/layout/PictureStrips"/>
    <dgm:cxn modelId="{3340109A-8E4A-CC41-A39F-F6293D28F221}" type="presParOf" srcId="{78240AE0-F30B-704A-AFBF-AF3E9D055A2A}" destId="{B7C77589-DFEA-AA4B-B01B-2DFE11CDE559}" srcOrd="1" destOrd="0" presId="urn:microsoft.com/office/officeart/2008/layout/PictureStrips"/>
    <dgm:cxn modelId="{D3D94BBD-7902-624A-A5DD-12CA5FA08296}" type="presParOf" srcId="{B4C060B1-C7AD-3E4E-AAA3-FFF39B9DE12A}" destId="{C59F65BE-D569-9940-9160-AAABEC56192C}" srcOrd="1" destOrd="0" presId="urn:microsoft.com/office/officeart/2008/layout/PictureStrips"/>
    <dgm:cxn modelId="{BC9C1D0E-9BBC-8545-8888-BAB7A7301D5F}" type="presParOf" srcId="{B4C060B1-C7AD-3E4E-AAA3-FFF39B9DE12A}" destId="{B2036AAD-76B2-6C4C-A487-528867A758AF}" srcOrd="2" destOrd="0" presId="urn:microsoft.com/office/officeart/2008/layout/PictureStrips"/>
    <dgm:cxn modelId="{7BA95CA7-40D9-2842-9D78-DAB8ACE29B9D}" type="presParOf" srcId="{B2036AAD-76B2-6C4C-A487-528867A758AF}" destId="{B1CA0967-23E8-9D4F-B12D-CC33E6FCAC20}" srcOrd="0" destOrd="0" presId="urn:microsoft.com/office/officeart/2008/layout/PictureStrips"/>
    <dgm:cxn modelId="{7BAF293B-BF3A-7644-B124-42701328F597}" type="presParOf" srcId="{B2036AAD-76B2-6C4C-A487-528867A758AF}" destId="{AC4528FD-6124-0149-A656-D19928637C49}" srcOrd="1" destOrd="0" presId="urn:microsoft.com/office/officeart/2008/layout/PictureStrip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862B6871-8A2A-C648-9E24-CA85C798F6DD}"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62A2CE2F-42C9-5A45-A1ED-1EDC0DCE7C6E}">
          <dgm:prSet custT="1"/>
          <dgm:spPr/>
          <dgm:t>
            <a:bodyPr/>
            <a:lstStyle/>
            <a:p>
              <a:pPr/>
              <a14:m>
                <m:oMathPara xmlns:m="http://schemas.openxmlformats.org/officeDocument/2006/math">
                  <m:oMathParaPr>
                    <m:jc m:val="centerGroup"/>
                  </m:oMathParaPr>
                  <m:oMath xmlns:m="http://schemas.openxmlformats.org/officeDocument/2006/math">
                    <m:sSub>
                      <m:sSubPr>
                        <m:ctrlPr>
                          <a:rPr lang="en-DK" sz="2000" i="1" smtClean="0">
                            <a:latin typeface="Cambria Math" panose="02040503050406030204" pitchFamily="18" charset="0"/>
                          </a:rPr>
                        </m:ctrlPr>
                      </m:sSubPr>
                      <m:e>
                        <m:r>
                          <m:rPr>
                            <m:sty m:val="p"/>
                          </m:rPr>
                          <a:rPr lang="en-DK" sz="2000" i="1">
                            <a:latin typeface="Cambria Math" panose="02040503050406030204" pitchFamily="18" charset="0"/>
                          </a:rPr>
                          <m:t>Σ</m:t>
                        </m:r>
                      </m:e>
                      <m:sub>
                        <m:r>
                          <a:rPr lang="en-DK" sz="2000" i="1">
                            <a:latin typeface="Cambria Math" panose="02040503050406030204" pitchFamily="18" charset="0"/>
                          </a:rPr>
                          <m:t>𝑡</m:t>
                        </m:r>
                      </m:sub>
                    </m:sSub>
                    <m:r>
                      <a:rPr lang="en-DK" sz="2000" i="1">
                        <a:latin typeface="Cambria Math" panose="02040503050406030204" pitchFamily="18" charset="0"/>
                      </a:rPr>
                      <m:t>=</m:t>
                    </m:r>
                    <m:r>
                      <a:rPr lang="en-DK" sz="2000" i="1">
                        <a:latin typeface="Cambria Math" panose="02040503050406030204" pitchFamily="18" charset="0"/>
                      </a:rPr>
                      <m:t>𝑛</m:t>
                    </m:r>
                    <m:sSub>
                      <m:sSubPr>
                        <m:ctrlPr>
                          <a:rPr lang="en-DK" sz="2000" i="1">
                            <a:latin typeface="Cambria Math" panose="02040503050406030204" pitchFamily="18" charset="0"/>
                          </a:rPr>
                        </m:ctrlPr>
                      </m:sSubPr>
                      <m:e>
                        <m:r>
                          <a:rPr lang="en-DK" sz="2000" i="1">
                            <a:latin typeface="Cambria Math" panose="02040503050406030204" pitchFamily="18" charset="0"/>
                          </a:rPr>
                          <m:t>𝜎</m:t>
                        </m:r>
                      </m:e>
                      <m:sub>
                        <m:r>
                          <a:rPr lang="en-DK" sz="2000" i="1">
                            <a:latin typeface="Cambria Math" panose="02040503050406030204" pitchFamily="18" charset="0"/>
                          </a:rPr>
                          <m:t>𝑡</m:t>
                        </m:r>
                      </m:sub>
                    </m:sSub>
                  </m:oMath>
                </m:oMathPara>
              </a14:m>
              <a:endParaRPr lang="en-DK" sz="2000" dirty="0"/>
            </a:p>
          </dgm:t>
        </dgm:pt>
      </mc:Choice>
      <mc:Fallback xmlns="">
        <dgm:pt modelId="{62A2CE2F-42C9-5A45-A1ED-1EDC0DCE7C6E}">
          <dgm:prSet custT="1"/>
          <dgm:spPr/>
          <dgm:t>
            <a:bodyPr/>
            <a:lstStyle/>
            <a:p>
              <a:r>
                <a:rPr lang="en-DK" sz="2000" i="0"/>
                <a:t>Σ_𝑡=𝑛𝜎_𝑡</a:t>
              </a:r>
              <a:endParaRPr lang="en-DK" sz="2000" dirty="0"/>
            </a:p>
          </dgm:t>
        </dgm:pt>
      </mc:Fallback>
    </mc:AlternateContent>
    <dgm:pt modelId="{57066B3A-7D50-4542-B470-8DE0BB1DE316}" type="parTrans" cxnId="{39C1E6EC-752C-C741-8610-8A93B6E2F513}">
      <dgm:prSet/>
      <dgm:spPr/>
      <dgm:t>
        <a:bodyPr/>
        <a:lstStyle/>
        <a:p>
          <a:endParaRPr lang="en-US"/>
        </a:p>
      </dgm:t>
    </dgm:pt>
    <dgm:pt modelId="{017057BA-A489-A64A-A112-B7EE746137BE}" type="sibTrans" cxnId="{39C1E6EC-752C-C741-8610-8A93B6E2F513}">
      <dgm:prSet/>
      <dgm:spPr/>
      <dgm:t>
        <a:bodyPr/>
        <a:lstStyle/>
        <a:p>
          <a:endParaRPr lang="en-US"/>
        </a:p>
      </dgm:t>
    </dgm:pt>
    <dgm:pt modelId="{4589911E-A2B4-2943-BB6B-FC942A66609E}">
      <dgm:prSet custT="1"/>
      <dgm:spPr/>
      <dgm:t>
        <a:bodyPr/>
        <a:lstStyle/>
        <a:p>
          <a:pPr>
            <a:buNone/>
          </a:pPr>
          <a:r>
            <a:rPr lang="en-US" sz="2800" dirty="0"/>
            <a:t>The macroscopic cross section</a:t>
          </a:r>
          <a:endParaRPr lang="en-DK" sz="2800" dirty="0"/>
        </a:p>
      </dgm:t>
    </dgm:pt>
    <dgm:pt modelId="{3804C333-A528-3D4B-9A04-DA4906C64F4A}" type="parTrans" cxnId="{C6338A89-8CBC-0949-9504-BA78AA7FC6C0}">
      <dgm:prSet/>
      <dgm:spPr/>
      <dgm:t>
        <a:bodyPr/>
        <a:lstStyle/>
        <a:p>
          <a:endParaRPr lang="en-US"/>
        </a:p>
      </dgm:t>
    </dgm:pt>
    <dgm:pt modelId="{95FD921D-3BF3-CF4A-93BB-25375E543B8F}" type="sibTrans" cxnId="{C6338A89-8CBC-0949-9504-BA78AA7FC6C0}">
      <dgm:prSet/>
      <dgm:spPr/>
      <dgm:t>
        <a:bodyPr/>
        <a:lstStyle/>
        <a:p>
          <a:endParaRPr lang="en-US"/>
        </a:p>
      </dgm:t>
    </dgm:pt>
    <mc:AlternateContent xmlns:mc="http://schemas.openxmlformats.org/markup-compatibility/2006" xmlns:a14="http://schemas.microsoft.com/office/drawing/2010/main">
      <mc:Choice Requires="a14">
        <dgm:pt modelId="{901CA3BF-2603-3E43-92CE-3E7C8C00FC6F}">
          <dgm:prSet custT="1"/>
          <dgm:spPr/>
          <dgm:t>
            <a:bodyPr/>
            <a:lstStyle/>
            <a:p>
              <a:pPr/>
              <a14:m>
                <m:oMathPara xmlns:m="http://schemas.openxmlformats.org/officeDocument/2006/math">
                  <m:oMathParaPr>
                    <m:jc m:val="centerGroup"/>
                  </m:oMathParaPr>
                  <m:oMath xmlns:m="http://schemas.openxmlformats.org/officeDocument/2006/math">
                    <m:r>
                      <a:rPr lang="en-DK" sz="2000" i="1" smtClean="0">
                        <a:latin typeface="Cambria Math" panose="02040503050406030204" pitchFamily="18" charset="0"/>
                      </a:rPr>
                      <m:t>𝑠</m:t>
                    </m:r>
                    <m:r>
                      <a:rPr lang="en-DK" sz="2000" i="1" smtClean="0">
                        <a:latin typeface="Cambria Math" panose="02040503050406030204" pitchFamily="18" charset="0"/>
                      </a:rPr>
                      <m:t>=−</m:t>
                    </m:r>
                    <m:f>
                      <m:fPr>
                        <m:ctrlPr>
                          <a:rPr lang="en-DK" sz="2000" i="1">
                            <a:latin typeface="Cambria Math" panose="02040503050406030204" pitchFamily="18" charset="0"/>
                          </a:rPr>
                        </m:ctrlPr>
                      </m:fPr>
                      <m:num>
                        <m:func>
                          <m:funcPr>
                            <m:ctrlPr>
                              <a:rPr lang="en-DK" sz="2000" i="1">
                                <a:latin typeface="Cambria Math" panose="02040503050406030204" pitchFamily="18" charset="0"/>
                              </a:rPr>
                            </m:ctrlPr>
                          </m:funcPr>
                          <m:fName>
                            <m:r>
                              <m:rPr>
                                <m:sty m:val="p"/>
                              </m:rPr>
                              <a:rPr lang="en-DK" sz="2000">
                                <a:latin typeface="Cambria Math" panose="02040503050406030204" pitchFamily="18" charset="0"/>
                              </a:rPr>
                              <m:t>ln</m:t>
                            </m:r>
                          </m:fName>
                          <m:e>
                            <m:r>
                              <a:rPr lang="en-DK" sz="2000" i="1">
                                <a:latin typeface="Cambria Math" panose="02040503050406030204" pitchFamily="18" charset="0"/>
                              </a:rPr>
                              <m:t>𝒰</m:t>
                            </m:r>
                          </m:e>
                        </m:func>
                      </m:num>
                      <m:den>
                        <m:sSub>
                          <m:sSubPr>
                            <m:ctrlPr>
                              <a:rPr lang="en-DK" sz="2000" i="1">
                                <a:latin typeface="Cambria Math" panose="02040503050406030204" pitchFamily="18" charset="0"/>
                              </a:rPr>
                            </m:ctrlPr>
                          </m:sSubPr>
                          <m:e>
                            <m:r>
                              <m:rPr>
                                <m:sty m:val="p"/>
                              </m:rPr>
                              <a:rPr lang="en-DK" sz="2000" i="1">
                                <a:latin typeface="Cambria Math" panose="02040503050406030204" pitchFamily="18" charset="0"/>
                              </a:rPr>
                              <m:t>Σ</m:t>
                            </m:r>
                          </m:e>
                          <m:sub>
                            <m:r>
                              <a:rPr lang="en-DK" sz="2000" i="1">
                                <a:latin typeface="Cambria Math" panose="02040503050406030204" pitchFamily="18" charset="0"/>
                              </a:rPr>
                              <m:t>𝑡</m:t>
                            </m:r>
                          </m:sub>
                        </m:sSub>
                      </m:den>
                    </m:f>
                    <m:r>
                      <a:rPr lang="da-DK" sz="2000" b="0" i="1" smtClean="0">
                        <a:latin typeface="Cambria Math" panose="02040503050406030204" pitchFamily="18" charset="0"/>
                      </a:rPr>
                      <m:t>,  </m:t>
                    </m:r>
                    <m:r>
                      <a:rPr lang="da-DK" sz="2000" b="0" i="1" smtClean="0">
                        <a:latin typeface="Cambria Math" panose="02040503050406030204" pitchFamily="18" charset="0"/>
                        <a:ea typeface="Cambria Math" panose="02040503050406030204" pitchFamily="18" charset="0"/>
                      </a:rPr>
                      <m:t>𝒰</m:t>
                    </m:r>
                    <m:r>
                      <a:rPr lang="da-DK" sz="2000" b="0" i="1" smtClean="0">
                        <a:latin typeface="Cambria Math" panose="02040503050406030204" pitchFamily="18" charset="0"/>
                        <a:ea typeface="Cambria Math" panose="02040503050406030204" pitchFamily="18" charset="0"/>
                      </a:rPr>
                      <m:t>∈(0,1]</m:t>
                    </m:r>
                  </m:oMath>
                </m:oMathPara>
              </a14:m>
              <a:endParaRPr lang="en-DK" sz="2000" dirty="0"/>
            </a:p>
          </dgm:t>
        </dgm:pt>
      </mc:Choice>
      <mc:Fallback xmlns="">
        <dgm:pt modelId="{901CA3BF-2603-3E43-92CE-3E7C8C00FC6F}">
          <dgm:prSet custT="1"/>
          <dgm:spPr/>
          <dgm:t>
            <a:bodyPr/>
            <a:lstStyle/>
            <a:p>
              <a:pPr/>
              <a:r>
                <a:rPr lang="en-DK" sz="2000" i="0">
                  <a:latin typeface="Cambria Math" panose="02040503050406030204" pitchFamily="18" charset="0"/>
                </a:rPr>
                <a:t>𝑠=−ln⁡𝒰/Σ_𝑡 </a:t>
              </a:r>
              <a:r>
                <a:rPr lang="da-DK" sz="2000" b="0" i="0">
                  <a:latin typeface="Cambria Math" panose="02040503050406030204" pitchFamily="18" charset="0"/>
                </a:rPr>
                <a:t>,  </a:t>
              </a:r>
              <a:r>
                <a:rPr lang="da-DK" sz="2000" b="0" i="0">
                  <a:latin typeface="Cambria Math" panose="02040503050406030204" pitchFamily="18" charset="0"/>
                  <a:ea typeface="Cambria Math" panose="02040503050406030204" pitchFamily="18" charset="0"/>
                </a:rPr>
                <a:t>𝒰∈(0,1]</a:t>
              </a:r>
              <a:endParaRPr lang="en-DK" sz="2000" dirty="0"/>
            </a:p>
          </dgm:t>
        </dgm:pt>
      </mc:Fallback>
    </mc:AlternateContent>
    <dgm:pt modelId="{3D3090F6-30D5-3344-B37D-C213E25419AA}" type="parTrans" cxnId="{6A10EB4D-9D43-AD46-8F00-8ED0090FC65D}">
      <dgm:prSet/>
      <dgm:spPr/>
      <dgm:t>
        <a:bodyPr/>
        <a:lstStyle/>
        <a:p>
          <a:endParaRPr lang="en-US"/>
        </a:p>
      </dgm:t>
    </dgm:pt>
    <dgm:pt modelId="{AC170D79-1731-1C46-892A-D41F7711D8FA}" type="sibTrans" cxnId="{6A10EB4D-9D43-AD46-8F00-8ED0090FC65D}">
      <dgm:prSet/>
      <dgm:spPr/>
      <dgm:t>
        <a:bodyPr/>
        <a:lstStyle/>
        <a:p>
          <a:endParaRPr lang="en-US"/>
        </a:p>
      </dgm:t>
    </dgm:pt>
    <dgm:pt modelId="{F8D9421B-8CB4-2B41-AB9A-693E1033C552}">
      <dgm:prSet custT="1"/>
      <dgm:spPr/>
      <dgm:t>
        <a:bodyPr/>
        <a:lstStyle/>
        <a:p>
          <a:pPr>
            <a:buNone/>
          </a:pPr>
          <a:r>
            <a:rPr lang="en-DK" sz="2800" dirty="0"/>
            <a:t>Sampled free-flight distance</a:t>
          </a:r>
        </a:p>
      </dgm:t>
    </dgm:pt>
    <dgm:pt modelId="{ADB77184-1EE6-A440-84C8-FECEA638B7F0}" type="parTrans" cxnId="{5A7324A7-D04F-A245-9022-F7C87D319816}">
      <dgm:prSet/>
      <dgm:spPr/>
      <dgm:t>
        <a:bodyPr/>
        <a:lstStyle/>
        <a:p>
          <a:endParaRPr lang="en-US"/>
        </a:p>
      </dgm:t>
    </dgm:pt>
    <dgm:pt modelId="{E7D0CEC9-A18E-4E4F-8B65-775F185CF588}" type="sibTrans" cxnId="{5A7324A7-D04F-A245-9022-F7C87D319816}">
      <dgm:prSet/>
      <dgm:spPr/>
      <dgm:t>
        <a:bodyPr/>
        <a:lstStyle/>
        <a:p>
          <a:endParaRPr lang="en-US"/>
        </a:p>
      </dgm:t>
    </dgm:pt>
    <mc:AlternateContent xmlns:mc="http://schemas.openxmlformats.org/markup-compatibility/2006" xmlns:a14="http://schemas.microsoft.com/office/drawing/2010/main">
      <mc:Choice Requires="a14">
        <dgm:pt modelId="{27549AAE-54DF-9E4E-8954-959D3DCE217B}">
          <dgm:prSet custT="1"/>
          <dgm:spPr/>
          <dgm:t>
            <a:bodyPr/>
            <a:lstStyle/>
            <a:p>
              <a:pPr/>
              <a14:m>
                <m:oMathPara xmlns:m="http://schemas.openxmlformats.org/officeDocument/2006/math">
                  <m:oMathParaPr>
                    <m:jc m:val="centerGroup"/>
                  </m:oMathParaPr>
                  <m:oMath xmlns:m="http://schemas.openxmlformats.org/officeDocument/2006/math">
                    <m:sSubSup>
                      <m:sSubSupPr>
                        <m:ctrlPr>
                          <a:rPr lang="en-DK" sz="2000" i="1" smtClean="0">
                            <a:latin typeface="Cambria Math" panose="02040503050406030204" pitchFamily="18" charset="0"/>
                          </a:rPr>
                        </m:ctrlPr>
                      </m:sSubSupPr>
                      <m:e>
                        <m:r>
                          <a:rPr lang="en-DK" sz="2000" i="1">
                            <a:latin typeface="Cambria Math" panose="02040503050406030204" pitchFamily="18" charset="0"/>
                          </a:rPr>
                          <m:t>𝐼</m:t>
                        </m:r>
                      </m:e>
                      <m:sub>
                        <m:r>
                          <m:rPr>
                            <m:sty m:val="p"/>
                          </m:rPr>
                          <a:rPr lang="en-DK" sz="2000">
                            <a:latin typeface="Cambria Math" panose="02040503050406030204" pitchFamily="18" charset="0"/>
                          </a:rPr>
                          <m:t>exp</m:t>
                        </m:r>
                      </m:sub>
                      <m:sup>
                        <m:r>
                          <a:rPr lang="en-DK" sz="2000" i="1">
                            <a:latin typeface="Cambria Math" panose="02040503050406030204" pitchFamily="18" charset="0"/>
                          </a:rPr>
                          <m:t>(1)</m:t>
                        </m:r>
                      </m:sup>
                    </m:sSubSup>
                    <m:r>
                      <a:rPr lang="en-DK" sz="2000" i="1">
                        <a:latin typeface="Cambria Math" panose="02040503050406030204" pitchFamily="18" charset="0"/>
                      </a:rPr>
                      <m:t>=</m:t>
                    </m:r>
                    <m:r>
                      <m:rPr>
                        <m:sty m:val="p"/>
                      </m:rPr>
                      <a:rPr lang="en-DK" sz="2000" i="1">
                        <a:latin typeface="Cambria Math" panose="02040503050406030204" pitchFamily="18" charset="0"/>
                      </a:rPr>
                      <m:t>Ψ</m:t>
                    </m:r>
                    <m:r>
                      <a:rPr lang="en-DK" sz="2000" i="1">
                        <a:latin typeface="Cambria Math" panose="02040503050406030204" pitchFamily="18" charset="0"/>
                      </a:rPr>
                      <m:t>𝑁</m:t>
                    </m:r>
                    <m:sSub>
                      <m:sSubPr>
                        <m:ctrlPr>
                          <a:rPr lang="en-DK" sz="2000" i="1">
                            <a:latin typeface="Cambria Math" panose="02040503050406030204" pitchFamily="18" charset="0"/>
                          </a:rPr>
                        </m:ctrlPr>
                      </m:sSubPr>
                      <m:e>
                        <m:r>
                          <a:rPr lang="en-DK" sz="2000" i="1">
                            <a:latin typeface="Cambria Math" panose="02040503050406030204" pitchFamily="18" charset="0"/>
                          </a:rPr>
                          <m:t>𝜎</m:t>
                        </m:r>
                      </m:e>
                      <m:sub>
                        <m:r>
                          <m:rPr>
                            <m:sty m:val="p"/>
                          </m:rPr>
                          <a:rPr lang="en-DK" sz="2000">
                            <a:latin typeface="Cambria Math" panose="02040503050406030204" pitchFamily="18" charset="0"/>
                          </a:rPr>
                          <m:t>inc</m:t>
                        </m:r>
                        <m:r>
                          <a:rPr lang="en-DK" sz="2000">
                            <a:latin typeface="Cambria Math" panose="02040503050406030204" pitchFamily="18" charset="0"/>
                          </a:rPr>
                          <m:t>,</m:t>
                        </m:r>
                        <m:r>
                          <m:rPr>
                            <m:sty m:val="p"/>
                          </m:rPr>
                          <a:rPr lang="en-DK" sz="2000">
                            <a:latin typeface="Cambria Math" panose="02040503050406030204" pitchFamily="18" charset="0"/>
                          </a:rPr>
                          <m:t>V</m:t>
                        </m:r>
                      </m:sub>
                    </m:sSub>
                    <m:f>
                      <m:fPr>
                        <m:ctrlPr>
                          <a:rPr lang="en-DK" sz="2000" i="1">
                            <a:latin typeface="Cambria Math" panose="02040503050406030204" pitchFamily="18" charset="0"/>
                          </a:rPr>
                        </m:ctrlPr>
                      </m:fPr>
                      <m:num>
                        <m:r>
                          <m:rPr>
                            <m:sty m:val="p"/>
                          </m:rPr>
                          <a:rPr lang="en-DK" sz="2000" i="1">
                            <a:latin typeface="Cambria Math" panose="02040503050406030204" pitchFamily="18" charset="0"/>
                          </a:rPr>
                          <m:t>ΔΩ</m:t>
                        </m:r>
                      </m:num>
                      <m:den>
                        <m:r>
                          <a:rPr lang="en-DK" sz="2000" i="1">
                            <a:latin typeface="Cambria Math" panose="02040503050406030204" pitchFamily="18" charset="0"/>
                          </a:rPr>
                          <m:t>4</m:t>
                        </m:r>
                        <m:r>
                          <a:rPr lang="en-DK" sz="2000" i="1">
                            <a:latin typeface="Cambria Math" panose="02040503050406030204" pitchFamily="18" charset="0"/>
                          </a:rPr>
                          <m:t>𝜋</m:t>
                        </m:r>
                      </m:den>
                    </m:f>
                  </m:oMath>
                </m:oMathPara>
              </a14:m>
              <a:endParaRPr lang="en-DK" sz="2000" dirty="0"/>
            </a:p>
          </dgm:t>
        </dgm:pt>
      </mc:Choice>
      <mc:Fallback xmlns="">
        <dgm:pt modelId="{27549AAE-54DF-9E4E-8954-959D3DCE217B}">
          <dgm:prSet custT="1"/>
          <dgm:spPr/>
          <dgm:t>
            <a:bodyPr/>
            <a:lstStyle/>
            <a:p>
              <a:r>
                <a:rPr lang="en-DK" sz="2000" i="0"/>
                <a:t>𝐼_exp^((1))=Ψ𝑁𝜎_(inc,V)  ΔΩ/4𝜋</a:t>
              </a:r>
              <a:endParaRPr lang="en-DK" sz="2000" dirty="0"/>
            </a:p>
          </dgm:t>
        </dgm:pt>
      </mc:Fallback>
    </mc:AlternateContent>
    <dgm:pt modelId="{72C89A03-4823-E44F-96C0-C200DDE301EF}" type="parTrans" cxnId="{188CCDD5-B7CE-5944-A56A-4CCC2B51F10A}">
      <dgm:prSet/>
      <dgm:spPr/>
      <dgm:t>
        <a:bodyPr/>
        <a:lstStyle/>
        <a:p>
          <a:endParaRPr lang="en-US"/>
        </a:p>
      </dgm:t>
    </dgm:pt>
    <dgm:pt modelId="{CFDDF15F-2BFB-4D42-83D6-DA5269396FA7}" type="sibTrans" cxnId="{188CCDD5-B7CE-5944-A56A-4CCC2B51F10A}">
      <dgm:prSet/>
      <dgm:spPr/>
      <dgm:t>
        <a:bodyPr/>
        <a:lstStyle/>
        <a:p>
          <a:endParaRPr lang="en-US"/>
        </a:p>
      </dgm:t>
    </dgm:pt>
    <dgm:pt modelId="{1E96B065-1042-9A45-B6A6-E84EDB9357B1}">
      <dgm:prSet custT="1"/>
      <dgm:spPr/>
      <dgm:t>
        <a:bodyPr/>
        <a:lstStyle/>
        <a:p>
          <a:pPr>
            <a:buNone/>
          </a:pPr>
          <a:r>
            <a:rPr lang="en-DK" sz="2800" dirty="0"/>
            <a:t>Expected single-scattering intensity</a:t>
          </a:r>
        </a:p>
      </dgm:t>
    </dgm:pt>
    <dgm:pt modelId="{5EF6F28D-F54E-C345-936E-94228984CB29}" type="parTrans" cxnId="{A13AB68C-8959-1A4C-8C5B-732DAA670116}">
      <dgm:prSet/>
      <dgm:spPr/>
      <dgm:t>
        <a:bodyPr/>
        <a:lstStyle/>
        <a:p>
          <a:endParaRPr lang="en-US"/>
        </a:p>
      </dgm:t>
    </dgm:pt>
    <dgm:pt modelId="{0DDB8904-E3C2-1B4D-85B0-938B96499B03}" type="sibTrans" cxnId="{A13AB68C-8959-1A4C-8C5B-732DAA670116}">
      <dgm:prSet/>
      <dgm:spPr/>
      <dgm:t>
        <a:bodyPr/>
        <a:lstStyle/>
        <a:p>
          <a:endParaRPr lang="en-US"/>
        </a:p>
      </dgm:t>
    </dgm:pt>
    <mc:AlternateContent xmlns:mc="http://schemas.openxmlformats.org/markup-compatibility/2006">
      <mc:Choice xmlns:a14="http://schemas.microsoft.com/office/drawing/2010/main" Requires="a14">
        <dgm:pt modelId="{27E5B125-957E-3D4C-A30A-5EBC5B6BEFCD}">
          <dgm:prSet custT="1"/>
          <dgm:spPr/>
          <dgm:t>
            <a:bodyPr/>
            <a:lstStyle/>
            <a:p>
              <a:pPr/>
              <a14:m>
                <m:oMathPara xmlns:m="http://schemas.openxmlformats.org/officeDocument/2006/math">
                  <m:oMathParaPr>
                    <m:jc m:val="centerGroup"/>
                  </m:oMathParaPr>
                  <m:oMath xmlns:m="http://schemas.openxmlformats.org/officeDocument/2006/math">
                    <m:r>
                      <a:rPr lang="en-DK" sz="2000" i="1" smtClean="0">
                        <a:latin typeface="Cambria Math" panose="02040503050406030204" pitchFamily="18" charset="0"/>
                      </a:rPr>
                      <m:t>𝑅</m:t>
                    </m:r>
                    <m:r>
                      <a:rPr lang="en-DK" sz="2000" i="1" smtClean="0">
                        <a:latin typeface="Cambria Math" panose="02040503050406030204" pitchFamily="18" charset="0"/>
                      </a:rPr>
                      <m:t>=</m:t>
                    </m:r>
                    <m:f>
                      <m:fPr>
                        <m:ctrlPr>
                          <a:rPr lang="en-DK" sz="2000" i="1">
                            <a:latin typeface="Cambria Math" panose="02040503050406030204" pitchFamily="18" charset="0"/>
                          </a:rPr>
                        </m:ctrlPr>
                      </m:fPr>
                      <m:num>
                        <m:sSub>
                          <m:sSubPr>
                            <m:ctrlPr>
                              <a:rPr lang="en-DK" sz="2000" i="1" smtClean="0">
                                <a:latin typeface="Cambria Math" panose="02040503050406030204" pitchFamily="18" charset="0"/>
                              </a:rPr>
                            </m:ctrlPr>
                          </m:sSubPr>
                          <m:e>
                            <m:r>
                              <a:rPr lang="da-DK" sz="2000" b="0" i="1" smtClean="0">
                                <a:latin typeface="Cambria Math" panose="02040503050406030204" pitchFamily="18" charset="0"/>
                              </a:rPr>
                              <m:t>𝐼</m:t>
                            </m:r>
                          </m:e>
                          <m:sub>
                            <m:r>
                              <m:rPr>
                                <m:sty m:val="p"/>
                              </m:rPr>
                              <a:rPr lang="da-DK" sz="2000" b="0" i="0" smtClean="0">
                                <a:latin typeface="Cambria Math" panose="02040503050406030204" pitchFamily="18" charset="0"/>
                              </a:rPr>
                              <m:t>obs</m:t>
                            </m:r>
                          </m:sub>
                        </m:sSub>
                      </m:num>
                      <m:den>
                        <m:sSubSup>
                          <m:sSubSupPr>
                            <m:ctrlPr>
                              <a:rPr lang="en-DK" sz="2000" i="1">
                                <a:latin typeface="Cambria Math" panose="02040503050406030204" pitchFamily="18" charset="0"/>
                              </a:rPr>
                            </m:ctrlPr>
                          </m:sSubSupPr>
                          <m:e>
                            <m:r>
                              <a:rPr lang="en-DK" sz="2000" i="1">
                                <a:latin typeface="Cambria Math" panose="02040503050406030204" pitchFamily="18" charset="0"/>
                              </a:rPr>
                              <m:t>𝐼</m:t>
                            </m:r>
                          </m:e>
                          <m:sub>
                            <m:r>
                              <m:rPr>
                                <m:sty m:val="p"/>
                              </m:rPr>
                              <a:rPr lang="en-DK" sz="2000">
                                <a:latin typeface="Cambria Math" panose="02040503050406030204" pitchFamily="18" charset="0"/>
                              </a:rPr>
                              <m:t>exp</m:t>
                            </m:r>
                          </m:sub>
                          <m:sup>
                            <m:r>
                              <a:rPr lang="en-DK" sz="2000" i="1">
                                <a:latin typeface="Cambria Math" panose="02040503050406030204" pitchFamily="18" charset="0"/>
                              </a:rPr>
                              <m:t>(1)</m:t>
                            </m:r>
                          </m:sup>
                        </m:sSubSup>
                      </m:den>
                    </m:f>
                  </m:oMath>
                </m:oMathPara>
              </a14:m>
              <a:endParaRPr lang="en-DK" sz="2000" dirty="0"/>
            </a:p>
          </dgm:t>
        </dgm:pt>
      </mc:Choice>
      <mc:Fallback>
        <dgm:pt modelId="{27E5B125-957E-3D4C-A30A-5EBC5B6BEFCD}">
          <dgm:prSet custT="1"/>
          <dgm:spPr/>
          <dgm:t>
            <a:bodyPr/>
            <a:lstStyle/>
            <a:p>
              <a:pPr/>
              <a:r>
                <a:rPr lang="en-DK" sz="2000" i="0">
                  <a:latin typeface="Cambria Math" panose="02040503050406030204" pitchFamily="18" charset="0"/>
                </a:rPr>
                <a:t>𝑅=</a:t>
              </a:r>
              <a:r>
                <a:rPr lang="da-DK" sz="2000" b="0" i="0">
                  <a:latin typeface="Cambria Math" panose="02040503050406030204" pitchFamily="18" charset="0"/>
                </a:rPr>
                <a:t>𝐼</a:t>
              </a:r>
              <a:r>
                <a:rPr lang="en-DK" sz="2000" b="0" i="0">
                  <a:latin typeface="Cambria Math" panose="02040503050406030204" pitchFamily="18" charset="0"/>
                </a:rPr>
                <a:t>_</a:t>
              </a:r>
              <a:r>
                <a:rPr lang="da-DK" sz="2000" b="0" i="0">
                  <a:latin typeface="Cambria Math" panose="02040503050406030204" pitchFamily="18" charset="0"/>
                </a:rPr>
                <a:t>obs</a:t>
              </a:r>
              <a:r>
                <a:rPr lang="en-DK" sz="2000" b="0" i="0">
                  <a:latin typeface="Cambria Math" panose="02040503050406030204" pitchFamily="18" charset="0"/>
                </a:rPr>
                <a:t>/(</a:t>
              </a:r>
              <a:r>
                <a:rPr lang="en-DK" sz="2000" i="0">
                  <a:latin typeface="Cambria Math" panose="02040503050406030204" pitchFamily="18" charset="0"/>
                </a:rPr>
                <a:t>𝐼_exp^((1)) )</a:t>
              </a:r>
              <a:endParaRPr lang="en-DK" sz="2000" dirty="0"/>
            </a:p>
          </dgm:t>
        </dgm:pt>
      </mc:Fallback>
    </mc:AlternateContent>
    <dgm:pt modelId="{BDC4B490-09B7-7248-A590-7BD439BC966C}" type="parTrans" cxnId="{BD80EC9A-F7E1-A44F-8EF3-441FB7FC16F0}">
      <dgm:prSet/>
      <dgm:spPr/>
      <dgm:t>
        <a:bodyPr/>
        <a:lstStyle/>
        <a:p>
          <a:endParaRPr lang="en-US"/>
        </a:p>
      </dgm:t>
    </dgm:pt>
    <dgm:pt modelId="{7B1FD400-5BD3-F148-A3A2-C7E3B6F4CF12}" type="sibTrans" cxnId="{BD80EC9A-F7E1-A44F-8EF3-441FB7FC16F0}">
      <dgm:prSet/>
      <dgm:spPr/>
      <dgm:t>
        <a:bodyPr/>
        <a:lstStyle/>
        <a:p>
          <a:endParaRPr lang="en-US"/>
        </a:p>
      </dgm:t>
    </dgm:pt>
    <dgm:pt modelId="{D9DF0807-E589-5F45-AF1D-59D81505BDC1}">
      <dgm:prSet custT="1"/>
      <dgm:spPr/>
      <dgm:t>
        <a:bodyPr/>
        <a:lstStyle/>
        <a:p>
          <a:pPr>
            <a:buNone/>
          </a:pPr>
          <a:r>
            <a:rPr lang="en-DK" sz="2800" dirty="0"/>
            <a:t>Observed-to-expected ratio</a:t>
          </a:r>
        </a:p>
      </dgm:t>
    </dgm:pt>
    <dgm:pt modelId="{40C924EB-3F07-4146-BB3A-4E9D72D9C3FF}" type="parTrans" cxnId="{AB36E4C6-5113-0B49-8BF0-92E967162037}">
      <dgm:prSet/>
      <dgm:spPr/>
      <dgm:t>
        <a:bodyPr/>
        <a:lstStyle/>
        <a:p>
          <a:endParaRPr lang="en-US"/>
        </a:p>
      </dgm:t>
    </dgm:pt>
    <dgm:pt modelId="{1CDE44CA-A86F-B64B-AF94-500289DC7EC8}" type="sibTrans" cxnId="{AB36E4C6-5113-0B49-8BF0-92E967162037}">
      <dgm:prSet/>
      <dgm:spPr/>
      <dgm:t>
        <a:bodyPr/>
        <a:lstStyle/>
        <a:p>
          <a:endParaRPr lang="en-US"/>
        </a:p>
      </dgm:t>
    </dgm:pt>
    <dgm:pt modelId="{180103D0-D7D4-6643-A876-DE9BC8064574}" type="pres">
      <dgm:prSet presAssocID="{862B6871-8A2A-C648-9E24-CA85C798F6DD}" presName="Name0" presStyleCnt="0">
        <dgm:presLayoutVars>
          <dgm:dir/>
          <dgm:animLvl val="lvl"/>
          <dgm:resizeHandles val="exact"/>
        </dgm:presLayoutVars>
      </dgm:prSet>
      <dgm:spPr/>
    </dgm:pt>
    <dgm:pt modelId="{B54C1BD3-B586-284E-BD71-D12866D8545B}" type="pres">
      <dgm:prSet presAssocID="{62A2CE2F-42C9-5A45-A1ED-1EDC0DCE7C6E}" presName="linNode" presStyleCnt="0"/>
      <dgm:spPr/>
    </dgm:pt>
    <dgm:pt modelId="{E0A02BEB-33BD-9B4A-8053-C2D8BE496F33}" type="pres">
      <dgm:prSet presAssocID="{62A2CE2F-42C9-5A45-A1ED-1EDC0DCE7C6E}" presName="parentText" presStyleLbl="node1" presStyleIdx="0" presStyleCnt="4">
        <dgm:presLayoutVars>
          <dgm:chMax val="1"/>
          <dgm:bulletEnabled val="1"/>
        </dgm:presLayoutVars>
      </dgm:prSet>
      <dgm:spPr/>
    </dgm:pt>
    <dgm:pt modelId="{4C5F2305-DEC7-E94A-9F41-3DC1E39C222F}" type="pres">
      <dgm:prSet presAssocID="{62A2CE2F-42C9-5A45-A1ED-1EDC0DCE7C6E}" presName="descendantText" presStyleLbl="alignAccFollowNode1" presStyleIdx="0" presStyleCnt="4">
        <dgm:presLayoutVars>
          <dgm:bulletEnabled val="1"/>
        </dgm:presLayoutVars>
      </dgm:prSet>
      <dgm:spPr/>
    </dgm:pt>
    <dgm:pt modelId="{54EE65AC-6E95-FA4A-938A-AC93D218560A}" type="pres">
      <dgm:prSet presAssocID="{017057BA-A489-A64A-A112-B7EE746137BE}" presName="sp" presStyleCnt="0"/>
      <dgm:spPr/>
    </dgm:pt>
    <dgm:pt modelId="{D8FA22F7-7B16-2F4A-96ED-91E6BBC6B937}" type="pres">
      <dgm:prSet presAssocID="{901CA3BF-2603-3E43-92CE-3E7C8C00FC6F}" presName="linNode" presStyleCnt="0"/>
      <dgm:spPr/>
    </dgm:pt>
    <dgm:pt modelId="{A6EC7314-7CD6-674C-9233-932F91AB28F4}" type="pres">
      <dgm:prSet presAssocID="{901CA3BF-2603-3E43-92CE-3E7C8C00FC6F}" presName="parentText" presStyleLbl="node1" presStyleIdx="1" presStyleCnt="4">
        <dgm:presLayoutVars>
          <dgm:chMax val="1"/>
          <dgm:bulletEnabled val="1"/>
        </dgm:presLayoutVars>
      </dgm:prSet>
      <dgm:spPr/>
    </dgm:pt>
    <dgm:pt modelId="{35BA1301-0431-3242-AEC8-DADC638DF515}" type="pres">
      <dgm:prSet presAssocID="{901CA3BF-2603-3E43-92CE-3E7C8C00FC6F}" presName="descendantText" presStyleLbl="alignAccFollowNode1" presStyleIdx="1" presStyleCnt="4">
        <dgm:presLayoutVars>
          <dgm:bulletEnabled val="1"/>
        </dgm:presLayoutVars>
      </dgm:prSet>
      <dgm:spPr/>
    </dgm:pt>
    <dgm:pt modelId="{532C0533-C9B7-2C42-999C-F7DAFBE4A952}" type="pres">
      <dgm:prSet presAssocID="{AC170D79-1731-1C46-892A-D41F7711D8FA}" presName="sp" presStyleCnt="0"/>
      <dgm:spPr/>
    </dgm:pt>
    <dgm:pt modelId="{13CA5773-BC56-124F-81E3-8B16DBC55F52}" type="pres">
      <dgm:prSet presAssocID="{27549AAE-54DF-9E4E-8954-959D3DCE217B}" presName="linNode" presStyleCnt="0"/>
      <dgm:spPr/>
    </dgm:pt>
    <dgm:pt modelId="{C1608598-F642-2D4B-952D-1949748B486F}" type="pres">
      <dgm:prSet presAssocID="{27549AAE-54DF-9E4E-8954-959D3DCE217B}" presName="parentText" presStyleLbl="node1" presStyleIdx="2" presStyleCnt="4">
        <dgm:presLayoutVars>
          <dgm:chMax val="1"/>
          <dgm:bulletEnabled val="1"/>
        </dgm:presLayoutVars>
      </dgm:prSet>
      <dgm:spPr/>
    </dgm:pt>
    <dgm:pt modelId="{64117DD4-603F-6F46-9AED-BC6743D1CD47}" type="pres">
      <dgm:prSet presAssocID="{27549AAE-54DF-9E4E-8954-959D3DCE217B}" presName="descendantText" presStyleLbl="alignAccFollowNode1" presStyleIdx="2" presStyleCnt="4">
        <dgm:presLayoutVars>
          <dgm:bulletEnabled val="1"/>
        </dgm:presLayoutVars>
      </dgm:prSet>
      <dgm:spPr/>
    </dgm:pt>
    <dgm:pt modelId="{E4F77809-84D3-3649-95B4-1F3C39DB0713}" type="pres">
      <dgm:prSet presAssocID="{CFDDF15F-2BFB-4D42-83D6-DA5269396FA7}" presName="sp" presStyleCnt="0"/>
      <dgm:spPr/>
    </dgm:pt>
    <dgm:pt modelId="{9E21EC6D-31F2-454D-9B1D-AE1263779B97}" type="pres">
      <dgm:prSet presAssocID="{27E5B125-957E-3D4C-A30A-5EBC5B6BEFCD}" presName="linNode" presStyleCnt="0"/>
      <dgm:spPr/>
    </dgm:pt>
    <dgm:pt modelId="{19F10242-B6E8-AD43-9031-6517059EE7B5}" type="pres">
      <dgm:prSet presAssocID="{27E5B125-957E-3D4C-A30A-5EBC5B6BEFCD}" presName="parentText" presStyleLbl="node1" presStyleIdx="3" presStyleCnt="4">
        <dgm:presLayoutVars>
          <dgm:chMax val="1"/>
          <dgm:bulletEnabled val="1"/>
        </dgm:presLayoutVars>
      </dgm:prSet>
      <dgm:spPr/>
    </dgm:pt>
    <dgm:pt modelId="{E24E64B1-97BC-2046-BB59-EF402514CDF1}" type="pres">
      <dgm:prSet presAssocID="{27E5B125-957E-3D4C-A30A-5EBC5B6BEFCD}" presName="descendantText" presStyleLbl="alignAccFollowNode1" presStyleIdx="3" presStyleCnt="4">
        <dgm:presLayoutVars>
          <dgm:bulletEnabled val="1"/>
        </dgm:presLayoutVars>
      </dgm:prSet>
      <dgm:spPr/>
    </dgm:pt>
  </dgm:ptLst>
  <dgm:cxnLst>
    <dgm:cxn modelId="{9D655E00-DF33-154B-8EA6-C9CF8948C6DE}" type="presOf" srcId="{62A2CE2F-42C9-5A45-A1ED-1EDC0DCE7C6E}" destId="{E0A02BEB-33BD-9B4A-8053-C2D8BE496F33}" srcOrd="0" destOrd="0" presId="urn:microsoft.com/office/officeart/2005/8/layout/vList5"/>
    <dgm:cxn modelId="{17C41D06-3266-884E-A34C-F9082756215A}" type="presOf" srcId="{901CA3BF-2603-3E43-92CE-3E7C8C00FC6F}" destId="{A6EC7314-7CD6-674C-9233-932F91AB28F4}" srcOrd="0" destOrd="0" presId="urn:microsoft.com/office/officeart/2005/8/layout/vList5"/>
    <dgm:cxn modelId="{D053E417-7DA0-3546-86E5-67327329A92E}" type="presOf" srcId="{F8D9421B-8CB4-2B41-AB9A-693E1033C552}" destId="{35BA1301-0431-3242-AEC8-DADC638DF515}" srcOrd="0" destOrd="0" presId="urn:microsoft.com/office/officeart/2005/8/layout/vList5"/>
    <dgm:cxn modelId="{6A10EB4D-9D43-AD46-8F00-8ED0090FC65D}" srcId="{862B6871-8A2A-C648-9E24-CA85C798F6DD}" destId="{901CA3BF-2603-3E43-92CE-3E7C8C00FC6F}" srcOrd="1" destOrd="0" parTransId="{3D3090F6-30D5-3344-B37D-C213E25419AA}" sibTransId="{AC170D79-1731-1C46-892A-D41F7711D8FA}"/>
    <dgm:cxn modelId="{EC6E6960-7CE5-AE4F-A8F2-7C691DE75C8E}" type="presOf" srcId="{1E96B065-1042-9A45-B6A6-E84EDB9357B1}" destId="{64117DD4-603F-6F46-9AED-BC6743D1CD47}" srcOrd="0" destOrd="0" presId="urn:microsoft.com/office/officeart/2005/8/layout/vList5"/>
    <dgm:cxn modelId="{F8DB6066-CF51-F445-8C53-7A1E048FB585}" type="presOf" srcId="{862B6871-8A2A-C648-9E24-CA85C798F6DD}" destId="{180103D0-D7D4-6643-A876-DE9BC8064574}" srcOrd="0" destOrd="0" presId="urn:microsoft.com/office/officeart/2005/8/layout/vList5"/>
    <dgm:cxn modelId="{21A80176-53A6-8648-A782-D17791AFDE60}" type="presOf" srcId="{4589911E-A2B4-2943-BB6B-FC942A66609E}" destId="{4C5F2305-DEC7-E94A-9F41-3DC1E39C222F}" srcOrd="0" destOrd="0" presId="urn:microsoft.com/office/officeart/2005/8/layout/vList5"/>
    <dgm:cxn modelId="{C6338A89-8CBC-0949-9504-BA78AA7FC6C0}" srcId="{62A2CE2F-42C9-5A45-A1ED-1EDC0DCE7C6E}" destId="{4589911E-A2B4-2943-BB6B-FC942A66609E}" srcOrd="0" destOrd="0" parTransId="{3804C333-A528-3D4B-9A04-DA4906C64F4A}" sibTransId="{95FD921D-3BF3-CF4A-93BB-25375E543B8F}"/>
    <dgm:cxn modelId="{A13AB68C-8959-1A4C-8C5B-732DAA670116}" srcId="{27549AAE-54DF-9E4E-8954-959D3DCE217B}" destId="{1E96B065-1042-9A45-B6A6-E84EDB9357B1}" srcOrd="0" destOrd="0" parTransId="{5EF6F28D-F54E-C345-936E-94228984CB29}" sibTransId="{0DDB8904-E3C2-1B4D-85B0-938B96499B03}"/>
    <dgm:cxn modelId="{BD80EC9A-F7E1-A44F-8EF3-441FB7FC16F0}" srcId="{862B6871-8A2A-C648-9E24-CA85C798F6DD}" destId="{27E5B125-957E-3D4C-A30A-5EBC5B6BEFCD}" srcOrd="3" destOrd="0" parTransId="{BDC4B490-09B7-7248-A590-7BD439BC966C}" sibTransId="{7B1FD400-5BD3-F148-A3A2-C7E3B6F4CF12}"/>
    <dgm:cxn modelId="{5A7324A7-D04F-A245-9022-F7C87D319816}" srcId="{901CA3BF-2603-3E43-92CE-3E7C8C00FC6F}" destId="{F8D9421B-8CB4-2B41-AB9A-693E1033C552}" srcOrd="0" destOrd="0" parTransId="{ADB77184-1EE6-A440-84C8-FECEA638B7F0}" sibTransId="{E7D0CEC9-A18E-4E4F-8B65-775F185CF588}"/>
    <dgm:cxn modelId="{AB36E4C6-5113-0B49-8BF0-92E967162037}" srcId="{27E5B125-957E-3D4C-A30A-5EBC5B6BEFCD}" destId="{D9DF0807-E589-5F45-AF1D-59D81505BDC1}" srcOrd="0" destOrd="0" parTransId="{40C924EB-3F07-4146-BB3A-4E9D72D9C3FF}" sibTransId="{1CDE44CA-A86F-B64B-AF94-500289DC7EC8}"/>
    <dgm:cxn modelId="{421FD0CF-BC38-4843-BF34-317C3180A3B4}" type="presOf" srcId="{27E5B125-957E-3D4C-A30A-5EBC5B6BEFCD}" destId="{19F10242-B6E8-AD43-9031-6517059EE7B5}" srcOrd="0" destOrd="0" presId="urn:microsoft.com/office/officeart/2005/8/layout/vList5"/>
    <dgm:cxn modelId="{188CCDD5-B7CE-5944-A56A-4CCC2B51F10A}" srcId="{862B6871-8A2A-C648-9E24-CA85C798F6DD}" destId="{27549AAE-54DF-9E4E-8954-959D3DCE217B}" srcOrd="2" destOrd="0" parTransId="{72C89A03-4823-E44F-96C0-C200DDE301EF}" sibTransId="{CFDDF15F-2BFB-4D42-83D6-DA5269396FA7}"/>
    <dgm:cxn modelId="{7D3635E0-BA14-554B-B129-8C4A2F4B4859}" type="presOf" srcId="{D9DF0807-E589-5F45-AF1D-59D81505BDC1}" destId="{E24E64B1-97BC-2046-BB59-EF402514CDF1}" srcOrd="0" destOrd="0" presId="urn:microsoft.com/office/officeart/2005/8/layout/vList5"/>
    <dgm:cxn modelId="{39C1E6EC-752C-C741-8610-8A93B6E2F513}" srcId="{862B6871-8A2A-C648-9E24-CA85C798F6DD}" destId="{62A2CE2F-42C9-5A45-A1ED-1EDC0DCE7C6E}" srcOrd="0" destOrd="0" parTransId="{57066B3A-7D50-4542-B470-8DE0BB1DE316}" sibTransId="{017057BA-A489-A64A-A112-B7EE746137BE}"/>
    <dgm:cxn modelId="{01BE0AF7-2F53-FE43-B71D-E7800FA3D4F1}" type="presOf" srcId="{27549AAE-54DF-9E4E-8954-959D3DCE217B}" destId="{C1608598-F642-2D4B-952D-1949748B486F}" srcOrd="0" destOrd="0" presId="urn:microsoft.com/office/officeart/2005/8/layout/vList5"/>
    <dgm:cxn modelId="{0DACE156-9341-DA4F-ADD5-2694F11A34EC}" type="presParOf" srcId="{180103D0-D7D4-6643-A876-DE9BC8064574}" destId="{B54C1BD3-B586-284E-BD71-D12866D8545B}" srcOrd="0" destOrd="0" presId="urn:microsoft.com/office/officeart/2005/8/layout/vList5"/>
    <dgm:cxn modelId="{BF3759C8-9E9B-E448-B1F7-D2885A623872}" type="presParOf" srcId="{B54C1BD3-B586-284E-BD71-D12866D8545B}" destId="{E0A02BEB-33BD-9B4A-8053-C2D8BE496F33}" srcOrd="0" destOrd="0" presId="urn:microsoft.com/office/officeart/2005/8/layout/vList5"/>
    <dgm:cxn modelId="{6DF442E8-0475-3B4E-9D10-80D27F2697FB}" type="presParOf" srcId="{B54C1BD3-B586-284E-BD71-D12866D8545B}" destId="{4C5F2305-DEC7-E94A-9F41-3DC1E39C222F}" srcOrd="1" destOrd="0" presId="urn:microsoft.com/office/officeart/2005/8/layout/vList5"/>
    <dgm:cxn modelId="{9DA1B3C0-6A2E-7647-AC1D-F6D2ACE25536}" type="presParOf" srcId="{180103D0-D7D4-6643-A876-DE9BC8064574}" destId="{54EE65AC-6E95-FA4A-938A-AC93D218560A}" srcOrd="1" destOrd="0" presId="urn:microsoft.com/office/officeart/2005/8/layout/vList5"/>
    <dgm:cxn modelId="{2C3A29D0-BE82-514B-91D1-24FB8527F164}" type="presParOf" srcId="{180103D0-D7D4-6643-A876-DE9BC8064574}" destId="{D8FA22F7-7B16-2F4A-96ED-91E6BBC6B937}" srcOrd="2" destOrd="0" presId="urn:microsoft.com/office/officeart/2005/8/layout/vList5"/>
    <dgm:cxn modelId="{46E0CBF0-27FC-2948-B9BD-6F4CB6D496D7}" type="presParOf" srcId="{D8FA22F7-7B16-2F4A-96ED-91E6BBC6B937}" destId="{A6EC7314-7CD6-674C-9233-932F91AB28F4}" srcOrd="0" destOrd="0" presId="urn:microsoft.com/office/officeart/2005/8/layout/vList5"/>
    <dgm:cxn modelId="{787F7712-7063-5E4C-943C-1A93B50D5B80}" type="presParOf" srcId="{D8FA22F7-7B16-2F4A-96ED-91E6BBC6B937}" destId="{35BA1301-0431-3242-AEC8-DADC638DF515}" srcOrd="1" destOrd="0" presId="urn:microsoft.com/office/officeart/2005/8/layout/vList5"/>
    <dgm:cxn modelId="{A012709D-C6FA-1648-A9D2-5BA3C42270B7}" type="presParOf" srcId="{180103D0-D7D4-6643-A876-DE9BC8064574}" destId="{532C0533-C9B7-2C42-999C-F7DAFBE4A952}" srcOrd="3" destOrd="0" presId="urn:microsoft.com/office/officeart/2005/8/layout/vList5"/>
    <dgm:cxn modelId="{D13BAC3F-573C-A74E-8B44-7517B3375F6B}" type="presParOf" srcId="{180103D0-D7D4-6643-A876-DE9BC8064574}" destId="{13CA5773-BC56-124F-81E3-8B16DBC55F52}" srcOrd="4" destOrd="0" presId="urn:microsoft.com/office/officeart/2005/8/layout/vList5"/>
    <dgm:cxn modelId="{FDCD09D7-7B39-E541-9BA1-6A068AF28DE5}" type="presParOf" srcId="{13CA5773-BC56-124F-81E3-8B16DBC55F52}" destId="{C1608598-F642-2D4B-952D-1949748B486F}" srcOrd="0" destOrd="0" presId="urn:microsoft.com/office/officeart/2005/8/layout/vList5"/>
    <dgm:cxn modelId="{70722749-830D-BE4D-8563-CD458B6A9A88}" type="presParOf" srcId="{13CA5773-BC56-124F-81E3-8B16DBC55F52}" destId="{64117DD4-603F-6F46-9AED-BC6743D1CD47}" srcOrd="1" destOrd="0" presId="urn:microsoft.com/office/officeart/2005/8/layout/vList5"/>
    <dgm:cxn modelId="{B12D4793-BA90-1E46-9155-A775541164E7}" type="presParOf" srcId="{180103D0-D7D4-6643-A876-DE9BC8064574}" destId="{E4F77809-84D3-3649-95B4-1F3C39DB0713}" srcOrd="5" destOrd="0" presId="urn:microsoft.com/office/officeart/2005/8/layout/vList5"/>
    <dgm:cxn modelId="{68792720-DEC6-7147-8BDD-72B4C9BAF202}" type="presParOf" srcId="{180103D0-D7D4-6643-A876-DE9BC8064574}" destId="{9E21EC6D-31F2-454D-9B1D-AE1263779B97}" srcOrd="6" destOrd="0" presId="urn:microsoft.com/office/officeart/2005/8/layout/vList5"/>
    <dgm:cxn modelId="{21265E50-E14D-7B4C-836C-A056319F93F3}" type="presParOf" srcId="{9E21EC6D-31F2-454D-9B1D-AE1263779B97}" destId="{19F10242-B6E8-AD43-9031-6517059EE7B5}" srcOrd="0" destOrd="0" presId="urn:microsoft.com/office/officeart/2005/8/layout/vList5"/>
    <dgm:cxn modelId="{9CFC8F95-6D9A-D446-82F1-28D5F72C8EB4}" type="presParOf" srcId="{9E21EC6D-31F2-454D-9B1D-AE1263779B97}" destId="{E24E64B1-97BC-2046-BB59-EF402514CDF1}" srcOrd="1" destOrd="0" presId="urn:microsoft.com/office/officeart/2005/8/layout/vList5"/>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862B6871-8A2A-C648-9E24-CA85C798F6DD}"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62A2CE2F-42C9-5A45-A1ED-1EDC0DCE7C6E}">
      <dgm:prSet custT="1"/>
      <dgm:spPr>
        <a:blipFill>
          <a:blip xmlns:r="http://schemas.openxmlformats.org/officeDocument/2006/relationships" r:embed="rId1"/>
          <a:stretch>
            <a:fillRect/>
          </a:stretch>
        </a:blipFill>
      </dgm:spPr>
      <dgm:t>
        <a:bodyPr/>
        <a:lstStyle/>
        <a:p>
          <a:r>
            <a:rPr lang="en-US">
              <a:noFill/>
            </a:rPr>
            <a:t> </a:t>
          </a:r>
        </a:p>
      </dgm:t>
    </dgm:pt>
    <dgm:pt modelId="{57066B3A-7D50-4542-B470-8DE0BB1DE316}" type="parTrans" cxnId="{39C1E6EC-752C-C741-8610-8A93B6E2F513}">
      <dgm:prSet/>
      <dgm:spPr/>
      <dgm:t>
        <a:bodyPr/>
        <a:lstStyle/>
        <a:p>
          <a:endParaRPr lang="en-US"/>
        </a:p>
      </dgm:t>
    </dgm:pt>
    <dgm:pt modelId="{017057BA-A489-A64A-A112-B7EE746137BE}" type="sibTrans" cxnId="{39C1E6EC-752C-C741-8610-8A93B6E2F513}">
      <dgm:prSet/>
      <dgm:spPr/>
      <dgm:t>
        <a:bodyPr/>
        <a:lstStyle/>
        <a:p>
          <a:endParaRPr lang="en-US"/>
        </a:p>
      </dgm:t>
    </dgm:pt>
    <dgm:pt modelId="{4589911E-A2B4-2943-BB6B-FC942A66609E}">
      <dgm:prSet custT="1"/>
      <dgm:spPr/>
      <dgm:t>
        <a:bodyPr/>
        <a:lstStyle/>
        <a:p>
          <a:pPr>
            <a:buNone/>
          </a:pPr>
          <a:r>
            <a:rPr lang="en-US" sz="2800" dirty="0"/>
            <a:t>The macroscopic cross section</a:t>
          </a:r>
          <a:endParaRPr lang="en-DK" sz="2800" dirty="0"/>
        </a:p>
      </dgm:t>
    </dgm:pt>
    <dgm:pt modelId="{3804C333-A528-3D4B-9A04-DA4906C64F4A}" type="parTrans" cxnId="{C6338A89-8CBC-0949-9504-BA78AA7FC6C0}">
      <dgm:prSet/>
      <dgm:spPr/>
      <dgm:t>
        <a:bodyPr/>
        <a:lstStyle/>
        <a:p>
          <a:endParaRPr lang="en-US"/>
        </a:p>
      </dgm:t>
    </dgm:pt>
    <dgm:pt modelId="{95FD921D-3BF3-CF4A-93BB-25375E543B8F}" type="sibTrans" cxnId="{C6338A89-8CBC-0949-9504-BA78AA7FC6C0}">
      <dgm:prSet/>
      <dgm:spPr/>
      <dgm:t>
        <a:bodyPr/>
        <a:lstStyle/>
        <a:p>
          <a:endParaRPr lang="en-US"/>
        </a:p>
      </dgm:t>
    </dgm:pt>
    <dgm:pt modelId="{901CA3BF-2603-3E43-92CE-3E7C8C00FC6F}">
      <dgm:prSet custT="1"/>
      <dgm:spPr>
        <a:blipFill>
          <a:blip xmlns:r="http://schemas.openxmlformats.org/officeDocument/2006/relationships" r:embed="rId2"/>
          <a:stretch>
            <a:fillRect/>
          </a:stretch>
        </a:blipFill>
      </dgm:spPr>
      <dgm:t>
        <a:bodyPr/>
        <a:lstStyle/>
        <a:p>
          <a:r>
            <a:rPr lang="en-US">
              <a:noFill/>
            </a:rPr>
            <a:t> </a:t>
          </a:r>
        </a:p>
      </dgm:t>
    </dgm:pt>
    <dgm:pt modelId="{3D3090F6-30D5-3344-B37D-C213E25419AA}" type="parTrans" cxnId="{6A10EB4D-9D43-AD46-8F00-8ED0090FC65D}">
      <dgm:prSet/>
      <dgm:spPr/>
      <dgm:t>
        <a:bodyPr/>
        <a:lstStyle/>
        <a:p>
          <a:endParaRPr lang="en-US"/>
        </a:p>
      </dgm:t>
    </dgm:pt>
    <dgm:pt modelId="{AC170D79-1731-1C46-892A-D41F7711D8FA}" type="sibTrans" cxnId="{6A10EB4D-9D43-AD46-8F00-8ED0090FC65D}">
      <dgm:prSet/>
      <dgm:spPr/>
      <dgm:t>
        <a:bodyPr/>
        <a:lstStyle/>
        <a:p>
          <a:endParaRPr lang="en-US"/>
        </a:p>
      </dgm:t>
    </dgm:pt>
    <dgm:pt modelId="{F8D9421B-8CB4-2B41-AB9A-693E1033C552}">
      <dgm:prSet custT="1"/>
      <dgm:spPr/>
      <dgm:t>
        <a:bodyPr/>
        <a:lstStyle/>
        <a:p>
          <a:pPr>
            <a:buNone/>
          </a:pPr>
          <a:r>
            <a:rPr lang="en-DK" sz="2800" dirty="0"/>
            <a:t>Sampled free-flight distance</a:t>
          </a:r>
        </a:p>
      </dgm:t>
    </dgm:pt>
    <dgm:pt modelId="{ADB77184-1EE6-A440-84C8-FECEA638B7F0}" type="parTrans" cxnId="{5A7324A7-D04F-A245-9022-F7C87D319816}">
      <dgm:prSet/>
      <dgm:spPr/>
      <dgm:t>
        <a:bodyPr/>
        <a:lstStyle/>
        <a:p>
          <a:endParaRPr lang="en-US"/>
        </a:p>
      </dgm:t>
    </dgm:pt>
    <dgm:pt modelId="{E7D0CEC9-A18E-4E4F-8B65-775F185CF588}" type="sibTrans" cxnId="{5A7324A7-D04F-A245-9022-F7C87D319816}">
      <dgm:prSet/>
      <dgm:spPr/>
      <dgm:t>
        <a:bodyPr/>
        <a:lstStyle/>
        <a:p>
          <a:endParaRPr lang="en-US"/>
        </a:p>
      </dgm:t>
    </dgm:pt>
    <dgm:pt modelId="{27549AAE-54DF-9E4E-8954-959D3DCE217B}">
      <dgm:prSet custT="1"/>
      <dgm:spPr>
        <a:blipFill>
          <a:blip xmlns:r="http://schemas.openxmlformats.org/officeDocument/2006/relationships" r:embed="rId3"/>
          <a:stretch>
            <a:fillRect/>
          </a:stretch>
        </a:blipFill>
      </dgm:spPr>
      <dgm:t>
        <a:bodyPr/>
        <a:lstStyle/>
        <a:p>
          <a:r>
            <a:rPr lang="en-US">
              <a:noFill/>
            </a:rPr>
            <a:t> </a:t>
          </a:r>
        </a:p>
      </dgm:t>
    </dgm:pt>
    <dgm:pt modelId="{72C89A03-4823-E44F-96C0-C200DDE301EF}" type="parTrans" cxnId="{188CCDD5-B7CE-5944-A56A-4CCC2B51F10A}">
      <dgm:prSet/>
      <dgm:spPr/>
      <dgm:t>
        <a:bodyPr/>
        <a:lstStyle/>
        <a:p>
          <a:endParaRPr lang="en-US"/>
        </a:p>
      </dgm:t>
    </dgm:pt>
    <dgm:pt modelId="{CFDDF15F-2BFB-4D42-83D6-DA5269396FA7}" type="sibTrans" cxnId="{188CCDD5-B7CE-5944-A56A-4CCC2B51F10A}">
      <dgm:prSet/>
      <dgm:spPr/>
      <dgm:t>
        <a:bodyPr/>
        <a:lstStyle/>
        <a:p>
          <a:endParaRPr lang="en-US"/>
        </a:p>
      </dgm:t>
    </dgm:pt>
    <dgm:pt modelId="{1E96B065-1042-9A45-B6A6-E84EDB9357B1}">
      <dgm:prSet custT="1"/>
      <dgm:spPr/>
      <dgm:t>
        <a:bodyPr/>
        <a:lstStyle/>
        <a:p>
          <a:pPr>
            <a:buNone/>
          </a:pPr>
          <a:r>
            <a:rPr lang="en-DK" sz="2800" dirty="0"/>
            <a:t>Expected single-scattering intensity</a:t>
          </a:r>
        </a:p>
      </dgm:t>
    </dgm:pt>
    <dgm:pt modelId="{5EF6F28D-F54E-C345-936E-94228984CB29}" type="parTrans" cxnId="{A13AB68C-8959-1A4C-8C5B-732DAA670116}">
      <dgm:prSet/>
      <dgm:spPr/>
      <dgm:t>
        <a:bodyPr/>
        <a:lstStyle/>
        <a:p>
          <a:endParaRPr lang="en-US"/>
        </a:p>
      </dgm:t>
    </dgm:pt>
    <dgm:pt modelId="{0DDB8904-E3C2-1B4D-85B0-938B96499B03}" type="sibTrans" cxnId="{A13AB68C-8959-1A4C-8C5B-732DAA670116}">
      <dgm:prSet/>
      <dgm:spPr/>
      <dgm:t>
        <a:bodyPr/>
        <a:lstStyle/>
        <a:p>
          <a:endParaRPr lang="en-US"/>
        </a:p>
      </dgm:t>
    </dgm:pt>
    <dgm:pt modelId="{27E5B125-957E-3D4C-A30A-5EBC5B6BEFCD}">
      <dgm:prSet custT="1"/>
      <dgm:spPr>
        <a:blipFill>
          <a:blip xmlns:r="http://schemas.openxmlformats.org/officeDocument/2006/relationships" r:embed="rId4"/>
          <a:stretch>
            <a:fillRect/>
          </a:stretch>
        </a:blipFill>
      </dgm:spPr>
      <dgm:t>
        <a:bodyPr/>
        <a:lstStyle/>
        <a:p>
          <a:r>
            <a:rPr lang="en-US">
              <a:noFill/>
            </a:rPr>
            <a:t> </a:t>
          </a:r>
        </a:p>
      </dgm:t>
    </dgm:pt>
    <dgm:pt modelId="{BDC4B490-09B7-7248-A590-7BD439BC966C}" type="parTrans" cxnId="{BD80EC9A-F7E1-A44F-8EF3-441FB7FC16F0}">
      <dgm:prSet/>
      <dgm:spPr/>
      <dgm:t>
        <a:bodyPr/>
        <a:lstStyle/>
        <a:p>
          <a:endParaRPr lang="en-US"/>
        </a:p>
      </dgm:t>
    </dgm:pt>
    <dgm:pt modelId="{7B1FD400-5BD3-F148-A3A2-C7E3B6F4CF12}" type="sibTrans" cxnId="{BD80EC9A-F7E1-A44F-8EF3-441FB7FC16F0}">
      <dgm:prSet/>
      <dgm:spPr/>
      <dgm:t>
        <a:bodyPr/>
        <a:lstStyle/>
        <a:p>
          <a:endParaRPr lang="en-US"/>
        </a:p>
      </dgm:t>
    </dgm:pt>
    <dgm:pt modelId="{D9DF0807-E589-5F45-AF1D-59D81505BDC1}">
      <dgm:prSet custT="1"/>
      <dgm:spPr/>
      <dgm:t>
        <a:bodyPr/>
        <a:lstStyle/>
        <a:p>
          <a:pPr>
            <a:buNone/>
          </a:pPr>
          <a:r>
            <a:rPr lang="en-DK" sz="2800" dirty="0"/>
            <a:t>Observed-to-expected ratio</a:t>
          </a:r>
        </a:p>
      </dgm:t>
    </dgm:pt>
    <dgm:pt modelId="{40C924EB-3F07-4146-BB3A-4E9D72D9C3FF}" type="parTrans" cxnId="{AB36E4C6-5113-0B49-8BF0-92E967162037}">
      <dgm:prSet/>
      <dgm:spPr/>
      <dgm:t>
        <a:bodyPr/>
        <a:lstStyle/>
        <a:p>
          <a:endParaRPr lang="en-US"/>
        </a:p>
      </dgm:t>
    </dgm:pt>
    <dgm:pt modelId="{1CDE44CA-A86F-B64B-AF94-500289DC7EC8}" type="sibTrans" cxnId="{AB36E4C6-5113-0B49-8BF0-92E967162037}">
      <dgm:prSet/>
      <dgm:spPr/>
      <dgm:t>
        <a:bodyPr/>
        <a:lstStyle/>
        <a:p>
          <a:endParaRPr lang="en-US"/>
        </a:p>
      </dgm:t>
    </dgm:pt>
    <dgm:pt modelId="{180103D0-D7D4-6643-A876-DE9BC8064574}" type="pres">
      <dgm:prSet presAssocID="{862B6871-8A2A-C648-9E24-CA85C798F6DD}" presName="Name0" presStyleCnt="0">
        <dgm:presLayoutVars>
          <dgm:dir/>
          <dgm:animLvl val="lvl"/>
          <dgm:resizeHandles val="exact"/>
        </dgm:presLayoutVars>
      </dgm:prSet>
      <dgm:spPr/>
    </dgm:pt>
    <dgm:pt modelId="{B54C1BD3-B586-284E-BD71-D12866D8545B}" type="pres">
      <dgm:prSet presAssocID="{62A2CE2F-42C9-5A45-A1ED-1EDC0DCE7C6E}" presName="linNode" presStyleCnt="0"/>
      <dgm:spPr/>
    </dgm:pt>
    <dgm:pt modelId="{E0A02BEB-33BD-9B4A-8053-C2D8BE496F33}" type="pres">
      <dgm:prSet presAssocID="{62A2CE2F-42C9-5A45-A1ED-1EDC0DCE7C6E}" presName="parentText" presStyleLbl="node1" presStyleIdx="0" presStyleCnt="4">
        <dgm:presLayoutVars>
          <dgm:chMax val="1"/>
          <dgm:bulletEnabled val="1"/>
        </dgm:presLayoutVars>
      </dgm:prSet>
      <dgm:spPr/>
    </dgm:pt>
    <dgm:pt modelId="{4C5F2305-DEC7-E94A-9F41-3DC1E39C222F}" type="pres">
      <dgm:prSet presAssocID="{62A2CE2F-42C9-5A45-A1ED-1EDC0DCE7C6E}" presName="descendantText" presStyleLbl="alignAccFollowNode1" presStyleIdx="0" presStyleCnt="4">
        <dgm:presLayoutVars>
          <dgm:bulletEnabled val="1"/>
        </dgm:presLayoutVars>
      </dgm:prSet>
      <dgm:spPr/>
    </dgm:pt>
    <dgm:pt modelId="{54EE65AC-6E95-FA4A-938A-AC93D218560A}" type="pres">
      <dgm:prSet presAssocID="{017057BA-A489-A64A-A112-B7EE746137BE}" presName="sp" presStyleCnt="0"/>
      <dgm:spPr/>
    </dgm:pt>
    <dgm:pt modelId="{D8FA22F7-7B16-2F4A-96ED-91E6BBC6B937}" type="pres">
      <dgm:prSet presAssocID="{901CA3BF-2603-3E43-92CE-3E7C8C00FC6F}" presName="linNode" presStyleCnt="0"/>
      <dgm:spPr/>
    </dgm:pt>
    <dgm:pt modelId="{A6EC7314-7CD6-674C-9233-932F91AB28F4}" type="pres">
      <dgm:prSet presAssocID="{901CA3BF-2603-3E43-92CE-3E7C8C00FC6F}" presName="parentText" presStyleLbl="node1" presStyleIdx="1" presStyleCnt="4">
        <dgm:presLayoutVars>
          <dgm:chMax val="1"/>
          <dgm:bulletEnabled val="1"/>
        </dgm:presLayoutVars>
      </dgm:prSet>
      <dgm:spPr/>
    </dgm:pt>
    <dgm:pt modelId="{35BA1301-0431-3242-AEC8-DADC638DF515}" type="pres">
      <dgm:prSet presAssocID="{901CA3BF-2603-3E43-92CE-3E7C8C00FC6F}" presName="descendantText" presStyleLbl="alignAccFollowNode1" presStyleIdx="1" presStyleCnt="4">
        <dgm:presLayoutVars>
          <dgm:bulletEnabled val="1"/>
        </dgm:presLayoutVars>
      </dgm:prSet>
      <dgm:spPr/>
    </dgm:pt>
    <dgm:pt modelId="{532C0533-C9B7-2C42-999C-F7DAFBE4A952}" type="pres">
      <dgm:prSet presAssocID="{AC170D79-1731-1C46-892A-D41F7711D8FA}" presName="sp" presStyleCnt="0"/>
      <dgm:spPr/>
    </dgm:pt>
    <dgm:pt modelId="{13CA5773-BC56-124F-81E3-8B16DBC55F52}" type="pres">
      <dgm:prSet presAssocID="{27549AAE-54DF-9E4E-8954-959D3DCE217B}" presName="linNode" presStyleCnt="0"/>
      <dgm:spPr/>
    </dgm:pt>
    <dgm:pt modelId="{C1608598-F642-2D4B-952D-1949748B486F}" type="pres">
      <dgm:prSet presAssocID="{27549AAE-54DF-9E4E-8954-959D3DCE217B}" presName="parentText" presStyleLbl="node1" presStyleIdx="2" presStyleCnt="4">
        <dgm:presLayoutVars>
          <dgm:chMax val="1"/>
          <dgm:bulletEnabled val="1"/>
        </dgm:presLayoutVars>
      </dgm:prSet>
      <dgm:spPr/>
    </dgm:pt>
    <dgm:pt modelId="{64117DD4-603F-6F46-9AED-BC6743D1CD47}" type="pres">
      <dgm:prSet presAssocID="{27549AAE-54DF-9E4E-8954-959D3DCE217B}" presName="descendantText" presStyleLbl="alignAccFollowNode1" presStyleIdx="2" presStyleCnt="4">
        <dgm:presLayoutVars>
          <dgm:bulletEnabled val="1"/>
        </dgm:presLayoutVars>
      </dgm:prSet>
      <dgm:spPr/>
    </dgm:pt>
    <dgm:pt modelId="{E4F77809-84D3-3649-95B4-1F3C39DB0713}" type="pres">
      <dgm:prSet presAssocID="{CFDDF15F-2BFB-4D42-83D6-DA5269396FA7}" presName="sp" presStyleCnt="0"/>
      <dgm:spPr/>
    </dgm:pt>
    <dgm:pt modelId="{9E21EC6D-31F2-454D-9B1D-AE1263779B97}" type="pres">
      <dgm:prSet presAssocID="{27E5B125-957E-3D4C-A30A-5EBC5B6BEFCD}" presName="linNode" presStyleCnt="0"/>
      <dgm:spPr/>
    </dgm:pt>
    <dgm:pt modelId="{19F10242-B6E8-AD43-9031-6517059EE7B5}" type="pres">
      <dgm:prSet presAssocID="{27E5B125-957E-3D4C-A30A-5EBC5B6BEFCD}" presName="parentText" presStyleLbl="node1" presStyleIdx="3" presStyleCnt="4">
        <dgm:presLayoutVars>
          <dgm:chMax val="1"/>
          <dgm:bulletEnabled val="1"/>
        </dgm:presLayoutVars>
      </dgm:prSet>
      <dgm:spPr/>
    </dgm:pt>
    <dgm:pt modelId="{E24E64B1-97BC-2046-BB59-EF402514CDF1}" type="pres">
      <dgm:prSet presAssocID="{27E5B125-957E-3D4C-A30A-5EBC5B6BEFCD}" presName="descendantText" presStyleLbl="alignAccFollowNode1" presStyleIdx="3" presStyleCnt="4">
        <dgm:presLayoutVars>
          <dgm:bulletEnabled val="1"/>
        </dgm:presLayoutVars>
      </dgm:prSet>
      <dgm:spPr/>
    </dgm:pt>
  </dgm:ptLst>
  <dgm:cxnLst>
    <dgm:cxn modelId="{9D655E00-DF33-154B-8EA6-C9CF8948C6DE}" type="presOf" srcId="{62A2CE2F-42C9-5A45-A1ED-1EDC0DCE7C6E}" destId="{E0A02BEB-33BD-9B4A-8053-C2D8BE496F33}" srcOrd="0" destOrd="0" presId="urn:microsoft.com/office/officeart/2005/8/layout/vList5"/>
    <dgm:cxn modelId="{17C41D06-3266-884E-A34C-F9082756215A}" type="presOf" srcId="{901CA3BF-2603-3E43-92CE-3E7C8C00FC6F}" destId="{A6EC7314-7CD6-674C-9233-932F91AB28F4}" srcOrd="0" destOrd="0" presId="urn:microsoft.com/office/officeart/2005/8/layout/vList5"/>
    <dgm:cxn modelId="{D053E417-7DA0-3546-86E5-67327329A92E}" type="presOf" srcId="{F8D9421B-8CB4-2B41-AB9A-693E1033C552}" destId="{35BA1301-0431-3242-AEC8-DADC638DF515}" srcOrd="0" destOrd="0" presId="urn:microsoft.com/office/officeart/2005/8/layout/vList5"/>
    <dgm:cxn modelId="{6A10EB4D-9D43-AD46-8F00-8ED0090FC65D}" srcId="{862B6871-8A2A-C648-9E24-CA85C798F6DD}" destId="{901CA3BF-2603-3E43-92CE-3E7C8C00FC6F}" srcOrd="1" destOrd="0" parTransId="{3D3090F6-30D5-3344-B37D-C213E25419AA}" sibTransId="{AC170D79-1731-1C46-892A-D41F7711D8FA}"/>
    <dgm:cxn modelId="{EC6E6960-7CE5-AE4F-A8F2-7C691DE75C8E}" type="presOf" srcId="{1E96B065-1042-9A45-B6A6-E84EDB9357B1}" destId="{64117DD4-603F-6F46-9AED-BC6743D1CD47}" srcOrd="0" destOrd="0" presId="urn:microsoft.com/office/officeart/2005/8/layout/vList5"/>
    <dgm:cxn modelId="{F8DB6066-CF51-F445-8C53-7A1E048FB585}" type="presOf" srcId="{862B6871-8A2A-C648-9E24-CA85C798F6DD}" destId="{180103D0-D7D4-6643-A876-DE9BC8064574}" srcOrd="0" destOrd="0" presId="urn:microsoft.com/office/officeart/2005/8/layout/vList5"/>
    <dgm:cxn modelId="{21A80176-53A6-8648-A782-D17791AFDE60}" type="presOf" srcId="{4589911E-A2B4-2943-BB6B-FC942A66609E}" destId="{4C5F2305-DEC7-E94A-9F41-3DC1E39C222F}" srcOrd="0" destOrd="0" presId="urn:microsoft.com/office/officeart/2005/8/layout/vList5"/>
    <dgm:cxn modelId="{C6338A89-8CBC-0949-9504-BA78AA7FC6C0}" srcId="{62A2CE2F-42C9-5A45-A1ED-1EDC0DCE7C6E}" destId="{4589911E-A2B4-2943-BB6B-FC942A66609E}" srcOrd="0" destOrd="0" parTransId="{3804C333-A528-3D4B-9A04-DA4906C64F4A}" sibTransId="{95FD921D-3BF3-CF4A-93BB-25375E543B8F}"/>
    <dgm:cxn modelId="{A13AB68C-8959-1A4C-8C5B-732DAA670116}" srcId="{27549AAE-54DF-9E4E-8954-959D3DCE217B}" destId="{1E96B065-1042-9A45-B6A6-E84EDB9357B1}" srcOrd="0" destOrd="0" parTransId="{5EF6F28D-F54E-C345-936E-94228984CB29}" sibTransId="{0DDB8904-E3C2-1B4D-85B0-938B96499B03}"/>
    <dgm:cxn modelId="{BD80EC9A-F7E1-A44F-8EF3-441FB7FC16F0}" srcId="{862B6871-8A2A-C648-9E24-CA85C798F6DD}" destId="{27E5B125-957E-3D4C-A30A-5EBC5B6BEFCD}" srcOrd="3" destOrd="0" parTransId="{BDC4B490-09B7-7248-A590-7BD439BC966C}" sibTransId="{7B1FD400-5BD3-F148-A3A2-C7E3B6F4CF12}"/>
    <dgm:cxn modelId="{5A7324A7-D04F-A245-9022-F7C87D319816}" srcId="{901CA3BF-2603-3E43-92CE-3E7C8C00FC6F}" destId="{F8D9421B-8CB4-2B41-AB9A-693E1033C552}" srcOrd="0" destOrd="0" parTransId="{ADB77184-1EE6-A440-84C8-FECEA638B7F0}" sibTransId="{E7D0CEC9-A18E-4E4F-8B65-775F185CF588}"/>
    <dgm:cxn modelId="{AB36E4C6-5113-0B49-8BF0-92E967162037}" srcId="{27E5B125-957E-3D4C-A30A-5EBC5B6BEFCD}" destId="{D9DF0807-E589-5F45-AF1D-59D81505BDC1}" srcOrd="0" destOrd="0" parTransId="{40C924EB-3F07-4146-BB3A-4E9D72D9C3FF}" sibTransId="{1CDE44CA-A86F-B64B-AF94-500289DC7EC8}"/>
    <dgm:cxn modelId="{421FD0CF-BC38-4843-BF34-317C3180A3B4}" type="presOf" srcId="{27E5B125-957E-3D4C-A30A-5EBC5B6BEFCD}" destId="{19F10242-B6E8-AD43-9031-6517059EE7B5}" srcOrd="0" destOrd="0" presId="urn:microsoft.com/office/officeart/2005/8/layout/vList5"/>
    <dgm:cxn modelId="{188CCDD5-B7CE-5944-A56A-4CCC2B51F10A}" srcId="{862B6871-8A2A-C648-9E24-CA85C798F6DD}" destId="{27549AAE-54DF-9E4E-8954-959D3DCE217B}" srcOrd="2" destOrd="0" parTransId="{72C89A03-4823-E44F-96C0-C200DDE301EF}" sibTransId="{CFDDF15F-2BFB-4D42-83D6-DA5269396FA7}"/>
    <dgm:cxn modelId="{7D3635E0-BA14-554B-B129-8C4A2F4B4859}" type="presOf" srcId="{D9DF0807-E589-5F45-AF1D-59D81505BDC1}" destId="{E24E64B1-97BC-2046-BB59-EF402514CDF1}" srcOrd="0" destOrd="0" presId="urn:microsoft.com/office/officeart/2005/8/layout/vList5"/>
    <dgm:cxn modelId="{39C1E6EC-752C-C741-8610-8A93B6E2F513}" srcId="{862B6871-8A2A-C648-9E24-CA85C798F6DD}" destId="{62A2CE2F-42C9-5A45-A1ED-1EDC0DCE7C6E}" srcOrd="0" destOrd="0" parTransId="{57066B3A-7D50-4542-B470-8DE0BB1DE316}" sibTransId="{017057BA-A489-A64A-A112-B7EE746137BE}"/>
    <dgm:cxn modelId="{01BE0AF7-2F53-FE43-B71D-E7800FA3D4F1}" type="presOf" srcId="{27549AAE-54DF-9E4E-8954-959D3DCE217B}" destId="{C1608598-F642-2D4B-952D-1949748B486F}" srcOrd="0" destOrd="0" presId="urn:microsoft.com/office/officeart/2005/8/layout/vList5"/>
    <dgm:cxn modelId="{0DACE156-9341-DA4F-ADD5-2694F11A34EC}" type="presParOf" srcId="{180103D0-D7D4-6643-A876-DE9BC8064574}" destId="{B54C1BD3-B586-284E-BD71-D12866D8545B}" srcOrd="0" destOrd="0" presId="urn:microsoft.com/office/officeart/2005/8/layout/vList5"/>
    <dgm:cxn modelId="{BF3759C8-9E9B-E448-B1F7-D2885A623872}" type="presParOf" srcId="{B54C1BD3-B586-284E-BD71-D12866D8545B}" destId="{E0A02BEB-33BD-9B4A-8053-C2D8BE496F33}" srcOrd="0" destOrd="0" presId="urn:microsoft.com/office/officeart/2005/8/layout/vList5"/>
    <dgm:cxn modelId="{6DF442E8-0475-3B4E-9D10-80D27F2697FB}" type="presParOf" srcId="{B54C1BD3-B586-284E-BD71-D12866D8545B}" destId="{4C5F2305-DEC7-E94A-9F41-3DC1E39C222F}" srcOrd="1" destOrd="0" presId="urn:microsoft.com/office/officeart/2005/8/layout/vList5"/>
    <dgm:cxn modelId="{9DA1B3C0-6A2E-7647-AC1D-F6D2ACE25536}" type="presParOf" srcId="{180103D0-D7D4-6643-A876-DE9BC8064574}" destId="{54EE65AC-6E95-FA4A-938A-AC93D218560A}" srcOrd="1" destOrd="0" presId="urn:microsoft.com/office/officeart/2005/8/layout/vList5"/>
    <dgm:cxn modelId="{2C3A29D0-BE82-514B-91D1-24FB8527F164}" type="presParOf" srcId="{180103D0-D7D4-6643-A876-DE9BC8064574}" destId="{D8FA22F7-7B16-2F4A-96ED-91E6BBC6B937}" srcOrd="2" destOrd="0" presId="urn:microsoft.com/office/officeart/2005/8/layout/vList5"/>
    <dgm:cxn modelId="{46E0CBF0-27FC-2948-B9BD-6F4CB6D496D7}" type="presParOf" srcId="{D8FA22F7-7B16-2F4A-96ED-91E6BBC6B937}" destId="{A6EC7314-7CD6-674C-9233-932F91AB28F4}" srcOrd="0" destOrd="0" presId="urn:microsoft.com/office/officeart/2005/8/layout/vList5"/>
    <dgm:cxn modelId="{787F7712-7063-5E4C-943C-1A93B50D5B80}" type="presParOf" srcId="{D8FA22F7-7B16-2F4A-96ED-91E6BBC6B937}" destId="{35BA1301-0431-3242-AEC8-DADC638DF515}" srcOrd="1" destOrd="0" presId="urn:microsoft.com/office/officeart/2005/8/layout/vList5"/>
    <dgm:cxn modelId="{A012709D-C6FA-1648-A9D2-5BA3C42270B7}" type="presParOf" srcId="{180103D0-D7D4-6643-A876-DE9BC8064574}" destId="{532C0533-C9B7-2C42-999C-F7DAFBE4A952}" srcOrd="3" destOrd="0" presId="urn:microsoft.com/office/officeart/2005/8/layout/vList5"/>
    <dgm:cxn modelId="{D13BAC3F-573C-A74E-8B44-7517B3375F6B}" type="presParOf" srcId="{180103D0-D7D4-6643-A876-DE9BC8064574}" destId="{13CA5773-BC56-124F-81E3-8B16DBC55F52}" srcOrd="4" destOrd="0" presId="urn:microsoft.com/office/officeart/2005/8/layout/vList5"/>
    <dgm:cxn modelId="{FDCD09D7-7B39-E541-9BA1-6A068AF28DE5}" type="presParOf" srcId="{13CA5773-BC56-124F-81E3-8B16DBC55F52}" destId="{C1608598-F642-2D4B-952D-1949748B486F}" srcOrd="0" destOrd="0" presId="urn:microsoft.com/office/officeart/2005/8/layout/vList5"/>
    <dgm:cxn modelId="{70722749-830D-BE4D-8563-CD458B6A9A88}" type="presParOf" srcId="{13CA5773-BC56-124F-81E3-8B16DBC55F52}" destId="{64117DD4-603F-6F46-9AED-BC6743D1CD47}" srcOrd="1" destOrd="0" presId="urn:microsoft.com/office/officeart/2005/8/layout/vList5"/>
    <dgm:cxn modelId="{B12D4793-BA90-1E46-9155-A775541164E7}" type="presParOf" srcId="{180103D0-D7D4-6643-A876-DE9BC8064574}" destId="{E4F77809-84D3-3649-95B4-1F3C39DB0713}" srcOrd="5" destOrd="0" presId="urn:microsoft.com/office/officeart/2005/8/layout/vList5"/>
    <dgm:cxn modelId="{68792720-DEC6-7147-8BDD-72B4C9BAF202}" type="presParOf" srcId="{180103D0-D7D4-6643-A876-DE9BC8064574}" destId="{9E21EC6D-31F2-454D-9B1D-AE1263779B97}" srcOrd="6" destOrd="0" presId="urn:microsoft.com/office/officeart/2005/8/layout/vList5"/>
    <dgm:cxn modelId="{21265E50-E14D-7B4C-836C-A056319F93F3}" type="presParOf" srcId="{9E21EC6D-31F2-454D-9B1D-AE1263779B97}" destId="{19F10242-B6E8-AD43-9031-6517059EE7B5}" srcOrd="0" destOrd="0" presId="urn:microsoft.com/office/officeart/2005/8/layout/vList5"/>
    <dgm:cxn modelId="{9CFC8F95-6D9A-D446-82F1-28D5F72C8EB4}" type="presParOf" srcId="{9E21EC6D-31F2-454D-9B1D-AE1263779B97}" destId="{E24E64B1-97BC-2046-BB59-EF402514CDF1}" srcOrd="1" destOrd="0" presId="urn:microsoft.com/office/officeart/2005/8/layout/vList5"/>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a:t>Intro</a:t>
          </a:r>
          <a:endParaRPr lang="en-US" dirty="0"/>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a:solidFill>
          <a:schemeClr val="accent1">
            <a:lumMod val="60000"/>
            <a:lumOff val="40000"/>
          </a:schemeClr>
        </a:solidFill>
        <a:ln>
          <a:solidFill>
            <a:schemeClr val="tx1"/>
          </a:solidFill>
        </a:ln>
      </dgm:spPr>
      <dgm:t>
        <a:bodyPr/>
        <a:lstStyle/>
        <a:p>
          <a:r>
            <a:rPr lang="en-US" dirty="0">
              <a:solidFill>
                <a:schemeClr val="tx1"/>
              </a:solidFill>
            </a:rPr>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a:solidFill>
          <a:schemeClr val="accent1">
            <a:lumMod val="60000"/>
            <a:lumOff val="40000"/>
          </a:schemeClr>
        </a:solidFill>
        <a:ln>
          <a:solidFill>
            <a:schemeClr val="tx1"/>
          </a:solidFill>
        </a:ln>
      </dgm:spPr>
      <dgm:t>
        <a:bodyPr/>
        <a:lstStyle/>
        <a:p>
          <a:r>
            <a:rPr lang="en-US" dirty="0">
              <a:solidFill>
                <a:schemeClr val="tx1"/>
              </a:solidFill>
            </a:rPr>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EA5F6C40-CFEC-7C45-9B9A-D7E091D4D57C}"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AFA13509-E81B-BD4D-82B6-8155667C80DF}">
          <dgm:prSet/>
          <dgm:spPr/>
          <dgm:t>
            <a:bodyPr/>
            <a:lstStyle/>
            <a:p>
              <a:pPr/>
              <a14:m>
                <m:oMathPara xmlns:m="http://schemas.openxmlformats.org/officeDocument/2006/math">
                  <m:oMathParaPr>
                    <m:jc m:val="centerGroup"/>
                  </m:oMathParaPr>
                  <m:oMath xmlns:m="http://schemas.openxmlformats.org/officeDocument/2006/math">
                    <m:r>
                      <a:rPr lang="en-DK" b="0" i="1" baseline="0" smtClean="0">
                        <a:latin typeface="Cambria Math" panose="02040503050406030204" pitchFamily="18" charset="0"/>
                      </a:rPr>
                      <m:t>𝑅</m:t>
                    </m:r>
                    <m:r>
                      <a:rPr lang="en-DK" b="0" i="0" baseline="0">
                        <a:latin typeface="Cambria Math" panose="02040503050406030204" pitchFamily="18" charset="0"/>
                      </a:rPr>
                      <m:t>→1</m:t>
                    </m:r>
                  </m:oMath>
                </m:oMathPara>
              </a14:m>
              <a:endParaRPr lang="en-DK"/>
            </a:p>
          </dgm:t>
        </dgm:pt>
      </mc:Choice>
      <mc:Fallback xmlns="">
        <dgm:pt modelId="{AFA13509-E81B-BD4D-82B6-8155667C80DF}">
          <dgm:prSet/>
          <dgm:spPr/>
          <dgm:t>
            <a:bodyPr/>
            <a:lstStyle/>
            <a:p>
              <a:r>
                <a:rPr lang="en-DK" b="0" i="0" baseline="0"/>
                <a:t>𝑅→1</a:t>
              </a:r>
              <a:endParaRPr lang="en-DK"/>
            </a:p>
          </dgm:t>
        </dgm:pt>
      </mc:Fallback>
    </mc:AlternateContent>
    <dgm:pt modelId="{5DA525D7-DC9F-A84E-BD89-C6FB0DA68488}" type="parTrans" cxnId="{2BACB5CC-B4CC-9740-8E50-0267BAC5D661}">
      <dgm:prSet/>
      <dgm:spPr/>
      <dgm:t>
        <a:bodyPr/>
        <a:lstStyle/>
        <a:p>
          <a:endParaRPr lang="en-US"/>
        </a:p>
      </dgm:t>
    </dgm:pt>
    <dgm:pt modelId="{C5729812-2949-A44A-A9AE-DA177BCD3932}" type="sibTrans" cxnId="{2BACB5CC-B4CC-9740-8E50-0267BAC5D661}">
      <dgm:prSet/>
      <dgm:spPr/>
      <dgm:t>
        <a:bodyPr/>
        <a:lstStyle/>
        <a:p>
          <a:endParaRPr lang="en-US"/>
        </a:p>
      </dgm:t>
    </dgm:pt>
    <dgm:pt modelId="{6CC0D9B5-CF24-504B-A7DC-5ED2893B6C44}">
      <dgm:prSet/>
      <dgm:spPr/>
      <dgm:t>
        <a:bodyPr/>
        <a:lstStyle/>
        <a:p>
          <a:pPr>
            <a:buNone/>
          </a:pPr>
          <a:r>
            <a:rPr lang="en-US" b="0" i="0" baseline="0" dirty="0"/>
            <a:t>in the thin limit. </a:t>
          </a:r>
          <a:endParaRPr lang="en-DK" dirty="0"/>
        </a:p>
      </dgm:t>
    </dgm:pt>
    <dgm:pt modelId="{042099B3-4F26-774B-B3AB-48881F64C77C}" type="parTrans" cxnId="{298C1FD1-67E8-B84F-9816-4868B37165D8}">
      <dgm:prSet/>
      <dgm:spPr/>
      <dgm:t>
        <a:bodyPr/>
        <a:lstStyle/>
        <a:p>
          <a:endParaRPr lang="en-US"/>
        </a:p>
      </dgm:t>
    </dgm:pt>
    <dgm:pt modelId="{B904C0FD-5B57-C544-AEBF-4F9B6CB67FD9}" type="sibTrans" cxnId="{298C1FD1-67E8-B84F-9816-4868B37165D8}">
      <dgm:prSet/>
      <dgm:spPr/>
      <dgm:t>
        <a:bodyPr/>
        <a:lstStyle/>
        <a:p>
          <a:endParaRPr lang="en-US"/>
        </a:p>
      </dgm:t>
    </dgm:pt>
    <mc:AlternateContent xmlns:mc="http://schemas.openxmlformats.org/markup-compatibility/2006" xmlns:a14="http://schemas.microsoft.com/office/drawing/2010/main">
      <mc:Choice Requires="a14">
        <dgm:pt modelId="{AEC76CBD-5C17-F346-9E84-4C6CDFBE0C6B}">
          <dgm:prSet/>
          <dgm:spPr/>
          <dgm:t>
            <a:bodyPr/>
            <a:lstStyle/>
            <a:p>
              <a:pPr/>
              <a14:m>
                <m:oMathPara xmlns:m="http://schemas.openxmlformats.org/officeDocument/2006/math">
                  <m:oMathParaPr>
                    <m:jc m:val="centerGroup"/>
                  </m:oMathParaPr>
                  <m:oMath xmlns:m="http://schemas.openxmlformats.org/officeDocument/2006/math">
                    <m:r>
                      <a:rPr lang="en-DK" b="0" i="1" baseline="0" smtClean="0">
                        <a:latin typeface="Cambria Math" panose="02040503050406030204" pitchFamily="18" charset="0"/>
                      </a:rPr>
                      <m:t>𝑅</m:t>
                    </m:r>
                    <m:r>
                      <a:rPr lang="en-DK" b="0" i="0" baseline="0">
                        <a:latin typeface="Cambria Math" panose="02040503050406030204" pitchFamily="18" charset="0"/>
                      </a:rPr>
                      <m:t>&lt;1</m:t>
                    </m:r>
                  </m:oMath>
                </m:oMathPara>
              </a14:m>
              <a:endParaRPr lang="en-DK"/>
            </a:p>
          </dgm:t>
        </dgm:pt>
      </mc:Choice>
      <mc:Fallback xmlns="">
        <dgm:pt modelId="{AEC76CBD-5C17-F346-9E84-4C6CDFBE0C6B}">
          <dgm:prSet/>
          <dgm:spPr/>
          <dgm:t>
            <a:bodyPr/>
            <a:lstStyle/>
            <a:p>
              <a:r>
                <a:rPr lang="en-DK" b="0" i="0" baseline="0"/>
                <a:t>𝑅&lt;1</a:t>
              </a:r>
              <a:endParaRPr lang="en-DK"/>
            </a:p>
          </dgm:t>
        </dgm:pt>
      </mc:Fallback>
    </mc:AlternateContent>
    <dgm:pt modelId="{F106E47A-D054-B14C-83E1-EB617BAF52EE}" type="parTrans" cxnId="{48D09562-5F69-F243-8198-672255B52FBB}">
      <dgm:prSet/>
      <dgm:spPr/>
      <dgm:t>
        <a:bodyPr/>
        <a:lstStyle/>
        <a:p>
          <a:endParaRPr lang="en-US"/>
        </a:p>
      </dgm:t>
    </dgm:pt>
    <dgm:pt modelId="{17FE4BC2-AA9D-964C-83EE-4C1949E27A11}" type="sibTrans" cxnId="{48D09562-5F69-F243-8198-672255B52FBB}">
      <dgm:prSet/>
      <dgm:spPr/>
      <dgm:t>
        <a:bodyPr/>
        <a:lstStyle/>
        <a:p>
          <a:endParaRPr lang="en-US"/>
        </a:p>
      </dgm:t>
    </dgm:pt>
    <dgm:pt modelId="{4172EDFA-A2F2-E848-BBE5-E57981F10163}">
      <dgm:prSet/>
      <dgm:spPr/>
      <dgm:t>
        <a:bodyPr/>
        <a:lstStyle/>
        <a:p>
          <a:pPr>
            <a:buNone/>
          </a:pPr>
          <a:r>
            <a:rPr lang="en-US" b="0" i="0" baseline="0" dirty="0"/>
            <a:t>Self-shielding</a:t>
          </a:r>
          <a:endParaRPr lang="en-DK" dirty="0"/>
        </a:p>
      </dgm:t>
    </dgm:pt>
    <dgm:pt modelId="{7A17F3B0-D0D8-7744-B8ED-9885BF44B8A0}" type="parTrans" cxnId="{3FB94C07-FA5B-AD40-A950-1A77014E2C48}">
      <dgm:prSet/>
      <dgm:spPr/>
      <dgm:t>
        <a:bodyPr/>
        <a:lstStyle/>
        <a:p>
          <a:endParaRPr lang="en-US"/>
        </a:p>
      </dgm:t>
    </dgm:pt>
    <dgm:pt modelId="{3CDCB319-A875-5C41-BD55-2E10A054AEFA}" type="sibTrans" cxnId="{3FB94C07-FA5B-AD40-A950-1A77014E2C48}">
      <dgm:prSet/>
      <dgm:spPr/>
      <dgm:t>
        <a:bodyPr/>
        <a:lstStyle/>
        <a:p>
          <a:endParaRPr lang="en-US"/>
        </a:p>
      </dgm:t>
    </dgm:pt>
    <dgm:pt modelId="{B4C060B1-C7AD-3E4E-AAA3-FFF39B9DE12A}" type="pres">
      <dgm:prSet presAssocID="{EA5F6C40-CFEC-7C45-9B9A-D7E091D4D57C}" presName="Name0" presStyleCnt="0">
        <dgm:presLayoutVars>
          <dgm:dir/>
          <dgm:resizeHandles val="exact"/>
        </dgm:presLayoutVars>
      </dgm:prSet>
      <dgm:spPr/>
    </dgm:pt>
    <dgm:pt modelId="{78240AE0-F30B-704A-AFBF-AF3E9D055A2A}" type="pres">
      <dgm:prSet presAssocID="{AFA13509-E81B-BD4D-82B6-8155667C80DF}" presName="composite" presStyleCnt="0"/>
      <dgm:spPr/>
    </dgm:pt>
    <dgm:pt modelId="{A74FDCBC-A187-AF4C-9B2F-4234CF1AE092}" type="pres">
      <dgm:prSet presAssocID="{AFA13509-E81B-BD4D-82B6-8155667C80DF}" presName="rect1" presStyleLbl="trAlignAcc1" presStyleIdx="0" presStyleCnt="2">
        <dgm:presLayoutVars>
          <dgm:bulletEnabled val="1"/>
        </dgm:presLayoutVars>
      </dgm:prSet>
      <dgm:spPr/>
    </dgm:pt>
    <dgm:pt modelId="{B7C77589-DFEA-AA4B-B01B-2DFE11CDE559}" type="pres">
      <dgm:prSet presAssocID="{AFA13509-E81B-BD4D-82B6-8155667C80DF}" presName="rect2" presStyleLbl="fgImgPlace1" presStyleIdx="0" presStyleCnt="2"/>
      <dgm:spPr>
        <a:blipFill>
          <a:blip xmlns:r="http://schemas.openxmlformats.org/officeDocument/2006/relationships">
            <a:extLst>
              <a:ext uri="{96DAC541-7B7A-43D3-8B79-37D633B846F1}">
                <asvg:svgBlip xmlns:asvg="http://schemas.microsoft.com/office/drawing/2016/SVG/main" r:embed="rId1"/>
              </a:ext>
            </a:extLst>
          </a:blip>
          <a:srcRect/>
          <a:stretch>
            <a:fillRect l="-25000" r="-25000"/>
          </a:stretch>
        </a:blipFill>
      </dgm:spPr>
      <dgm:extLst>
        <a:ext uri="{E40237B7-FDA0-4F09-8148-C483321AD2D9}">
          <dgm14:cNvPr xmlns:dgm14="http://schemas.microsoft.com/office/drawing/2010/diagram" id="0" name="" descr="Badge 1 outline"/>
        </a:ext>
      </dgm:extLst>
    </dgm:pt>
    <dgm:pt modelId="{C59F65BE-D569-9940-9160-AAABEC56192C}" type="pres">
      <dgm:prSet presAssocID="{C5729812-2949-A44A-A9AE-DA177BCD3932}" presName="sibTrans" presStyleCnt="0"/>
      <dgm:spPr/>
    </dgm:pt>
    <dgm:pt modelId="{B2036AAD-76B2-6C4C-A487-528867A758AF}" type="pres">
      <dgm:prSet presAssocID="{AEC76CBD-5C17-F346-9E84-4C6CDFBE0C6B}" presName="composite" presStyleCnt="0"/>
      <dgm:spPr/>
    </dgm:pt>
    <dgm:pt modelId="{B1CA0967-23E8-9D4F-B12D-CC33E6FCAC20}" type="pres">
      <dgm:prSet presAssocID="{AEC76CBD-5C17-F346-9E84-4C6CDFBE0C6B}" presName="rect1" presStyleLbl="trAlignAcc1" presStyleIdx="1" presStyleCnt="2">
        <dgm:presLayoutVars>
          <dgm:bulletEnabled val="1"/>
        </dgm:presLayoutVars>
      </dgm:prSet>
      <dgm:spPr/>
    </dgm:pt>
    <dgm:pt modelId="{AC4528FD-6124-0149-A656-D19928637C49}" type="pres">
      <dgm:prSet presAssocID="{AEC76CBD-5C17-F346-9E84-4C6CDFBE0C6B}" presName="rect2" presStyleLbl="fgImgPlace1" presStyleIdx="1" presStyleCnt="2"/>
      <dgm:spPr>
        <a:blipFill>
          <a:blip xmlns:r="http://schemas.openxmlformats.org/officeDocument/2006/relationships">
            <a:extLst>
              <a:ext uri="{96DAC541-7B7A-43D3-8B79-37D633B846F1}">
                <asvg:svgBlip xmlns:asvg="http://schemas.microsoft.com/office/drawing/2016/SVG/main" r:embed="rId2"/>
              </a:ext>
            </a:extLst>
          </a:blip>
          <a:srcRect/>
          <a:stretch>
            <a:fillRect l="-25000" r="-25000"/>
          </a:stretch>
        </a:blipFill>
      </dgm:spPr>
      <dgm:extLst>
        <a:ext uri="{E40237B7-FDA0-4F09-8148-C483321AD2D9}">
          <dgm14:cNvPr xmlns:dgm14="http://schemas.microsoft.com/office/drawing/2010/diagram" id="0" name="" descr="Badge outline"/>
        </a:ext>
      </dgm:extLst>
    </dgm:pt>
  </dgm:ptLst>
  <dgm:cxnLst>
    <dgm:cxn modelId="{3FB94C07-FA5B-AD40-A950-1A77014E2C48}" srcId="{AEC76CBD-5C17-F346-9E84-4C6CDFBE0C6B}" destId="{4172EDFA-A2F2-E848-BBE5-E57981F10163}" srcOrd="0" destOrd="0" parTransId="{7A17F3B0-D0D8-7744-B8ED-9885BF44B8A0}" sibTransId="{3CDCB319-A875-5C41-BD55-2E10A054AEFA}"/>
    <dgm:cxn modelId="{A7E7B816-3C48-D943-A89F-2A1574398934}" type="presOf" srcId="{AEC76CBD-5C17-F346-9E84-4C6CDFBE0C6B}" destId="{B1CA0967-23E8-9D4F-B12D-CC33E6FCAC20}" srcOrd="0" destOrd="0" presId="urn:microsoft.com/office/officeart/2008/layout/PictureStrips"/>
    <dgm:cxn modelId="{D0B70E31-06AD-0746-AEE4-07C6CD517787}" type="presOf" srcId="{AFA13509-E81B-BD4D-82B6-8155667C80DF}" destId="{A74FDCBC-A187-AF4C-9B2F-4234CF1AE092}" srcOrd="0" destOrd="0" presId="urn:microsoft.com/office/officeart/2008/layout/PictureStrips"/>
    <dgm:cxn modelId="{48D09562-5F69-F243-8198-672255B52FBB}" srcId="{EA5F6C40-CFEC-7C45-9B9A-D7E091D4D57C}" destId="{AEC76CBD-5C17-F346-9E84-4C6CDFBE0C6B}" srcOrd="1" destOrd="0" parTransId="{F106E47A-D054-B14C-83E1-EB617BAF52EE}" sibTransId="{17FE4BC2-AA9D-964C-83EE-4C1949E27A11}"/>
    <dgm:cxn modelId="{178F456D-E411-894F-BF01-A53E44462A63}" type="presOf" srcId="{4172EDFA-A2F2-E848-BBE5-E57981F10163}" destId="{B1CA0967-23E8-9D4F-B12D-CC33E6FCAC20}" srcOrd="0" destOrd="1" presId="urn:microsoft.com/office/officeart/2008/layout/PictureStrips"/>
    <dgm:cxn modelId="{945226BA-7F1E-3743-B33B-9F0F1D467A33}" type="presOf" srcId="{EA5F6C40-CFEC-7C45-9B9A-D7E091D4D57C}" destId="{B4C060B1-C7AD-3E4E-AAA3-FFF39B9DE12A}" srcOrd="0" destOrd="0" presId="urn:microsoft.com/office/officeart/2008/layout/PictureStrips"/>
    <dgm:cxn modelId="{2BACB5CC-B4CC-9740-8E50-0267BAC5D661}" srcId="{EA5F6C40-CFEC-7C45-9B9A-D7E091D4D57C}" destId="{AFA13509-E81B-BD4D-82B6-8155667C80DF}" srcOrd="0" destOrd="0" parTransId="{5DA525D7-DC9F-A84E-BD89-C6FB0DA68488}" sibTransId="{C5729812-2949-A44A-A9AE-DA177BCD3932}"/>
    <dgm:cxn modelId="{298C1FD1-67E8-B84F-9816-4868B37165D8}" srcId="{AFA13509-E81B-BD4D-82B6-8155667C80DF}" destId="{6CC0D9B5-CF24-504B-A7DC-5ED2893B6C44}" srcOrd="0" destOrd="0" parTransId="{042099B3-4F26-774B-B3AB-48881F64C77C}" sibTransId="{B904C0FD-5B57-C544-AEBF-4F9B6CB67FD9}"/>
    <dgm:cxn modelId="{625D6AFE-9A69-AD4C-B24F-2D54EBEC890C}" type="presOf" srcId="{6CC0D9B5-CF24-504B-A7DC-5ED2893B6C44}" destId="{A74FDCBC-A187-AF4C-9B2F-4234CF1AE092}" srcOrd="0" destOrd="1" presId="urn:microsoft.com/office/officeart/2008/layout/PictureStrips"/>
    <dgm:cxn modelId="{21A25568-66F8-BF4A-B61F-F4E758BDED17}" type="presParOf" srcId="{B4C060B1-C7AD-3E4E-AAA3-FFF39B9DE12A}" destId="{78240AE0-F30B-704A-AFBF-AF3E9D055A2A}" srcOrd="0" destOrd="0" presId="urn:microsoft.com/office/officeart/2008/layout/PictureStrips"/>
    <dgm:cxn modelId="{04AE8D7E-DB3E-4048-836D-39F262D2C2B9}" type="presParOf" srcId="{78240AE0-F30B-704A-AFBF-AF3E9D055A2A}" destId="{A74FDCBC-A187-AF4C-9B2F-4234CF1AE092}" srcOrd="0" destOrd="0" presId="urn:microsoft.com/office/officeart/2008/layout/PictureStrips"/>
    <dgm:cxn modelId="{3340109A-8E4A-CC41-A39F-F6293D28F221}" type="presParOf" srcId="{78240AE0-F30B-704A-AFBF-AF3E9D055A2A}" destId="{B7C77589-DFEA-AA4B-B01B-2DFE11CDE559}" srcOrd="1" destOrd="0" presId="urn:microsoft.com/office/officeart/2008/layout/PictureStrips"/>
    <dgm:cxn modelId="{D3D94BBD-7902-624A-A5DD-12CA5FA08296}" type="presParOf" srcId="{B4C060B1-C7AD-3E4E-AAA3-FFF39B9DE12A}" destId="{C59F65BE-D569-9940-9160-AAABEC56192C}" srcOrd="1" destOrd="0" presId="urn:microsoft.com/office/officeart/2008/layout/PictureStrips"/>
    <dgm:cxn modelId="{BC9C1D0E-9BBC-8545-8888-BAB7A7301D5F}" type="presParOf" srcId="{B4C060B1-C7AD-3E4E-AAA3-FFF39B9DE12A}" destId="{B2036AAD-76B2-6C4C-A487-528867A758AF}" srcOrd="2" destOrd="0" presId="urn:microsoft.com/office/officeart/2008/layout/PictureStrips"/>
    <dgm:cxn modelId="{7BA95CA7-40D9-2842-9D78-DAB8ACE29B9D}" type="presParOf" srcId="{B2036AAD-76B2-6C4C-A487-528867A758AF}" destId="{B1CA0967-23E8-9D4F-B12D-CC33E6FCAC20}" srcOrd="0" destOrd="0" presId="urn:microsoft.com/office/officeart/2008/layout/PictureStrips"/>
    <dgm:cxn modelId="{7BAF293B-BF3A-7644-B124-42701328F597}" type="presParOf" srcId="{B2036AAD-76B2-6C4C-A487-528867A758AF}" destId="{AC4528FD-6124-0149-A656-D19928637C49}" srcOrd="1" destOrd="0" presId="urn:microsoft.com/office/officeart/2008/layout/PictureStrip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EA5F6C40-CFEC-7C45-9B9A-D7E091D4D57C}"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dgm:pt modelId="{AFA13509-E81B-BD4D-82B6-8155667C80DF}">
      <dgm:prSet/>
      <dgm:spPr>
        <a:blipFill>
          <a:blip xmlns:r="http://schemas.openxmlformats.org/officeDocument/2006/relationships" r:embed="rId1"/>
          <a:stretch>
            <a:fillRect b="-5263"/>
          </a:stretch>
        </a:blipFill>
      </dgm:spPr>
      <dgm:t>
        <a:bodyPr/>
        <a:lstStyle/>
        <a:p>
          <a:r>
            <a:rPr lang="en-US">
              <a:noFill/>
            </a:rPr>
            <a:t> </a:t>
          </a:r>
        </a:p>
      </dgm:t>
    </dgm:pt>
    <dgm:pt modelId="{5DA525D7-DC9F-A84E-BD89-C6FB0DA68488}" type="parTrans" cxnId="{2BACB5CC-B4CC-9740-8E50-0267BAC5D661}">
      <dgm:prSet/>
      <dgm:spPr/>
      <dgm:t>
        <a:bodyPr/>
        <a:lstStyle/>
        <a:p>
          <a:endParaRPr lang="en-US"/>
        </a:p>
      </dgm:t>
    </dgm:pt>
    <dgm:pt modelId="{C5729812-2949-A44A-A9AE-DA177BCD3932}" type="sibTrans" cxnId="{2BACB5CC-B4CC-9740-8E50-0267BAC5D661}">
      <dgm:prSet/>
      <dgm:spPr/>
      <dgm:t>
        <a:bodyPr/>
        <a:lstStyle/>
        <a:p>
          <a:endParaRPr lang="en-US"/>
        </a:p>
      </dgm:t>
    </dgm:pt>
    <dgm:pt modelId="{6CC0D9B5-CF24-504B-A7DC-5ED2893B6C44}">
      <dgm:prSet/>
      <dgm:spPr/>
      <dgm:t>
        <a:bodyPr/>
        <a:lstStyle/>
        <a:p>
          <a:r>
            <a:rPr lang="en-US">
              <a:noFill/>
            </a:rPr>
            <a:t> </a:t>
          </a:r>
        </a:p>
      </dgm:t>
    </dgm:pt>
    <dgm:pt modelId="{042099B3-4F26-774B-B3AB-48881F64C77C}" type="parTrans" cxnId="{298C1FD1-67E8-B84F-9816-4868B37165D8}">
      <dgm:prSet/>
      <dgm:spPr/>
      <dgm:t>
        <a:bodyPr/>
        <a:lstStyle/>
        <a:p>
          <a:endParaRPr lang="en-US"/>
        </a:p>
      </dgm:t>
    </dgm:pt>
    <dgm:pt modelId="{B904C0FD-5B57-C544-AEBF-4F9B6CB67FD9}" type="sibTrans" cxnId="{298C1FD1-67E8-B84F-9816-4868B37165D8}">
      <dgm:prSet/>
      <dgm:spPr/>
      <dgm:t>
        <a:bodyPr/>
        <a:lstStyle/>
        <a:p>
          <a:endParaRPr lang="en-US"/>
        </a:p>
      </dgm:t>
    </dgm:pt>
    <dgm:pt modelId="{AEC76CBD-5C17-F346-9E84-4C6CDFBE0C6B}">
      <dgm:prSet/>
      <dgm:spPr>
        <a:blipFill>
          <a:blip xmlns:r="http://schemas.openxmlformats.org/officeDocument/2006/relationships" r:embed="rId2"/>
          <a:stretch>
            <a:fillRect b="-3896"/>
          </a:stretch>
        </a:blipFill>
      </dgm:spPr>
      <dgm:t>
        <a:bodyPr/>
        <a:lstStyle/>
        <a:p>
          <a:r>
            <a:rPr lang="en-US">
              <a:noFill/>
            </a:rPr>
            <a:t> </a:t>
          </a:r>
        </a:p>
      </dgm:t>
    </dgm:pt>
    <dgm:pt modelId="{F106E47A-D054-B14C-83E1-EB617BAF52EE}" type="parTrans" cxnId="{48D09562-5F69-F243-8198-672255B52FBB}">
      <dgm:prSet/>
      <dgm:spPr/>
      <dgm:t>
        <a:bodyPr/>
        <a:lstStyle/>
        <a:p>
          <a:endParaRPr lang="en-US"/>
        </a:p>
      </dgm:t>
    </dgm:pt>
    <dgm:pt modelId="{17FE4BC2-AA9D-964C-83EE-4C1949E27A11}" type="sibTrans" cxnId="{48D09562-5F69-F243-8198-672255B52FBB}">
      <dgm:prSet/>
      <dgm:spPr/>
      <dgm:t>
        <a:bodyPr/>
        <a:lstStyle/>
        <a:p>
          <a:endParaRPr lang="en-US"/>
        </a:p>
      </dgm:t>
    </dgm:pt>
    <dgm:pt modelId="{4172EDFA-A2F2-E848-BBE5-E57981F10163}">
      <dgm:prSet/>
      <dgm:spPr/>
      <dgm:t>
        <a:bodyPr/>
        <a:lstStyle/>
        <a:p>
          <a:r>
            <a:rPr lang="en-US">
              <a:noFill/>
            </a:rPr>
            <a:t> </a:t>
          </a:r>
        </a:p>
      </dgm:t>
    </dgm:pt>
    <dgm:pt modelId="{7A17F3B0-D0D8-7744-B8ED-9885BF44B8A0}" type="parTrans" cxnId="{3FB94C07-FA5B-AD40-A950-1A77014E2C48}">
      <dgm:prSet/>
      <dgm:spPr/>
      <dgm:t>
        <a:bodyPr/>
        <a:lstStyle/>
        <a:p>
          <a:endParaRPr lang="en-US"/>
        </a:p>
      </dgm:t>
    </dgm:pt>
    <dgm:pt modelId="{3CDCB319-A875-5C41-BD55-2E10A054AEFA}" type="sibTrans" cxnId="{3FB94C07-FA5B-AD40-A950-1A77014E2C48}">
      <dgm:prSet/>
      <dgm:spPr/>
      <dgm:t>
        <a:bodyPr/>
        <a:lstStyle/>
        <a:p>
          <a:endParaRPr lang="en-US"/>
        </a:p>
      </dgm:t>
    </dgm:pt>
    <dgm:pt modelId="{B4C060B1-C7AD-3E4E-AAA3-FFF39B9DE12A}" type="pres">
      <dgm:prSet presAssocID="{EA5F6C40-CFEC-7C45-9B9A-D7E091D4D57C}" presName="Name0" presStyleCnt="0">
        <dgm:presLayoutVars>
          <dgm:dir/>
          <dgm:resizeHandles val="exact"/>
        </dgm:presLayoutVars>
      </dgm:prSet>
      <dgm:spPr/>
    </dgm:pt>
    <dgm:pt modelId="{78240AE0-F30B-704A-AFBF-AF3E9D055A2A}" type="pres">
      <dgm:prSet presAssocID="{AFA13509-E81B-BD4D-82B6-8155667C80DF}" presName="composite" presStyleCnt="0"/>
      <dgm:spPr/>
    </dgm:pt>
    <dgm:pt modelId="{A74FDCBC-A187-AF4C-9B2F-4234CF1AE092}" type="pres">
      <dgm:prSet presAssocID="{AFA13509-E81B-BD4D-82B6-8155667C80DF}" presName="rect1" presStyleLbl="trAlignAcc1" presStyleIdx="0" presStyleCnt="2">
        <dgm:presLayoutVars>
          <dgm:bulletEnabled val="1"/>
        </dgm:presLayoutVars>
      </dgm:prSet>
      <dgm:spPr/>
    </dgm:pt>
    <dgm:pt modelId="{B7C77589-DFEA-AA4B-B01B-2DFE11CDE559}" type="pres">
      <dgm:prSet presAssocID="{AFA13509-E81B-BD4D-82B6-8155667C80DF}" presName="rect2" presStyleLbl="fgImgPlace1" presStyleIdx="0" presStyleCnt="2"/>
      <dgm:spPr>
        <a:blipFill>
          <a:blip xmlns:r="http://schemas.openxmlformats.org/officeDocument/2006/relationships">
            <a:extLst>
              <a:ext uri="{96DAC541-7B7A-43D3-8B79-37D633B846F1}">
                <asvg:svgBlip xmlns:asvg="http://schemas.microsoft.com/office/drawing/2016/SVG/main" r:embed="rId3"/>
              </a:ext>
            </a:extLst>
          </a:blip>
          <a:srcRect/>
          <a:stretch>
            <a:fillRect l="-25000" r="-25000"/>
          </a:stretch>
        </a:blipFill>
      </dgm:spPr>
      <dgm:extLst>
        <a:ext uri="{E40237B7-FDA0-4F09-8148-C483321AD2D9}">
          <dgm14:cNvPr xmlns:dgm14="http://schemas.microsoft.com/office/drawing/2010/diagram" id="0" name="" descr="Badge 1 outline"/>
        </a:ext>
      </dgm:extLst>
    </dgm:pt>
    <dgm:pt modelId="{C59F65BE-D569-9940-9160-AAABEC56192C}" type="pres">
      <dgm:prSet presAssocID="{C5729812-2949-A44A-A9AE-DA177BCD3932}" presName="sibTrans" presStyleCnt="0"/>
      <dgm:spPr/>
    </dgm:pt>
    <dgm:pt modelId="{B2036AAD-76B2-6C4C-A487-528867A758AF}" type="pres">
      <dgm:prSet presAssocID="{AEC76CBD-5C17-F346-9E84-4C6CDFBE0C6B}" presName="composite" presStyleCnt="0"/>
      <dgm:spPr/>
    </dgm:pt>
    <dgm:pt modelId="{B1CA0967-23E8-9D4F-B12D-CC33E6FCAC20}" type="pres">
      <dgm:prSet presAssocID="{AEC76CBD-5C17-F346-9E84-4C6CDFBE0C6B}" presName="rect1" presStyleLbl="trAlignAcc1" presStyleIdx="1" presStyleCnt="2">
        <dgm:presLayoutVars>
          <dgm:bulletEnabled val="1"/>
        </dgm:presLayoutVars>
      </dgm:prSet>
      <dgm:spPr/>
    </dgm:pt>
    <dgm:pt modelId="{AC4528FD-6124-0149-A656-D19928637C49}" type="pres">
      <dgm:prSet presAssocID="{AEC76CBD-5C17-F346-9E84-4C6CDFBE0C6B}" presName="rect2" presStyleLbl="fgImgPlace1" presStyleIdx="1" presStyleCnt="2"/>
      <dgm:spPr>
        <a:blipFill>
          <a:blip xmlns:r="http://schemas.openxmlformats.org/officeDocument/2006/relationships">
            <a:extLst>
              <a:ext uri="{96DAC541-7B7A-43D3-8B79-37D633B846F1}">
                <asvg:svgBlip xmlns:asvg="http://schemas.microsoft.com/office/drawing/2016/SVG/main" r:embed="rId4"/>
              </a:ext>
            </a:extLst>
          </a:blip>
          <a:srcRect/>
          <a:stretch>
            <a:fillRect l="-25000" r="-25000"/>
          </a:stretch>
        </a:blipFill>
      </dgm:spPr>
      <dgm:extLst>
        <a:ext uri="{E40237B7-FDA0-4F09-8148-C483321AD2D9}">
          <dgm14:cNvPr xmlns:dgm14="http://schemas.microsoft.com/office/drawing/2010/diagram" id="0" name="" descr="Badge outline"/>
        </a:ext>
      </dgm:extLst>
    </dgm:pt>
  </dgm:ptLst>
  <dgm:cxnLst>
    <dgm:cxn modelId="{3FB94C07-FA5B-AD40-A950-1A77014E2C48}" srcId="{AEC76CBD-5C17-F346-9E84-4C6CDFBE0C6B}" destId="{4172EDFA-A2F2-E848-BBE5-E57981F10163}" srcOrd="0" destOrd="0" parTransId="{7A17F3B0-D0D8-7744-B8ED-9885BF44B8A0}" sibTransId="{3CDCB319-A875-5C41-BD55-2E10A054AEFA}"/>
    <dgm:cxn modelId="{A7E7B816-3C48-D943-A89F-2A1574398934}" type="presOf" srcId="{AEC76CBD-5C17-F346-9E84-4C6CDFBE0C6B}" destId="{B1CA0967-23E8-9D4F-B12D-CC33E6FCAC20}" srcOrd="0" destOrd="0" presId="urn:microsoft.com/office/officeart/2008/layout/PictureStrips"/>
    <dgm:cxn modelId="{D0B70E31-06AD-0746-AEE4-07C6CD517787}" type="presOf" srcId="{AFA13509-E81B-BD4D-82B6-8155667C80DF}" destId="{A74FDCBC-A187-AF4C-9B2F-4234CF1AE092}" srcOrd="0" destOrd="0" presId="urn:microsoft.com/office/officeart/2008/layout/PictureStrips"/>
    <dgm:cxn modelId="{48D09562-5F69-F243-8198-672255B52FBB}" srcId="{EA5F6C40-CFEC-7C45-9B9A-D7E091D4D57C}" destId="{AEC76CBD-5C17-F346-9E84-4C6CDFBE0C6B}" srcOrd="1" destOrd="0" parTransId="{F106E47A-D054-B14C-83E1-EB617BAF52EE}" sibTransId="{17FE4BC2-AA9D-964C-83EE-4C1949E27A11}"/>
    <dgm:cxn modelId="{178F456D-E411-894F-BF01-A53E44462A63}" type="presOf" srcId="{4172EDFA-A2F2-E848-BBE5-E57981F10163}" destId="{B1CA0967-23E8-9D4F-B12D-CC33E6FCAC20}" srcOrd="0" destOrd="1" presId="urn:microsoft.com/office/officeart/2008/layout/PictureStrips"/>
    <dgm:cxn modelId="{945226BA-7F1E-3743-B33B-9F0F1D467A33}" type="presOf" srcId="{EA5F6C40-CFEC-7C45-9B9A-D7E091D4D57C}" destId="{B4C060B1-C7AD-3E4E-AAA3-FFF39B9DE12A}" srcOrd="0" destOrd="0" presId="urn:microsoft.com/office/officeart/2008/layout/PictureStrips"/>
    <dgm:cxn modelId="{2BACB5CC-B4CC-9740-8E50-0267BAC5D661}" srcId="{EA5F6C40-CFEC-7C45-9B9A-D7E091D4D57C}" destId="{AFA13509-E81B-BD4D-82B6-8155667C80DF}" srcOrd="0" destOrd="0" parTransId="{5DA525D7-DC9F-A84E-BD89-C6FB0DA68488}" sibTransId="{C5729812-2949-A44A-A9AE-DA177BCD3932}"/>
    <dgm:cxn modelId="{298C1FD1-67E8-B84F-9816-4868B37165D8}" srcId="{AFA13509-E81B-BD4D-82B6-8155667C80DF}" destId="{6CC0D9B5-CF24-504B-A7DC-5ED2893B6C44}" srcOrd="0" destOrd="0" parTransId="{042099B3-4F26-774B-B3AB-48881F64C77C}" sibTransId="{B904C0FD-5B57-C544-AEBF-4F9B6CB67FD9}"/>
    <dgm:cxn modelId="{625D6AFE-9A69-AD4C-B24F-2D54EBEC890C}" type="presOf" srcId="{6CC0D9B5-CF24-504B-A7DC-5ED2893B6C44}" destId="{A74FDCBC-A187-AF4C-9B2F-4234CF1AE092}" srcOrd="0" destOrd="1" presId="urn:microsoft.com/office/officeart/2008/layout/PictureStrips"/>
    <dgm:cxn modelId="{21A25568-66F8-BF4A-B61F-F4E758BDED17}" type="presParOf" srcId="{B4C060B1-C7AD-3E4E-AAA3-FFF39B9DE12A}" destId="{78240AE0-F30B-704A-AFBF-AF3E9D055A2A}" srcOrd="0" destOrd="0" presId="urn:microsoft.com/office/officeart/2008/layout/PictureStrips"/>
    <dgm:cxn modelId="{04AE8D7E-DB3E-4048-836D-39F262D2C2B9}" type="presParOf" srcId="{78240AE0-F30B-704A-AFBF-AF3E9D055A2A}" destId="{A74FDCBC-A187-AF4C-9B2F-4234CF1AE092}" srcOrd="0" destOrd="0" presId="urn:microsoft.com/office/officeart/2008/layout/PictureStrips"/>
    <dgm:cxn modelId="{3340109A-8E4A-CC41-A39F-F6293D28F221}" type="presParOf" srcId="{78240AE0-F30B-704A-AFBF-AF3E9D055A2A}" destId="{B7C77589-DFEA-AA4B-B01B-2DFE11CDE559}" srcOrd="1" destOrd="0" presId="urn:microsoft.com/office/officeart/2008/layout/PictureStrips"/>
    <dgm:cxn modelId="{D3D94BBD-7902-624A-A5DD-12CA5FA08296}" type="presParOf" srcId="{B4C060B1-C7AD-3E4E-AAA3-FFF39B9DE12A}" destId="{C59F65BE-D569-9940-9160-AAABEC56192C}" srcOrd="1" destOrd="0" presId="urn:microsoft.com/office/officeart/2008/layout/PictureStrips"/>
    <dgm:cxn modelId="{BC9C1D0E-9BBC-8545-8888-BAB7A7301D5F}" type="presParOf" srcId="{B4C060B1-C7AD-3E4E-AAA3-FFF39B9DE12A}" destId="{B2036AAD-76B2-6C4C-A487-528867A758AF}" srcOrd="2" destOrd="0" presId="urn:microsoft.com/office/officeart/2008/layout/PictureStrips"/>
    <dgm:cxn modelId="{7BA95CA7-40D9-2842-9D78-DAB8ACE29B9D}" type="presParOf" srcId="{B2036AAD-76B2-6C4C-A487-528867A758AF}" destId="{B1CA0967-23E8-9D4F-B12D-CC33E6FCAC20}" srcOrd="0" destOrd="0" presId="urn:microsoft.com/office/officeart/2008/layout/PictureStrips"/>
    <dgm:cxn modelId="{7BAF293B-BF3A-7644-B124-42701328F597}" type="presParOf" srcId="{B2036AAD-76B2-6C4C-A487-528867A758AF}" destId="{AC4528FD-6124-0149-A656-D19928637C49}" srcOrd="1" destOrd="0" presId="urn:microsoft.com/office/officeart/2008/layout/PictureStrip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862B6871-8A2A-C648-9E24-CA85C798F6DD}"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62A2CE2F-42C9-5A45-A1ED-1EDC0DCE7C6E}">
          <dgm:prSet custT="1"/>
          <dgm:spPr/>
          <dgm:t>
            <a:bodyPr/>
            <a:lstStyle/>
            <a:p>
              <a:pPr/>
              <a14:m>
                <m:oMathPara xmlns:m="http://schemas.openxmlformats.org/officeDocument/2006/math">
                  <m:oMathParaPr>
                    <m:jc m:val="centerGroup"/>
                  </m:oMathParaPr>
                  <m:oMath xmlns:m="http://schemas.openxmlformats.org/officeDocument/2006/math">
                    <m:sSub>
                      <m:sSubPr>
                        <m:ctrlPr>
                          <a:rPr lang="en-DK" sz="2000" i="1" smtClean="0">
                            <a:latin typeface="Cambria Math" panose="02040503050406030204" pitchFamily="18" charset="0"/>
                          </a:rPr>
                        </m:ctrlPr>
                      </m:sSubPr>
                      <m:e>
                        <m:r>
                          <m:rPr>
                            <m:sty m:val="p"/>
                          </m:rPr>
                          <a:rPr lang="en-DK" sz="2000" i="1">
                            <a:latin typeface="Cambria Math" panose="02040503050406030204" pitchFamily="18" charset="0"/>
                          </a:rPr>
                          <m:t>Σ</m:t>
                        </m:r>
                      </m:e>
                      <m:sub>
                        <m:r>
                          <a:rPr lang="en-DK" sz="2000" i="1">
                            <a:latin typeface="Cambria Math" panose="02040503050406030204" pitchFamily="18" charset="0"/>
                          </a:rPr>
                          <m:t>𝑡</m:t>
                        </m:r>
                      </m:sub>
                    </m:sSub>
                    <m:r>
                      <a:rPr lang="en-DK" sz="2000" i="1">
                        <a:latin typeface="Cambria Math" panose="02040503050406030204" pitchFamily="18" charset="0"/>
                      </a:rPr>
                      <m:t>=</m:t>
                    </m:r>
                    <m:r>
                      <a:rPr lang="en-DK" sz="2000" i="1">
                        <a:latin typeface="Cambria Math" panose="02040503050406030204" pitchFamily="18" charset="0"/>
                      </a:rPr>
                      <m:t>𝑛</m:t>
                    </m:r>
                    <m:sSub>
                      <m:sSubPr>
                        <m:ctrlPr>
                          <a:rPr lang="en-DK" sz="2000" i="1">
                            <a:latin typeface="Cambria Math" panose="02040503050406030204" pitchFamily="18" charset="0"/>
                          </a:rPr>
                        </m:ctrlPr>
                      </m:sSubPr>
                      <m:e>
                        <m:r>
                          <a:rPr lang="en-DK" sz="2000" i="1">
                            <a:latin typeface="Cambria Math" panose="02040503050406030204" pitchFamily="18" charset="0"/>
                          </a:rPr>
                          <m:t>𝜎</m:t>
                        </m:r>
                      </m:e>
                      <m:sub>
                        <m:r>
                          <a:rPr lang="en-DK" sz="2000" i="1">
                            <a:latin typeface="Cambria Math" panose="02040503050406030204" pitchFamily="18" charset="0"/>
                          </a:rPr>
                          <m:t>𝑡</m:t>
                        </m:r>
                      </m:sub>
                    </m:sSub>
                  </m:oMath>
                </m:oMathPara>
              </a14:m>
              <a:endParaRPr lang="en-DK" sz="2000" dirty="0"/>
            </a:p>
          </dgm:t>
        </dgm:pt>
      </mc:Choice>
      <mc:Fallback xmlns="">
        <dgm:pt modelId="{62A2CE2F-42C9-5A45-A1ED-1EDC0DCE7C6E}">
          <dgm:prSet custT="1"/>
          <dgm:spPr/>
          <dgm:t>
            <a:bodyPr/>
            <a:lstStyle/>
            <a:p>
              <a:r>
                <a:rPr lang="en-DK" sz="2000" i="0"/>
                <a:t>Σ_𝑡=𝑛𝜎_𝑡</a:t>
              </a:r>
              <a:endParaRPr lang="en-DK" sz="2000" dirty="0"/>
            </a:p>
          </dgm:t>
        </dgm:pt>
      </mc:Fallback>
    </mc:AlternateContent>
    <dgm:pt modelId="{57066B3A-7D50-4542-B470-8DE0BB1DE316}" type="parTrans" cxnId="{39C1E6EC-752C-C741-8610-8A93B6E2F513}">
      <dgm:prSet/>
      <dgm:spPr/>
      <dgm:t>
        <a:bodyPr/>
        <a:lstStyle/>
        <a:p>
          <a:endParaRPr lang="en-US"/>
        </a:p>
      </dgm:t>
    </dgm:pt>
    <dgm:pt modelId="{017057BA-A489-A64A-A112-B7EE746137BE}" type="sibTrans" cxnId="{39C1E6EC-752C-C741-8610-8A93B6E2F513}">
      <dgm:prSet/>
      <dgm:spPr/>
      <dgm:t>
        <a:bodyPr/>
        <a:lstStyle/>
        <a:p>
          <a:endParaRPr lang="en-US"/>
        </a:p>
      </dgm:t>
    </dgm:pt>
    <dgm:pt modelId="{4589911E-A2B4-2943-BB6B-FC942A66609E}">
      <dgm:prSet custT="1"/>
      <dgm:spPr/>
      <dgm:t>
        <a:bodyPr/>
        <a:lstStyle/>
        <a:p>
          <a:pPr>
            <a:buNone/>
          </a:pPr>
          <a:r>
            <a:rPr lang="en-US" sz="2800" dirty="0"/>
            <a:t>The macroscopic cross section</a:t>
          </a:r>
          <a:endParaRPr lang="en-DK" sz="2800" dirty="0"/>
        </a:p>
      </dgm:t>
    </dgm:pt>
    <dgm:pt modelId="{3804C333-A528-3D4B-9A04-DA4906C64F4A}" type="parTrans" cxnId="{C6338A89-8CBC-0949-9504-BA78AA7FC6C0}">
      <dgm:prSet/>
      <dgm:spPr/>
      <dgm:t>
        <a:bodyPr/>
        <a:lstStyle/>
        <a:p>
          <a:endParaRPr lang="en-US"/>
        </a:p>
      </dgm:t>
    </dgm:pt>
    <dgm:pt modelId="{95FD921D-3BF3-CF4A-93BB-25375E543B8F}" type="sibTrans" cxnId="{C6338A89-8CBC-0949-9504-BA78AA7FC6C0}">
      <dgm:prSet/>
      <dgm:spPr/>
      <dgm:t>
        <a:bodyPr/>
        <a:lstStyle/>
        <a:p>
          <a:endParaRPr lang="en-US"/>
        </a:p>
      </dgm:t>
    </dgm:pt>
    <mc:AlternateContent xmlns:mc="http://schemas.openxmlformats.org/markup-compatibility/2006" xmlns:a14="http://schemas.microsoft.com/office/drawing/2010/main">
      <mc:Choice Requires="a14">
        <dgm:pt modelId="{901CA3BF-2603-3E43-92CE-3E7C8C00FC6F}">
          <dgm:prSet custT="1"/>
          <dgm:spPr/>
          <dgm:t>
            <a:bodyPr/>
            <a:lstStyle/>
            <a:p>
              <a:pPr/>
              <a14:m>
                <m:oMathPara xmlns:m="http://schemas.openxmlformats.org/officeDocument/2006/math">
                  <m:oMathParaPr>
                    <m:jc m:val="centerGroup"/>
                  </m:oMathParaPr>
                  <m:oMath xmlns:m="http://schemas.openxmlformats.org/officeDocument/2006/math">
                    <m:r>
                      <a:rPr lang="en-DK" sz="2000" i="1" smtClean="0">
                        <a:latin typeface="Cambria Math" panose="02040503050406030204" pitchFamily="18" charset="0"/>
                      </a:rPr>
                      <m:t>𝑠</m:t>
                    </m:r>
                    <m:r>
                      <a:rPr lang="en-DK" sz="2000" i="1" smtClean="0">
                        <a:latin typeface="Cambria Math" panose="02040503050406030204" pitchFamily="18" charset="0"/>
                      </a:rPr>
                      <m:t>=−</m:t>
                    </m:r>
                    <m:f>
                      <m:fPr>
                        <m:ctrlPr>
                          <a:rPr lang="en-DK" sz="2000" i="1">
                            <a:latin typeface="Cambria Math" panose="02040503050406030204" pitchFamily="18" charset="0"/>
                          </a:rPr>
                        </m:ctrlPr>
                      </m:fPr>
                      <m:num>
                        <m:func>
                          <m:funcPr>
                            <m:ctrlPr>
                              <a:rPr lang="en-DK" sz="2000" i="1">
                                <a:latin typeface="Cambria Math" panose="02040503050406030204" pitchFamily="18" charset="0"/>
                              </a:rPr>
                            </m:ctrlPr>
                          </m:funcPr>
                          <m:fName>
                            <m:r>
                              <m:rPr>
                                <m:sty m:val="p"/>
                              </m:rPr>
                              <a:rPr lang="en-DK" sz="2000">
                                <a:latin typeface="Cambria Math" panose="02040503050406030204" pitchFamily="18" charset="0"/>
                              </a:rPr>
                              <m:t>ln</m:t>
                            </m:r>
                          </m:fName>
                          <m:e>
                            <m:r>
                              <a:rPr lang="en-DK" sz="2000" i="1">
                                <a:latin typeface="Cambria Math" panose="02040503050406030204" pitchFamily="18" charset="0"/>
                              </a:rPr>
                              <m:t>𝒰</m:t>
                            </m:r>
                          </m:e>
                        </m:func>
                      </m:num>
                      <m:den>
                        <m:sSub>
                          <m:sSubPr>
                            <m:ctrlPr>
                              <a:rPr lang="en-DK" sz="2000" i="1">
                                <a:latin typeface="Cambria Math" panose="02040503050406030204" pitchFamily="18" charset="0"/>
                              </a:rPr>
                            </m:ctrlPr>
                          </m:sSubPr>
                          <m:e>
                            <m:r>
                              <m:rPr>
                                <m:sty m:val="p"/>
                              </m:rPr>
                              <a:rPr lang="en-DK" sz="2000" i="1">
                                <a:latin typeface="Cambria Math" panose="02040503050406030204" pitchFamily="18" charset="0"/>
                              </a:rPr>
                              <m:t>Σ</m:t>
                            </m:r>
                          </m:e>
                          <m:sub>
                            <m:r>
                              <a:rPr lang="en-DK" sz="2000" i="1">
                                <a:latin typeface="Cambria Math" panose="02040503050406030204" pitchFamily="18" charset="0"/>
                              </a:rPr>
                              <m:t>𝑡</m:t>
                            </m:r>
                          </m:sub>
                        </m:sSub>
                      </m:den>
                    </m:f>
                    <m:r>
                      <a:rPr lang="da-DK" sz="2000" b="0" i="1" smtClean="0">
                        <a:latin typeface="Cambria Math" panose="02040503050406030204" pitchFamily="18" charset="0"/>
                      </a:rPr>
                      <m:t>,  </m:t>
                    </m:r>
                    <m:r>
                      <a:rPr lang="da-DK" sz="2000" b="0" i="1" smtClean="0">
                        <a:latin typeface="Cambria Math" panose="02040503050406030204" pitchFamily="18" charset="0"/>
                        <a:ea typeface="Cambria Math" panose="02040503050406030204" pitchFamily="18" charset="0"/>
                      </a:rPr>
                      <m:t>𝒰</m:t>
                    </m:r>
                    <m:r>
                      <a:rPr lang="da-DK" sz="2000" b="0" i="1" smtClean="0">
                        <a:latin typeface="Cambria Math" panose="02040503050406030204" pitchFamily="18" charset="0"/>
                        <a:ea typeface="Cambria Math" panose="02040503050406030204" pitchFamily="18" charset="0"/>
                      </a:rPr>
                      <m:t>∈(0,1]</m:t>
                    </m:r>
                  </m:oMath>
                </m:oMathPara>
              </a14:m>
              <a:endParaRPr lang="en-DK" sz="2000" dirty="0"/>
            </a:p>
          </dgm:t>
        </dgm:pt>
      </mc:Choice>
      <mc:Fallback xmlns="">
        <dgm:pt modelId="{901CA3BF-2603-3E43-92CE-3E7C8C00FC6F}">
          <dgm:prSet custT="1"/>
          <dgm:spPr/>
          <dgm:t>
            <a:bodyPr/>
            <a:lstStyle/>
            <a:p>
              <a:pPr/>
              <a:r>
                <a:rPr lang="en-DK" sz="2000" i="0">
                  <a:latin typeface="Cambria Math" panose="02040503050406030204" pitchFamily="18" charset="0"/>
                </a:rPr>
                <a:t>𝑠=−ln⁡𝒰/Σ_𝑡 </a:t>
              </a:r>
              <a:r>
                <a:rPr lang="da-DK" sz="2000" b="0" i="0">
                  <a:latin typeface="Cambria Math" panose="02040503050406030204" pitchFamily="18" charset="0"/>
                </a:rPr>
                <a:t>,  </a:t>
              </a:r>
              <a:r>
                <a:rPr lang="da-DK" sz="2000" b="0" i="0">
                  <a:latin typeface="Cambria Math" panose="02040503050406030204" pitchFamily="18" charset="0"/>
                  <a:ea typeface="Cambria Math" panose="02040503050406030204" pitchFamily="18" charset="0"/>
                </a:rPr>
                <a:t>𝒰∈(0,1]</a:t>
              </a:r>
              <a:endParaRPr lang="en-DK" sz="2000" dirty="0"/>
            </a:p>
          </dgm:t>
        </dgm:pt>
      </mc:Fallback>
    </mc:AlternateContent>
    <dgm:pt modelId="{3D3090F6-30D5-3344-B37D-C213E25419AA}" type="parTrans" cxnId="{6A10EB4D-9D43-AD46-8F00-8ED0090FC65D}">
      <dgm:prSet/>
      <dgm:spPr/>
      <dgm:t>
        <a:bodyPr/>
        <a:lstStyle/>
        <a:p>
          <a:endParaRPr lang="en-US"/>
        </a:p>
      </dgm:t>
    </dgm:pt>
    <dgm:pt modelId="{AC170D79-1731-1C46-892A-D41F7711D8FA}" type="sibTrans" cxnId="{6A10EB4D-9D43-AD46-8F00-8ED0090FC65D}">
      <dgm:prSet/>
      <dgm:spPr/>
      <dgm:t>
        <a:bodyPr/>
        <a:lstStyle/>
        <a:p>
          <a:endParaRPr lang="en-US"/>
        </a:p>
      </dgm:t>
    </dgm:pt>
    <dgm:pt modelId="{F8D9421B-8CB4-2B41-AB9A-693E1033C552}">
      <dgm:prSet custT="1"/>
      <dgm:spPr/>
      <dgm:t>
        <a:bodyPr/>
        <a:lstStyle/>
        <a:p>
          <a:pPr>
            <a:buNone/>
          </a:pPr>
          <a:r>
            <a:rPr lang="en-DK" sz="2800" dirty="0"/>
            <a:t>Sampled free-flight distance</a:t>
          </a:r>
        </a:p>
      </dgm:t>
    </dgm:pt>
    <dgm:pt modelId="{ADB77184-1EE6-A440-84C8-FECEA638B7F0}" type="parTrans" cxnId="{5A7324A7-D04F-A245-9022-F7C87D319816}">
      <dgm:prSet/>
      <dgm:spPr/>
      <dgm:t>
        <a:bodyPr/>
        <a:lstStyle/>
        <a:p>
          <a:endParaRPr lang="en-US"/>
        </a:p>
      </dgm:t>
    </dgm:pt>
    <dgm:pt modelId="{E7D0CEC9-A18E-4E4F-8B65-775F185CF588}" type="sibTrans" cxnId="{5A7324A7-D04F-A245-9022-F7C87D319816}">
      <dgm:prSet/>
      <dgm:spPr/>
      <dgm:t>
        <a:bodyPr/>
        <a:lstStyle/>
        <a:p>
          <a:endParaRPr lang="en-US"/>
        </a:p>
      </dgm:t>
    </dgm:pt>
    <mc:AlternateContent xmlns:mc="http://schemas.openxmlformats.org/markup-compatibility/2006" xmlns:a14="http://schemas.microsoft.com/office/drawing/2010/main">
      <mc:Choice Requires="a14">
        <dgm:pt modelId="{27549AAE-54DF-9E4E-8954-959D3DCE217B}">
          <dgm:prSet custT="1"/>
          <dgm:spPr/>
          <dgm:t>
            <a:bodyPr/>
            <a:lstStyle/>
            <a:p>
              <a:pPr/>
              <a14:m>
                <m:oMathPara xmlns:m="http://schemas.openxmlformats.org/officeDocument/2006/math">
                  <m:oMathParaPr>
                    <m:jc m:val="centerGroup"/>
                  </m:oMathParaPr>
                  <m:oMath xmlns:m="http://schemas.openxmlformats.org/officeDocument/2006/math">
                    <m:sSubSup>
                      <m:sSubSupPr>
                        <m:ctrlPr>
                          <a:rPr lang="en-DK" sz="2000" i="1" smtClean="0">
                            <a:latin typeface="Cambria Math" panose="02040503050406030204" pitchFamily="18" charset="0"/>
                          </a:rPr>
                        </m:ctrlPr>
                      </m:sSubSupPr>
                      <m:e>
                        <m:r>
                          <a:rPr lang="en-DK" sz="2000" i="1">
                            <a:latin typeface="Cambria Math" panose="02040503050406030204" pitchFamily="18" charset="0"/>
                          </a:rPr>
                          <m:t>𝐼</m:t>
                        </m:r>
                      </m:e>
                      <m:sub>
                        <m:r>
                          <m:rPr>
                            <m:sty m:val="p"/>
                          </m:rPr>
                          <a:rPr lang="en-DK" sz="2000">
                            <a:latin typeface="Cambria Math" panose="02040503050406030204" pitchFamily="18" charset="0"/>
                          </a:rPr>
                          <m:t>exp</m:t>
                        </m:r>
                      </m:sub>
                      <m:sup>
                        <m:r>
                          <a:rPr lang="en-DK" sz="2000" i="1">
                            <a:latin typeface="Cambria Math" panose="02040503050406030204" pitchFamily="18" charset="0"/>
                          </a:rPr>
                          <m:t>(1)</m:t>
                        </m:r>
                      </m:sup>
                    </m:sSubSup>
                    <m:r>
                      <a:rPr lang="en-DK" sz="2000" i="1">
                        <a:latin typeface="Cambria Math" panose="02040503050406030204" pitchFamily="18" charset="0"/>
                      </a:rPr>
                      <m:t>=</m:t>
                    </m:r>
                    <m:r>
                      <m:rPr>
                        <m:sty m:val="p"/>
                      </m:rPr>
                      <a:rPr lang="en-DK" sz="2000" i="1">
                        <a:latin typeface="Cambria Math" panose="02040503050406030204" pitchFamily="18" charset="0"/>
                      </a:rPr>
                      <m:t>Ψ</m:t>
                    </m:r>
                    <m:r>
                      <a:rPr lang="en-DK" sz="2000" i="1">
                        <a:latin typeface="Cambria Math" panose="02040503050406030204" pitchFamily="18" charset="0"/>
                      </a:rPr>
                      <m:t>𝑁</m:t>
                    </m:r>
                    <m:sSub>
                      <m:sSubPr>
                        <m:ctrlPr>
                          <a:rPr lang="en-DK" sz="2000" i="1">
                            <a:latin typeface="Cambria Math" panose="02040503050406030204" pitchFamily="18" charset="0"/>
                          </a:rPr>
                        </m:ctrlPr>
                      </m:sSubPr>
                      <m:e>
                        <m:r>
                          <a:rPr lang="en-DK" sz="2000" i="1">
                            <a:latin typeface="Cambria Math" panose="02040503050406030204" pitchFamily="18" charset="0"/>
                          </a:rPr>
                          <m:t>𝜎</m:t>
                        </m:r>
                      </m:e>
                      <m:sub>
                        <m:r>
                          <m:rPr>
                            <m:sty m:val="p"/>
                          </m:rPr>
                          <a:rPr lang="en-DK" sz="2000">
                            <a:latin typeface="Cambria Math" panose="02040503050406030204" pitchFamily="18" charset="0"/>
                          </a:rPr>
                          <m:t>inc</m:t>
                        </m:r>
                        <m:r>
                          <a:rPr lang="en-DK" sz="2000">
                            <a:latin typeface="Cambria Math" panose="02040503050406030204" pitchFamily="18" charset="0"/>
                          </a:rPr>
                          <m:t>,</m:t>
                        </m:r>
                        <m:r>
                          <m:rPr>
                            <m:sty m:val="p"/>
                          </m:rPr>
                          <a:rPr lang="en-DK" sz="2000">
                            <a:latin typeface="Cambria Math" panose="02040503050406030204" pitchFamily="18" charset="0"/>
                          </a:rPr>
                          <m:t>V</m:t>
                        </m:r>
                      </m:sub>
                    </m:sSub>
                    <m:f>
                      <m:fPr>
                        <m:ctrlPr>
                          <a:rPr lang="en-DK" sz="2000" i="1">
                            <a:latin typeface="Cambria Math" panose="02040503050406030204" pitchFamily="18" charset="0"/>
                          </a:rPr>
                        </m:ctrlPr>
                      </m:fPr>
                      <m:num>
                        <m:r>
                          <m:rPr>
                            <m:sty m:val="p"/>
                          </m:rPr>
                          <a:rPr lang="en-DK" sz="2000" i="1">
                            <a:latin typeface="Cambria Math" panose="02040503050406030204" pitchFamily="18" charset="0"/>
                          </a:rPr>
                          <m:t>ΔΩ</m:t>
                        </m:r>
                      </m:num>
                      <m:den>
                        <m:r>
                          <a:rPr lang="en-DK" sz="2000" i="1">
                            <a:latin typeface="Cambria Math" panose="02040503050406030204" pitchFamily="18" charset="0"/>
                          </a:rPr>
                          <m:t>4</m:t>
                        </m:r>
                        <m:r>
                          <a:rPr lang="en-DK" sz="2000" i="1">
                            <a:latin typeface="Cambria Math" panose="02040503050406030204" pitchFamily="18" charset="0"/>
                          </a:rPr>
                          <m:t>𝜋</m:t>
                        </m:r>
                      </m:den>
                    </m:f>
                  </m:oMath>
                </m:oMathPara>
              </a14:m>
              <a:endParaRPr lang="en-DK" sz="2000" dirty="0"/>
            </a:p>
          </dgm:t>
        </dgm:pt>
      </mc:Choice>
      <mc:Fallback xmlns="">
        <dgm:pt modelId="{27549AAE-54DF-9E4E-8954-959D3DCE217B}">
          <dgm:prSet custT="1"/>
          <dgm:spPr/>
          <dgm:t>
            <a:bodyPr/>
            <a:lstStyle/>
            <a:p>
              <a:r>
                <a:rPr lang="en-DK" sz="2000" i="0"/>
                <a:t>𝐼_exp^((1))=Ψ𝑁𝜎_(inc,V)  ΔΩ/4𝜋</a:t>
              </a:r>
              <a:endParaRPr lang="en-DK" sz="2000" dirty="0"/>
            </a:p>
          </dgm:t>
        </dgm:pt>
      </mc:Fallback>
    </mc:AlternateContent>
    <dgm:pt modelId="{72C89A03-4823-E44F-96C0-C200DDE301EF}" type="parTrans" cxnId="{188CCDD5-B7CE-5944-A56A-4CCC2B51F10A}">
      <dgm:prSet/>
      <dgm:spPr/>
      <dgm:t>
        <a:bodyPr/>
        <a:lstStyle/>
        <a:p>
          <a:endParaRPr lang="en-US"/>
        </a:p>
      </dgm:t>
    </dgm:pt>
    <dgm:pt modelId="{CFDDF15F-2BFB-4D42-83D6-DA5269396FA7}" type="sibTrans" cxnId="{188CCDD5-B7CE-5944-A56A-4CCC2B51F10A}">
      <dgm:prSet/>
      <dgm:spPr/>
      <dgm:t>
        <a:bodyPr/>
        <a:lstStyle/>
        <a:p>
          <a:endParaRPr lang="en-US"/>
        </a:p>
      </dgm:t>
    </dgm:pt>
    <dgm:pt modelId="{1E96B065-1042-9A45-B6A6-E84EDB9357B1}">
      <dgm:prSet custT="1"/>
      <dgm:spPr/>
      <dgm:t>
        <a:bodyPr/>
        <a:lstStyle/>
        <a:p>
          <a:pPr>
            <a:buNone/>
          </a:pPr>
          <a:r>
            <a:rPr lang="en-DK" sz="2800" dirty="0"/>
            <a:t>Expected single-scattering intensity</a:t>
          </a:r>
        </a:p>
      </dgm:t>
    </dgm:pt>
    <dgm:pt modelId="{5EF6F28D-F54E-C345-936E-94228984CB29}" type="parTrans" cxnId="{A13AB68C-8959-1A4C-8C5B-732DAA670116}">
      <dgm:prSet/>
      <dgm:spPr/>
      <dgm:t>
        <a:bodyPr/>
        <a:lstStyle/>
        <a:p>
          <a:endParaRPr lang="en-US"/>
        </a:p>
      </dgm:t>
    </dgm:pt>
    <dgm:pt modelId="{0DDB8904-E3C2-1B4D-85B0-938B96499B03}" type="sibTrans" cxnId="{A13AB68C-8959-1A4C-8C5B-732DAA670116}">
      <dgm:prSet/>
      <dgm:spPr/>
      <dgm:t>
        <a:bodyPr/>
        <a:lstStyle/>
        <a:p>
          <a:endParaRPr lang="en-US"/>
        </a:p>
      </dgm:t>
    </dgm:pt>
    <mc:AlternateContent xmlns:mc="http://schemas.openxmlformats.org/markup-compatibility/2006" xmlns:a14="http://schemas.microsoft.com/office/drawing/2010/main">
      <mc:Choice Requires="a14">
        <dgm:pt modelId="{27E5B125-957E-3D4C-A30A-5EBC5B6BEFCD}">
          <dgm:prSet custT="1"/>
          <dgm:spPr/>
          <dgm:t>
            <a:bodyPr/>
            <a:lstStyle/>
            <a:p>
              <a:pPr/>
              <a14:m>
                <m:oMathPara xmlns:m="http://schemas.openxmlformats.org/officeDocument/2006/math">
                  <m:oMathParaPr>
                    <m:jc m:val="centerGroup"/>
                  </m:oMathParaPr>
                  <m:oMath xmlns:m="http://schemas.openxmlformats.org/officeDocument/2006/math">
                    <m:r>
                      <a:rPr lang="en-DK" sz="2000" i="1" smtClean="0">
                        <a:latin typeface="Cambria Math" panose="02040503050406030204" pitchFamily="18" charset="0"/>
                      </a:rPr>
                      <m:t>𝑅</m:t>
                    </m:r>
                    <m:r>
                      <a:rPr lang="en-DK" sz="2000" i="1" smtClean="0">
                        <a:latin typeface="Cambria Math" panose="02040503050406030204" pitchFamily="18" charset="0"/>
                      </a:rPr>
                      <m:t>=</m:t>
                    </m:r>
                    <m:f>
                      <m:fPr>
                        <m:ctrlPr>
                          <a:rPr lang="en-DK" sz="2000" i="1">
                            <a:latin typeface="Cambria Math" panose="02040503050406030204" pitchFamily="18" charset="0"/>
                          </a:rPr>
                        </m:ctrlPr>
                      </m:fPr>
                      <m:num>
                        <m:sSubSup>
                          <m:sSubSupPr>
                            <m:ctrlPr>
                              <a:rPr lang="en-DK" sz="2000" i="1">
                                <a:latin typeface="Cambria Math" panose="02040503050406030204" pitchFamily="18" charset="0"/>
                              </a:rPr>
                            </m:ctrlPr>
                          </m:sSubSupPr>
                          <m:e>
                            <m:r>
                              <a:rPr lang="en-DK" sz="2000" i="1">
                                <a:latin typeface="Cambria Math" panose="02040503050406030204" pitchFamily="18" charset="0"/>
                              </a:rPr>
                              <m:t>𝐼</m:t>
                            </m:r>
                          </m:e>
                          <m:sub>
                            <m:r>
                              <m:rPr>
                                <m:sty m:val="p"/>
                              </m:rPr>
                              <a:rPr lang="en-DK" sz="2000">
                                <a:latin typeface="Cambria Math" panose="02040503050406030204" pitchFamily="18" charset="0"/>
                              </a:rPr>
                              <m:t>obs</m:t>
                            </m:r>
                          </m:sub>
                          <m:sup>
                            <m:r>
                              <a:rPr lang="en-DK" sz="2000" i="1">
                                <a:latin typeface="Cambria Math" panose="02040503050406030204" pitchFamily="18" charset="0"/>
                              </a:rPr>
                              <m:t>(1)</m:t>
                            </m:r>
                          </m:sup>
                        </m:sSubSup>
                      </m:num>
                      <m:den>
                        <m:sSubSup>
                          <m:sSubSupPr>
                            <m:ctrlPr>
                              <a:rPr lang="en-DK" sz="2000" i="1">
                                <a:latin typeface="Cambria Math" panose="02040503050406030204" pitchFamily="18" charset="0"/>
                              </a:rPr>
                            </m:ctrlPr>
                          </m:sSubSupPr>
                          <m:e>
                            <m:r>
                              <a:rPr lang="en-DK" sz="2000" i="1">
                                <a:latin typeface="Cambria Math" panose="02040503050406030204" pitchFamily="18" charset="0"/>
                              </a:rPr>
                              <m:t>𝐼</m:t>
                            </m:r>
                          </m:e>
                          <m:sub>
                            <m:r>
                              <m:rPr>
                                <m:sty m:val="p"/>
                              </m:rPr>
                              <a:rPr lang="en-DK" sz="2000">
                                <a:latin typeface="Cambria Math" panose="02040503050406030204" pitchFamily="18" charset="0"/>
                              </a:rPr>
                              <m:t>exp</m:t>
                            </m:r>
                          </m:sub>
                          <m:sup>
                            <m:r>
                              <a:rPr lang="en-DK" sz="2000" i="1">
                                <a:latin typeface="Cambria Math" panose="02040503050406030204" pitchFamily="18" charset="0"/>
                              </a:rPr>
                              <m:t>(1)</m:t>
                            </m:r>
                          </m:sup>
                        </m:sSubSup>
                      </m:den>
                    </m:f>
                  </m:oMath>
                </m:oMathPara>
              </a14:m>
              <a:endParaRPr lang="en-DK" sz="2000" dirty="0"/>
            </a:p>
          </dgm:t>
        </dgm:pt>
      </mc:Choice>
      <mc:Fallback xmlns="">
        <dgm:pt modelId="{27E5B125-957E-3D4C-A30A-5EBC5B6BEFCD}">
          <dgm:prSet custT="1"/>
          <dgm:spPr/>
          <dgm:t>
            <a:bodyPr/>
            <a:lstStyle/>
            <a:p>
              <a:r>
                <a:rPr lang="en-DK" sz="2000" i="0"/>
                <a:t>𝑅=(𝐼_obs^((1)))/(𝐼_exp^((1)) )</a:t>
              </a:r>
              <a:endParaRPr lang="en-DK" sz="2000" dirty="0"/>
            </a:p>
          </dgm:t>
        </dgm:pt>
      </mc:Fallback>
    </mc:AlternateContent>
    <dgm:pt modelId="{BDC4B490-09B7-7248-A590-7BD439BC966C}" type="parTrans" cxnId="{BD80EC9A-F7E1-A44F-8EF3-441FB7FC16F0}">
      <dgm:prSet/>
      <dgm:spPr/>
      <dgm:t>
        <a:bodyPr/>
        <a:lstStyle/>
        <a:p>
          <a:endParaRPr lang="en-US"/>
        </a:p>
      </dgm:t>
    </dgm:pt>
    <dgm:pt modelId="{7B1FD400-5BD3-F148-A3A2-C7E3B6F4CF12}" type="sibTrans" cxnId="{BD80EC9A-F7E1-A44F-8EF3-441FB7FC16F0}">
      <dgm:prSet/>
      <dgm:spPr/>
      <dgm:t>
        <a:bodyPr/>
        <a:lstStyle/>
        <a:p>
          <a:endParaRPr lang="en-US"/>
        </a:p>
      </dgm:t>
    </dgm:pt>
    <dgm:pt modelId="{D9DF0807-E589-5F45-AF1D-59D81505BDC1}">
      <dgm:prSet custT="1"/>
      <dgm:spPr/>
      <dgm:t>
        <a:bodyPr/>
        <a:lstStyle/>
        <a:p>
          <a:pPr>
            <a:buNone/>
          </a:pPr>
          <a:r>
            <a:rPr lang="en-DK" sz="2800" dirty="0"/>
            <a:t>Observed-to-expected ratio</a:t>
          </a:r>
        </a:p>
      </dgm:t>
    </dgm:pt>
    <dgm:pt modelId="{40C924EB-3F07-4146-BB3A-4E9D72D9C3FF}" type="parTrans" cxnId="{AB36E4C6-5113-0B49-8BF0-92E967162037}">
      <dgm:prSet/>
      <dgm:spPr/>
      <dgm:t>
        <a:bodyPr/>
        <a:lstStyle/>
        <a:p>
          <a:endParaRPr lang="en-US"/>
        </a:p>
      </dgm:t>
    </dgm:pt>
    <dgm:pt modelId="{1CDE44CA-A86F-B64B-AF94-500289DC7EC8}" type="sibTrans" cxnId="{AB36E4C6-5113-0B49-8BF0-92E967162037}">
      <dgm:prSet/>
      <dgm:spPr/>
      <dgm:t>
        <a:bodyPr/>
        <a:lstStyle/>
        <a:p>
          <a:endParaRPr lang="en-US"/>
        </a:p>
      </dgm:t>
    </dgm:pt>
    <dgm:pt modelId="{180103D0-D7D4-6643-A876-DE9BC8064574}" type="pres">
      <dgm:prSet presAssocID="{862B6871-8A2A-C648-9E24-CA85C798F6DD}" presName="Name0" presStyleCnt="0">
        <dgm:presLayoutVars>
          <dgm:dir/>
          <dgm:animLvl val="lvl"/>
          <dgm:resizeHandles val="exact"/>
        </dgm:presLayoutVars>
      </dgm:prSet>
      <dgm:spPr/>
    </dgm:pt>
    <dgm:pt modelId="{B54C1BD3-B586-284E-BD71-D12866D8545B}" type="pres">
      <dgm:prSet presAssocID="{62A2CE2F-42C9-5A45-A1ED-1EDC0DCE7C6E}" presName="linNode" presStyleCnt="0"/>
      <dgm:spPr/>
    </dgm:pt>
    <dgm:pt modelId="{E0A02BEB-33BD-9B4A-8053-C2D8BE496F33}" type="pres">
      <dgm:prSet presAssocID="{62A2CE2F-42C9-5A45-A1ED-1EDC0DCE7C6E}" presName="parentText" presStyleLbl="node1" presStyleIdx="0" presStyleCnt="4">
        <dgm:presLayoutVars>
          <dgm:chMax val="1"/>
          <dgm:bulletEnabled val="1"/>
        </dgm:presLayoutVars>
      </dgm:prSet>
      <dgm:spPr/>
    </dgm:pt>
    <dgm:pt modelId="{4C5F2305-DEC7-E94A-9F41-3DC1E39C222F}" type="pres">
      <dgm:prSet presAssocID="{62A2CE2F-42C9-5A45-A1ED-1EDC0DCE7C6E}" presName="descendantText" presStyleLbl="alignAccFollowNode1" presStyleIdx="0" presStyleCnt="4">
        <dgm:presLayoutVars>
          <dgm:bulletEnabled val="1"/>
        </dgm:presLayoutVars>
      </dgm:prSet>
      <dgm:spPr/>
    </dgm:pt>
    <dgm:pt modelId="{54EE65AC-6E95-FA4A-938A-AC93D218560A}" type="pres">
      <dgm:prSet presAssocID="{017057BA-A489-A64A-A112-B7EE746137BE}" presName="sp" presStyleCnt="0"/>
      <dgm:spPr/>
    </dgm:pt>
    <dgm:pt modelId="{D8FA22F7-7B16-2F4A-96ED-91E6BBC6B937}" type="pres">
      <dgm:prSet presAssocID="{901CA3BF-2603-3E43-92CE-3E7C8C00FC6F}" presName="linNode" presStyleCnt="0"/>
      <dgm:spPr/>
    </dgm:pt>
    <dgm:pt modelId="{A6EC7314-7CD6-674C-9233-932F91AB28F4}" type="pres">
      <dgm:prSet presAssocID="{901CA3BF-2603-3E43-92CE-3E7C8C00FC6F}" presName="parentText" presStyleLbl="node1" presStyleIdx="1" presStyleCnt="4">
        <dgm:presLayoutVars>
          <dgm:chMax val="1"/>
          <dgm:bulletEnabled val="1"/>
        </dgm:presLayoutVars>
      </dgm:prSet>
      <dgm:spPr/>
    </dgm:pt>
    <dgm:pt modelId="{35BA1301-0431-3242-AEC8-DADC638DF515}" type="pres">
      <dgm:prSet presAssocID="{901CA3BF-2603-3E43-92CE-3E7C8C00FC6F}" presName="descendantText" presStyleLbl="alignAccFollowNode1" presStyleIdx="1" presStyleCnt="4">
        <dgm:presLayoutVars>
          <dgm:bulletEnabled val="1"/>
        </dgm:presLayoutVars>
      </dgm:prSet>
      <dgm:spPr/>
    </dgm:pt>
    <dgm:pt modelId="{532C0533-C9B7-2C42-999C-F7DAFBE4A952}" type="pres">
      <dgm:prSet presAssocID="{AC170D79-1731-1C46-892A-D41F7711D8FA}" presName="sp" presStyleCnt="0"/>
      <dgm:spPr/>
    </dgm:pt>
    <dgm:pt modelId="{13CA5773-BC56-124F-81E3-8B16DBC55F52}" type="pres">
      <dgm:prSet presAssocID="{27549AAE-54DF-9E4E-8954-959D3DCE217B}" presName="linNode" presStyleCnt="0"/>
      <dgm:spPr/>
    </dgm:pt>
    <dgm:pt modelId="{C1608598-F642-2D4B-952D-1949748B486F}" type="pres">
      <dgm:prSet presAssocID="{27549AAE-54DF-9E4E-8954-959D3DCE217B}" presName="parentText" presStyleLbl="node1" presStyleIdx="2" presStyleCnt="4">
        <dgm:presLayoutVars>
          <dgm:chMax val="1"/>
          <dgm:bulletEnabled val="1"/>
        </dgm:presLayoutVars>
      </dgm:prSet>
      <dgm:spPr/>
    </dgm:pt>
    <dgm:pt modelId="{64117DD4-603F-6F46-9AED-BC6743D1CD47}" type="pres">
      <dgm:prSet presAssocID="{27549AAE-54DF-9E4E-8954-959D3DCE217B}" presName="descendantText" presStyleLbl="alignAccFollowNode1" presStyleIdx="2" presStyleCnt="4">
        <dgm:presLayoutVars>
          <dgm:bulletEnabled val="1"/>
        </dgm:presLayoutVars>
      </dgm:prSet>
      <dgm:spPr/>
    </dgm:pt>
    <dgm:pt modelId="{E4F77809-84D3-3649-95B4-1F3C39DB0713}" type="pres">
      <dgm:prSet presAssocID="{CFDDF15F-2BFB-4D42-83D6-DA5269396FA7}" presName="sp" presStyleCnt="0"/>
      <dgm:spPr/>
    </dgm:pt>
    <dgm:pt modelId="{9E21EC6D-31F2-454D-9B1D-AE1263779B97}" type="pres">
      <dgm:prSet presAssocID="{27E5B125-957E-3D4C-A30A-5EBC5B6BEFCD}" presName="linNode" presStyleCnt="0"/>
      <dgm:spPr/>
    </dgm:pt>
    <dgm:pt modelId="{19F10242-B6E8-AD43-9031-6517059EE7B5}" type="pres">
      <dgm:prSet presAssocID="{27E5B125-957E-3D4C-A30A-5EBC5B6BEFCD}" presName="parentText" presStyleLbl="node1" presStyleIdx="3" presStyleCnt="4">
        <dgm:presLayoutVars>
          <dgm:chMax val="1"/>
          <dgm:bulletEnabled val="1"/>
        </dgm:presLayoutVars>
      </dgm:prSet>
      <dgm:spPr/>
    </dgm:pt>
    <dgm:pt modelId="{E24E64B1-97BC-2046-BB59-EF402514CDF1}" type="pres">
      <dgm:prSet presAssocID="{27E5B125-957E-3D4C-A30A-5EBC5B6BEFCD}" presName="descendantText" presStyleLbl="alignAccFollowNode1" presStyleIdx="3" presStyleCnt="4">
        <dgm:presLayoutVars>
          <dgm:bulletEnabled val="1"/>
        </dgm:presLayoutVars>
      </dgm:prSet>
      <dgm:spPr/>
    </dgm:pt>
  </dgm:ptLst>
  <dgm:cxnLst>
    <dgm:cxn modelId="{9D655E00-DF33-154B-8EA6-C9CF8948C6DE}" type="presOf" srcId="{62A2CE2F-42C9-5A45-A1ED-1EDC0DCE7C6E}" destId="{E0A02BEB-33BD-9B4A-8053-C2D8BE496F33}" srcOrd="0" destOrd="0" presId="urn:microsoft.com/office/officeart/2005/8/layout/vList5"/>
    <dgm:cxn modelId="{17C41D06-3266-884E-A34C-F9082756215A}" type="presOf" srcId="{901CA3BF-2603-3E43-92CE-3E7C8C00FC6F}" destId="{A6EC7314-7CD6-674C-9233-932F91AB28F4}" srcOrd="0" destOrd="0" presId="urn:microsoft.com/office/officeart/2005/8/layout/vList5"/>
    <dgm:cxn modelId="{D053E417-7DA0-3546-86E5-67327329A92E}" type="presOf" srcId="{F8D9421B-8CB4-2B41-AB9A-693E1033C552}" destId="{35BA1301-0431-3242-AEC8-DADC638DF515}" srcOrd="0" destOrd="0" presId="urn:microsoft.com/office/officeart/2005/8/layout/vList5"/>
    <dgm:cxn modelId="{6A10EB4D-9D43-AD46-8F00-8ED0090FC65D}" srcId="{862B6871-8A2A-C648-9E24-CA85C798F6DD}" destId="{901CA3BF-2603-3E43-92CE-3E7C8C00FC6F}" srcOrd="1" destOrd="0" parTransId="{3D3090F6-30D5-3344-B37D-C213E25419AA}" sibTransId="{AC170D79-1731-1C46-892A-D41F7711D8FA}"/>
    <dgm:cxn modelId="{EC6E6960-7CE5-AE4F-A8F2-7C691DE75C8E}" type="presOf" srcId="{1E96B065-1042-9A45-B6A6-E84EDB9357B1}" destId="{64117DD4-603F-6F46-9AED-BC6743D1CD47}" srcOrd="0" destOrd="0" presId="urn:microsoft.com/office/officeart/2005/8/layout/vList5"/>
    <dgm:cxn modelId="{F8DB6066-CF51-F445-8C53-7A1E048FB585}" type="presOf" srcId="{862B6871-8A2A-C648-9E24-CA85C798F6DD}" destId="{180103D0-D7D4-6643-A876-DE9BC8064574}" srcOrd="0" destOrd="0" presId="urn:microsoft.com/office/officeart/2005/8/layout/vList5"/>
    <dgm:cxn modelId="{21A80176-53A6-8648-A782-D17791AFDE60}" type="presOf" srcId="{4589911E-A2B4-2943-BB6B-FC942A66609E}" destId="{4C5F2305-DEC7-E94A-9F41-3DC1E39C222F}" srcOrd="0" destOrd="0" presId="urn:microsoft.com/office/officeart/2005/8/layout/vList5"/>
    <dgm:cxn modelId="{C6338A89-8CBC-0949-9504-BA78AA7FC6C0}" srcId="{62A2CE2F-42C9-5A45-A1ED-1EDC0DCE7C6E}" destId="{4589911E-A2B4-2943-BB6B-FC942A66609E}" srcOrd="0" destOrd="0" parTransId="{3804C333-A528-3D4B-9A04-DA4906C64F4A}" sibTransId="{95FD921D-3BF3-CF4A-93BB-25375E543B8F}"/>
    <dgm:cxn modelId="{A13AB68C-8959-1A4C-8C5B-732DAA670116}" srcId="{27549AAE-54DF-9E4E-8954-959D3DCE217B}" destId="{1E96B065-1042-9A45-B6A6-E84EDB9357B1}" srcOrd="0" destOrd="0" parTransId="{5EF6F28D-F54E-C345-936E-94228984CB29}" sibTransId="{0DDB8904-E3C2-1B4D-85B0-938B96499B03}"/>
    <dgm:cxn modelId="{BD80EC9A-F7E1-A44F-8EF3-441FB7FC16F0}" srcId="{862B6871-8A2A-C648-9E24-CA85C798F6DD}" destId="{27E5B125-957E-3D4C-A30A-5EBC5B6BEFCD}" srcOrd="3" destOrd="0" parTransId="{BDC4B490-09B7-7248-A590-7BD439BC966C}" sibTransId="{7B1FD400-5BD3-F148-A3A2-C7E3B6F4CF12}"/>
    <dgm:cxn modelId="{5A7324A7-D04F-A245-9022-F7C87D319816}" srcId="{901CA3BF-2603-3E43-92CE-3E7C8C00FC6F}" destId="{F8D9421B-8CB4-2B41-AB9A-693E1033C552}" srcOrd="0" destOrd="0" parTransId="{ADB77184-1EE6-A440-84C8-FECEA638B7F0}" sibTransId="{E7D0CEC9-A18E-4E4F-8B65-775F185CF588}"/>
    <dgm:cxn modelId="{AB36E4C6-5113-0B49-8BF0-92E967162037}" srcId="{27E5B125-957E-3D4C-A30A-5EBC5B6BEFCD}" destId="{D9DF0807-E589-5F45-AF1D-59D81505BDC1}" srcOrd="0" destOrd="0" parTransId="{40C924EB-3F07-4146-BB3A-4E9D72D9C3FF}" sibTransId="{1CDE44CA-A86F-B64B-AF94-500289DC7EC8}"/>
    <dgm:cxn modelId="{421FD0CF-BC38-4843-BF34-317C3180A3B4}" type="presOf" srcId="{27E5B125-957E-3D4C-A30A-5EBC5B6BEFCD}" destId="{19F10242-B6E8-AD43-9031-6517059EE7B5}" srcOrd="0" destOrd="0" presId="urn:microsoft.com/office/officeart/2005/8/layout/vList5"/>
    <dgm:cxn modelId="{188CCDD5-B7CE-5944-A56A-4CCC2B51F10A}" srcId="{862B6871-8A2A-C648-9E24-CA85C798F6DD}" destId="{27549AAE-54DF-9E4E-8954-959D3DCE217B}" srcOrd="2" destOrd="0" parTransId="{72C89A03-4823-E44F-96C0-C200DDE301EF}" sibTransId="{CFDDF15F-2BFB-4D42-83D6-DA5269396FA7}"/>
    <dgm:cxn modelId="{7D3635E0-BA14-554B-B129-8C4A2F4B4859}" type="presOf" srcId="{D9DF0807-E589-5F45-AF1D-59D81505BDC1}" destId="{E24E64B1-97BC-2046-BB59-EF402514CDF1}" srcOrd="0" destOrd="0" presId="urn:microsoft.com/office/officeart/2005/8/layout/vList5"/>
    <dgm:cxn modelId="{39C1E6EC-752C-C741-8610-8A93B6E2F513}" srcId="{862B6871-8A2A-C648-9E24-CA85C798F6DD}" destId="{62A2CE2F-42C9-5A45-A1ED-1EDC0DCE7C6E}" srcOrd="0" destOrd="0" parTransId="{57066B3A-7D50-4542-B470-8DE0BB1DE316}" sibTransId="{017057BA-A489-A64A-A112-B7EE746137BE}"/>
    <dgm:cxn modelId="{01BE0AF7-2F53-FE43-B71D-E7800FA3D4F1}" type="presOf" srcId="{27549AAE-54DF-9E4E-8954-959D3DCE217B}" destId="{C1608598-F642-2D4B-952D-1949748B486F}" srcOrd="0" destOrd="0" presId="urn:microsoft.com/office/officeart/2005/8/layout/vList5"/>
    <dgm:cxn modelId="{0DACE156-9341-DA4F-ADD5-2694F11A34EC}" type="presParOf" srcId="{180103D0-D7D4-6643-A876-DE9BC8064574}" destId="{B54C1BD3-B586-284E-BD71-D12866D8545B}" srcOrd="0" destOrd="0" presId="urn:microsoft.com/office/officeart/2005/8/layout/vList5"/>
    <dgm:cxn modelId="{BF3759C8-9E9B-E448-B1F7-D2885A623872}" type="presParOf" srcId="{B54C1BD3-B586-284E-BD71-D12866D8545B}" destId="{E0A02BEB-33BD-9B4A-8053-C2D8BE496F33}" srcOrd="0" destOrd="0" presId="urn:microsoft.com/office/officeart/2005/8/layout/vList5"/>
    <dgm:cxn modelId="{6DF442E8-0475-3B4E-9D10-80D27F2697FB}" type="presParOf" srcId="{B54C1BD3-B586-284E-BD71-D12866D8545B}" destId="{4C5F2305-DEC7-E94A-9F41-3DC1E39C222F}" srcOrd="1" destOrd="0" presId="urn:microsoft.com/office/officeart/2005/8/layout/vList5"/>
    <dgm:cxn modelId="{9DA1B3C0-6A2E-7647-AC1D-F6D2ACE25536}" type="presParOf" srcId="{180103D0-D7D4-6643-A876-DE9BC8064574}" destId="{54EE65AC-6E95-FA4A-938A-AC93D218560A}" srcOrd="1" destOrd="0" presId="urn:microsoft.com/office/officeart/2005/8/layout/vList5"/>
    <dgm:cxn modelId="{2C3A29D0-BE82-514B-91D1-24FB8527F164}" type="presParOf" srcId="{180103D0-D7D4-6643-A876-DE9BC8064574}" destId="{D8FA22F7-7B16-2F4A-96ED-91E6BBC6B937}" srcOrd="2" destOrd="0" presId="urn:microsoft.com/office/officeart/2005/8/layout/vList5"/>
    <dgm:cxn modelId="{46E0CBF0-27FC-2948-B9BD-6F4CB6D496D7}" type="presParOf" srcId="{D8FA22F7-7B16-2F4A-96ED-91E6BBC6B937}" destId="{A6EC7314-7CD6-674C-9233-932F91AB28F4}" srcOrd="0" destOrd="0" presId="urn:microsoft.com/office/officeart/2005/8/layout/vList5"/>
    <dgm:cxn modelId="{787F7712-7063-5E4C-943C-1A93B50D5B80}" type="presParOf" srcId="{D8FA22F7-7B16-2F4A-96ED-91E6BBC6B937}" destId="{35BA1301-0431-3242-AEC8-DADC638DF515}" srcOrd="1" destOrd="0" presId="urn:microsoft.com/office/officeart/2005/8/layout/vList5"/>
    <dgm:cxn modelId="{A012709D-C6FA-1648-A9D2-5BA3C42270B7}" type="presParOf" srcId="{180103D0-D7D4-6643-A876-DE9BC8064574}" destId="{532C0533-C9B7-2C42-999C-F7DAFBE4A952}" srcOrd="3" destOrd="0" presId="urn:microsoft.com/office/officeart/2005/8/layout/vList5"/>
    <dgm:cxn modelId="{D13BAC3F-573C-A74E-8B44-7517B3375F6B}" type="presParOf" srcId="{180103D0-D7D4-6643-A876-DE9BC8064574}" destId="{13CA5773-BC56-124F-81E3-8B16DBC55F52}" srcOrd="4" destOrd="0" presId="urn:microsoft.com/office/officeart/2005/8/layout/vList5"/>
    <dgm:cxn modelId="{FDCD09D7-7B39-E541-9BA1-6A068AF28DE5}" type="presParOf" srcId="{13CA5773-BC56-124F-81E3-8B16DBC55F52}" destId="{C1608598-F642-2D4B-952D-1949748B486F}" srcOrd="0" destOrd="0" presId="urn:microsoft.com/office/officeart/2005/8/layout/vList5"/>
    <dgm:cxn modelId="{70722749-830D-BE4D-8563-CD458B6A9A88}" type="presParOf" srcId="{13CA5773-BC56-124F-81E3-8B16DBC55F52}" destId="{64117DD4-603F-6F46-9AED-BC6743D1CD47}" srcOrd="1" destOrd="0" presId="urn:microsoft.com/office/officeart/2005/8/layout/vList5"/>
    <dgm:cxn modelId="{B12D4793-BA90-1E46-9155-A775541164E7}" type="presParOf" srcId="{180103D0-D7D4-6643-A876-DE9BC8064574}" destId="{E4F77809-84D3-3649-95B4-1F3C39DB0713}" srcOrd="5" destOrd="0" presId="urn:microsoft.com/office/officeart/2005/8/layout/vList5"/>
    <dgm:cxn modelId="{68792720-DEC6-7147-8BDD-72B4C9BAF202}" type="presParOf" srcId="{180103D0-D7D4-6643-A876-DE9BC8064574}" destId="{9E21EC6D-31F2-454D-9B1D-AE1263779B97}" srcOrd="6" destOrd="0" presId="urn:microsoft.com/office/officeart/2005/8/layout/vList5"/>
    <dgm:cxn modelId="{21265E50-E14D-7B4C-836C-A056319F93F3}" type="presParOf" srcId="{9E21EC6D-31F2-454D-9B1D-AE1263779B97}" destId="{19F10242-B6E8-AD43-9031-6517059EE7B5}" srcOrd="0" destOrd="0" presId="urn:microsoft.com/office/officeart/2005/8/layout/vList5"/>
    <dgm:cxn modelId="{9CFC8F95-6D9A-D446-82F1-28D5F72C8EB4}" type="presParOf" srcId="{9E21EC6D-31F2-454D-9B1D-AE1263779B97}" destId="{E24E64B1-97BC-2046-BB59-EF402514CDF1}" srcOrd="1" destOrd="0" presId="urn:microsoft.com/office/officeart/2005/8/layout/vList5"/>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862B6871-8A2A-C648-9E24-CA85C798F6DD}"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62A2CE2F-42C9-5A45-A1ED-1EDC0DCE7C6E}">
      <dgm:prSet custT="1"/>
      <dgm:spPr>
        <a:blipFill>
          <a:blip xmlns:r="http://schemas.openxmlformats.org/officeDocument/2006/relationships" r:embed="rId1"/>
          <a:stretch>
            <a:fillRect/>
          </a:stretch>
        </a:blipFill>
      </dgm:spPr>
      <dgm:t>
        <a:bodyPr/>
        <a:lstStyle/>
        <a:p>
          <a:r>
            <a:rPr lang="en-US">
              <a:noFill/>
            </a:rPr>
            <a:t> </a:t>
          </a:r>
        </a:p>
      </dgm:t>
    </dgm:pt>
    <dgm:pt modelId="{57066B3A-7D50-4542-B470-8DE0BB1DE316}" type="parTrans" cxnId="{39C1E6EC-752C-C741-8610-8A93B6E2F513}">
      <dgm:prSet/>
      <dgm:spPr/>
      <dgm:t>
        <a:bodyPr/>
        <a:lstStyle/>
        <a:p>
          <a:endParaRPr lang="en-US"/>
        </a:p>
      </dgm:t>
    </dgm:pt>
    <dgm:pt modelId="{017057BA-A489-A64A-A112-B7EE746137BE}" type="sibTrans" cxnId="{39C1E6EC-752C-C741-8610-8A93B6E2F513}">
      <dgm:prSet/>
      <dgm:spPr/>
      <dgm:t>
        <a:bodyPr/>
        <a:lstStyle/>
        <a:p>
          <a:endParaRPr lang="en-US"/>
        </a:p>
      </dgm:t>
    </dgm:pt>
    <dgm:pt modelId="{4589911E-A2B4-2943-BB6B-FC942A66609E}">
      <dgm:prSet custT="1"/>
      <dgm:spPr/>
      <dgm:t>
        <a:bodyPr/>
        <a:lstStyle/>
        <a:p>
          <a:pPr>
            <a:buNone/>
          </a:pPr>
          <a:r>
            <a:rPr lang="en-US" sz="2800" dirty="0"/>
            <a:t>The macroscopic cross section</a:t>
          </a:r>
          <a:endParaRPr lang="en-DK" sz="2800" dirty="0"/>
        </a:p>
      </dgm:t>
    </dgm:pt>
    <dgm:pt modelId="{3804C333-A528-3D4B-9A04-DA4906C64F4A}" type="parTrans" cxnId="{C6338A89-8CBC-0949-9504-BA78AA7FC6C0}">
      <dgm:prSet/>
      <dgm:spPr/>
      <dgm:t>
        <a:bodyPr/>
        <a:lstStyle/>
        <a:p>
          <a:endParaRPr lang="en-US"/>
        </a:p>
      </dgm:t>
    </dgm:pt>
    <dgm:pt modelId="{95FD921D-3BF3-CF4A-93BB-25375E543B8F}" type="sibTrans" cxnId="{C6338A89-8CBC-0949-9504-BA78AA7FC6C0}">
      <dgm:prSet/>
      <dgm:spPr/>
      <dgm:t>
        <a:bodyPr/>
        <a:lstStyle/>
        <a:p>
          <a:endParaRPr lang="en-US"/>
        </a:p>
      </dgm:t>
    </dgm:pt>
    <dgm:pt modelId="{901CA3BF-2603-3E43-92CE-3E7C8C00FC6F}">
      <dgm:prSet custT="1"/>
      <dgm:spPr>
        <a:blipFill>
          <a:blip xmlns:r="http://schemas.openxmlformats.org/officeDocument/2006/relationships" r:embed="rId2"/>
          <a:stretch>
            <a:fillRect/>
          </a:stretch>
        </a:blipFill>
      </dgm:spPr>
      <dgm:t>
        <a:bodyPr/>
        <a:lstStyle/>
        <a:p>
          <a:r>
            <a:rPr lang="en-US">
              <a:noFill/>
            </a:rPr>
            <a:t> </a:t>
          </a:r>
        </a:p>
      </dgm:t>
    </dgm:pt>
    <dgm:pt modelId="{3D3090F6-30D5-3344-B37D-C213E25419AA}" type="parTrans" cxnId="{6A10EB4D-9D43-AD46-8F00-8ED0090FC65D}">
      <dgm:prSet/>
      <dgm:spPr/>
      <dgm:t>
        <a:bodyPr/>
        <a:lstStyle/>
        <a:p>
          <a:endParaRPr lang="en-US"/>
        </a:p>
      </dgm:t>
    </dgm:pt>
    <dgm:pt modelId="{AC170D79-1731-1C46-892A-D41F7711D8FA}" type="sibTrans" cxnId="{6A10EB4D-9D43-AD46-8F00-8ED0090FC65D}">
      <dgm:prSet/>
      <dgm:spPr/>
      <dgm:t>
        <a:bodyPr/>
        <a:lstStyle/>
        <a:p>
          <a:endParaRPr lang="en-US"/>
        </a:p>
      </dgm:t>
    </dgm:pt>
    <dgm:pt modelId="{F8D9421B-8CB4-2B41-AB9A-693E1033C552}">
      <dgm:prSet custT="1"/>
      <dgm:spPr/>
      <dgm:t>
        <a:bodyPr/>
        <a:lstStyle/>
        <a:p>
          <a:pPr>
            <a:buNone/>
          </a:pPr>
          <a:r>
            <a:rPr lang="en-DK" sz="2800" dirty="0"/>
            <a:t>Sampled free-flight distance</a:t>
          </a:r>
        </a:p>
      </dgm:t>
    </dgm:pt>
    <dgm:pt modelId="{ADB77184-1EE6-A440-84C8-FECEA638B7F0}" type="parTrans" cxnId="{5A7324A7-D04F-A245-9022-F7C87D319816}">
      <dgm:prSet/>
      <dgm:spPr/>
      <dgm:t>
        <a:bodyPr/>
        <a:lstStyle/>
        <a:p>
          <a:endParaRPr lang="en-US"/>
        </a:p>
      </dgm:t>
    </dgm:pt>
    <dgm:pt modelId="{E7D0CEC9-A18E-4E4F-8B65-775F185CF588}" type="sibTrans" cxnId="{5A7324A7-D04F-A245-9022-F7C87D319816}">
      <dgm:prSet/>
      <dgm:spPr/>
      <dgm:t>
        <a:bodyPr/>
        <a:lstStyle/>
        <a:p>
          <a:endParaRPr lang="en-US"/>
        </a:p>
      </dgm:t>
    </dgm:pt>
    <dgm:pt modelId="{27549AAE-54DF-9E4E-8954-959D3DCE217B}">
      <dgm:prSet custT="1"/>
      <dgm:spPr>
        <a:blipFill>
          <a:blip xmlns:r="http://schemas.openxmlformats.org/officeDocument/2006/relationships" r:embed="rId3"/>
          <a:stretch>
            <a:fillRect/>
          </a:stretch>
        </a:blipFill>
      </dgm:spPr>
      <dgm:t>
        <a:bodyPr/>
        <a:lstStyle/>
        <a:p>
          <a:r>
            <a:rPr lang="en-US">
              <a:noFill/>
            </a:rPr>
            <a:t> </a:t>
          </a:r>
        </a:p>
      </dgm:t>
    </dgm:pt>
    <dgm:pt modelId="{72C89A03-4823-E44F-96C0-C200DDE301EF}" type="parTrans" cxnId="{188CCDD5-B7CE-5944-A56A-4CCC2B51F10A}">
      <dgm:prSet/>
      <dgm:spPr/>
      <dgm:t>
        <a:bodyPr/>
        <a:lstStyle/>
        <a:p>
          <a:endParaRPr lang="en-US"/>
        </a:p>
      </dgm:t>
    </dgm:pt>
    <dgm:pt modelId="{CFDDF15F-2BFB-4D42-83D6-DA5269396FA7}" type="sibTrans" cxnId="{188CCDD5-B7CE-5944-A56A-4CCC2B51F10A}">
      <dgm:prSet/>
      <dgm:spPr/>
      <dgm:t>
        <a:bodyPr/>
        <a:lstStyle/>
        <a:p>
          <a:endParaRPr lang="en-US"/>
        </a:p>
      </dgm:t>
    </dgm:pt>
    <dgm:pt modelId="{1E96B065-1042-9A45-B6A6-E84EDB9357B1}">
      <dgm:prSet custT="1"/>
      <dgm:spPr/>
      <dgm:t>
        <a:bodyPr/>
        <a:lstStyle/>
        <a:p>
          <a:pPr>
            <a:buNone/>
          </a:pPr>
          <a:r>
            <a:rPr lang="en-DK" sz="2800" dirty="0"/>
            <a:t>Expected single-scattering intensity</a:t>
          </a:r>
        </a:p>
      </dgm:t>
    </dgm:pt>
    <dgm:pt modelId="{5EF6F28D-F54E-C345-936E-94228984CB29}" type="parTrans" cxnId="{A13AB68C-8959-1A4C-8C5B-732DAA670116}">
      <dgm:prSet/>
      <dgm:spPr/>
      <dgm:t>
        <a:bodyPr/>
        <a:lstStyle/>
        <a:p>
          <a:endParaRPr lang="en-US"/>
        </a:p>
      </dgm:t>
    </dgm:pt>
    <dgm:pt modelId="{0DDB8904-E3C2-1B4D-85B0-938B96499B03}" type="sibTrans" cxnId="{A13AB68C-8959-1A4C-8C5B-732DAA670116}">
      <dgm:prSet/>
      <dgm:spPr/>
      <dgm:t>
        <a:bodyPr/>
        <a:lstStyle/>
        <a:p>
          <a:endParaRPr lang="en-US"/>
        </a:p>
      </dgm:t>
    </dgm:pt>
    <dgm:pt modelId="{27E5B125-957E-3D4C-A30A-5EBC5B6BEFCD}">
      <dgm:prSet custT="1"/>
      <dgm:spPr>
        <a:blipFill>
          <a:blip xmlns:r="http://schemas.openxmlformats.org/officeDocument/2006/relationships" r:embed="rId4"/>
          <a:stretch>
            <a:fillRect/>
          </a:stretch>
        </a:blipFill>
      </dgm:spPr>
      <dgm:t>
        <a:bodyPr/>
        <a:lstStyle/>
        <a:p>
          <a:r>
            <a:rPr lang="en-US">
              <a:noFill/>
            </a:rPr>
            <a:t> </a:t>
          </a:r>
        </a:p>
      </dgm:t>
    </dgm:pt>
    <dgm:pt modelId="{BDC4B490-09B7-7248-A590-7BD439BC966C}" type="parTrans" cxnId="{BD80EC9A-F7E1-A44F-8EF3-441FB7FC16F0}">
      <dgm:prSet/>
      <dgm:spPr/>
      <dgm:t>
        <a:bodyPr/>
        <a:lstStyle/>
        <a:p>
          <a:endParaRPr lang="en-US"/>
        </a:p>
      </dgm:t>
    </dgm:pt>
    <dgm:pt modelId="{7B1FD400-5BD3-F148-A3A2-C7E3B6F4CF12}" type="sibTrans" cxnId="{BD80EC9A-F7E1-A44F-8EF3-441FB7FC16F0}">
      <dgm:prSet/>
      <dgm:spPr/>
      <dgm:t>
        <a:bodyPr/>
        <a:lstStyle/>
        <a:p>
          <a:endParaRPr lang="en-US"/>
        </a:p>
      </dgm:t>
    </dgm:pt>
    <dgm:pt modelId="{D9DF0807-E589-5F45-AF1D-59D81505BDC1}">
      <dgm:prSet custT="1"/>
      <dgm:spPr/>
      <dgm:t>
        <a:bodyPr/>
        <a:lstStyle/>
        <a:p>
          <a:pPr>
            <a:buNone/>
          </a:pPr>
          <a:r>
            <a:rPr lang="en-DK" sz="2800" dirty="0"/>
            <a:t>Observed-to-expected ratio</a:t>
          </a:r>
        </a:p>
      </dgm:t>
    </dgm:pt>
    <dgm:pt modelId="{40C924EB-3F07-4146-BB3A-4E9D72D9C3FF}" type="parTrans" cxnId="{AB36E4C6-5113-0B49-8BF0-92E967162037}">
      <dgm:prSet/>
      <dgm:spPr/>
      <dgm:t>
        <a:bodyPr/>
        <a:lstStyle/>
        <a:p>
          <a:endParaRPr lang="en-US"/>
        </a:p>
      </dgm:t>
    </dgm:pt>
    <dgm:pt modelId="{1CDE44CA-A86F-B64B-AF94-500289DC7EC8}" type="sibTrans" cxnId="{AB36E4C6-5113-0B49-8BF0-92E967162037}">
      <dgm:prSet/>
      <dgm:spPr/>
      <dgm:t>
        <a:bodyPr/>
        <a:lstStyle/>
        <a:p>
          <a:endParaRPr lang="en-US"/>
        </a:p>
      </dgm:t>
    </dgm:pt>
    <dgm:pt modelId="{180103D0-D7D4-6643-A876-DE9BC8064574}" type="pres">
      <dgm:prSet presAssocID="{862B6871-8A2A-C648-9E24-CA85C798F6DD}" presName="Name0" presStyleCnt="0">
        <dgm:presLayoutVars>
          <dgm:dir/>
          <dgm:animLvl val="lvl"/>
          <dgm:resizeHandles val="exact"/>
        </dgm:presLayoutVars>
      </dgm:prSet>
      <dgm:spPr/>
    </dgm:pt>
    <dgm:pt modelId="{B54C1BD3-B586-284E-BD71-D12866D8545B}" type="pres">
      <dgm:prSet presAssocID="{62A2CE2F-42C9-5A45-A1ED-1EDC0DCE7C6E}" presName="linNode" presStyleCnt="0"/>
      <dgm:spPr/>
    </dgm:pt>
    <dgm:pt modelId="{E0A02BEB-33BD-9B4A-8053-C2D8BE496F33}" type="pres">
      <dgm:prSet presAssocID="{62A2CE2F-42C9-5A45-A1ED-1EDC0DCE7C6E}" presName="parentText" presStyleLbl="node1" presStyleIdx="0" presStyleCnt="4">
        <dgm:presLayoutVars>
          <dgm:chMax val="1"/>
          <dgm:bulletEnabled val="1"/>
        </dgm:presLayoutVars>
      </dgm:prSet>
      <dgm:spPr/>
    </dgm:pt>
    <dgm:pt modelId="{4C5F2305-DEC7-E94A-9F41-3DC1E39C222F}" type="pres">
      <dgm:prSet presAssocID="{62A2CE2F-42C9-5A45-A1ED-1EDC0DCE7C6E}" presName="descendantText" presStyleLbl="alignAccFollowNode1" presStyleIdx="0" presStyleCnt="4">
        <dgm:presLayoutVars>
          <dgm:bulletEnabled val="1"/>
        </dgm:presLayoutVars>
      </dgm:prSet>
      <dgm:spPr/>
    </dgm:pt>
    <dgm:pt modelId="{54EE65AC-6E95-FA4A-938A-AC93D218560A}" type="pres">
      <dgm:prSet presAssocID="{017057BA-A489-A64A-A112-B7EE746137BE}" presName="sp" presStyleCnt="0"/>
      <dgm:spPr/>
    </dgm:pt>
    <dgm:pt modelId="{D8FA22F7-7B16-2F4A-96ED-91E6BBC6B937}" type="pres">
      <dgm:prSet presAssocID="{901CA3BF-2603-3E43-92CE-3E7C8C00FC6F}" presName="linNode" presStyleCnt="0"/>
      <dgm:spPr/>
    </dgm:pt>
    <dgm:pt modelId="{A6EC7314-7CD6-674C-9233-932F91AB28F4}" type="pres">
      <dgm:prSet presAssocID="{901CA3BF-2603-3E43-92CE-3E7C8C00FC6F}" presName="parentText" presStyleLbl="node1" presStyleIdx="1" presStyleCnt="4">
        <dgm:presLayoutVars>
          <dgm:chMax val="1"/>
          <dgm:bulletEnabled val="1"/>
        </dgm:presLayoutVars>
      </dgm:prSet>
      <dgm:spPr/>
    </dgm:pt>
    <dgm:pt modelId="{35BA1301-0431-3242-AEC8-DADC638DF515}" type="pres">
      <dgm:prSet presAssocID="{901CA3BF-2603-3E43-92CE-3E7C8C00FC6F}" presName="descendantText" presStyleLbl="alignAccFollowNode1" presStyleIdx="1" presStyleCnt="4">
        <dgm:presLayoutVars>
          <dgm:bulletEnabled val="1"/>
        </dgm:presLayoutVars>
      </dgm:prSet>
      <dgm:spPr/>
    </dgm:pt>
    <dgm:pt modelId="{532C0533-C9B7-2C42-999C-F7DAFBE4A952}" type="pres">
      <dgm:prSet presAssocID="{AC170D79-1731-1C46-892A-D41F7711D8FA}" presName="sp" presStyleCnt="0"/>
      <dgm:spPr/>
    </dgm:pt>
    <dgm:pt modelId="{13CA5773-BC56-124F-81E3-8B16DBC55F52}" type="pres">
      <dgm:prSet presAssocID="{27549AAE-54DF-9E4E-8954-959D3DCE217B}" presName="linNode" presStyleCnt="0"/>
      <dgm:spPr/>
    </dgm:pt>
    <dgm:pt modelId="{C1608598-F642-2D4B-952D-1949748B486F}" type="pres">
      <dgm:prSet presAssocID="{27549AAE-54DF-9E4E-8954-959D3DCE217B}" presName="parentText" presStyleLbl="node1" presStyleIdx="2" presStyleCnt="4">
        <dgm:presLayoutVars>
          <dgm:chMax val="1"/>
          <dgm:bulletEnabled val="1"/>
        </dgm:presLayoutVars>
      </dgm:prSet>
      <dgm:spPr/>
    </dgm:pt>
    <dgm:pt modelId="{64117DD4-603F-6F46-9AED-BC6743D1CD47}" type="pres">
      <dgm:prSet presAssocID="{27549AAE-54DF-9E4E-8954-959D3DCE217B}" presName="descendantText" presStyleLbl="alignAccFollowNode1" presStyleIdx="2" presStyleCnt="4">
        <dgm:presLayoutVars>
          <dgm:bulletEnabled val="1"/>
        </dgm:presLayoutVars>
      </dgm:prSet>
      <dgm:spPr/>
    </dgm:pt>
    <dgm:pt modelId="{E4F77809-84D3-3649-95B4-1F3C39DB0713}" type="pres">
      <dgm:prSet presAssocID="{CFDDF15F-2BFB-4D42-83D6-DA5269396FA7}" presName="sp" presStyleCnt="0"/>
      <dgm:spPr/>
    </dgm:pt>
    <dgm:pt modelId="{9E21EC6D-31F2-454D-9B1D-AE1263779B97}" type="pres">
      <dgm:prSet presAssocID="{27E5B125-957E-3D4C-A30A-5EBC5B6BEFCD}" presName="linNode" presStyleCnt="0"/>
      <dgm:spPr/>
    </dgm:pt>
    <dgm:pt modelId="{19F10242-B6E8-AD43-9031-6517059EE7B5}" type="pres">
      <dgm:prSet presAssocID="{27E5B125-957E-3D4C-A30A-5EBC5B6BEFCD}" presName="parentText" presStyleLbl="node1" presStyleIdx="3" presStyleCnt="4">
        <dgm:presLayoutVars>
          <dgm:chMax val="1"/>
          <dgm:bulletEnabled val="1"/>
        </dgm:presLayoutVars>
      </dgm:prSet>
      <dgm:spPr/>
    </dgm:pt>
    <dgm:pt modelId="{E24E64B1-97BC-2046-BB59-EF402514CDF1}" type="pres">
      <dgm:prSet presAssocID="{27E5B125-957E-3D4C-A30A-5EBC5B6BEFCD}" presName="descendantText" presStyleLbl="alignAccFollowNode1" presStyleIdx="3" presStyleCnt="4">
        <dgm:presLayoutVars>
          <dgm:bulletEnabled val="1"/>
        </dgm:presLayoutVars>
      </dgm:prSet>
      <dgm:spPr/>
    </dgm:pt>
  </dgm:ptLst>
  <dgm:cxnLst>
    <dgm:cxn modelId="{9D655E00-DF33-154B-8EA6-C9CF8948C6DE}" type="presOf" srcId="{62A2CE2F-42C9-5A45-A1ED-1EDC0DCE7C6E}" destId="{E0A02BEB-33BD-9B4A-8053-C2D8BE496F33}" srcOrd="0" destOrd="0" presId="urn:microsoft.com/office/officeart/2005/8/layout/vList5"/>
    <dgm:cxn modelId="{17C41D06-3266-884E-A34C-F9082756215A}" type="presOf" srcId="{901CA3BF-2603-3E43-92CE-3E7C8C00FC6F}" destId="{A6EC7314-7CD6-674C-9233-932F91AB28F4}" srcOrd="0" destOrd="0" presId="urn:microsoft.com/office/officeart/2005/8/layout/vList5"/>
    <dgm:cxn modelId="{D053E417-7DA0-3546-86E5-67327329A92E}" type="presOf" srcId="{F8D9421B-8CB4-2B41-AB9A-693E1033C552}" destId="{35BA1301-0431-3242-AEC8-DADC638DF515}" srcOrd="0" destOrd="0" presId="urn:microsoft.com/office/officeart/2005/8/layout/vList5"/>
    <dgm:cxn modelId="{6A10EB4D-9D43-AD46-8F00-8ED0090FC65D}" srcId="{862B6871-8A2A-C648-9E24-CA85C798F6DD}" destId="{901CA3BF-2603-3E43-92CE-3E7C8C00FC6F}" srcOrd="1" destOrd="0" parTransId="{3D3090F6-30D5-3344-B37D-C213E25419AA}" sibTransId="{AC170D79-1731-1C46-892A-D41F7711D8FA}"/>
    <dgm:cxn modelId="{EC6E6960-7CE5-AE4F-A8F2-7C691DE75C8E}" type="presOf" srcId="{1E96B065-1042-9A45-B6A6-E84EDB9357B1}" destId="{64117DD4-603F-6F46-9AED-BC6743D1CD47}" srcOrd="0" destOrd="0" presId="urn:microsoft.com/office/officeart/2005/8/layout/vList5"/>
    <dgm:cxn modelId="{F8DB6066-CF51-F445-8C53-7A1E048FB585}" type="presOf" srcId="{862B6871-8A2A-C648-9E24-CA85C798F6DD}" destId="{180103D0-D7D4-6643-A876-DE9BC8064574}" srcOrd="0" destOrd="0" presId="urn:microsoft.com/office/officeart/2005/8/layout/vList5"/>
    <dgm:cxn modelId="{21A80176-53A6-8648-A782-D17791AFDE60}" type="presOf" srcId="{4589911E-A2B4-2943-BB6B-FC942A66609E}" destId="{4C5F2305-DEC7-E94A-9F41-3DC1E39C222F}" srcOrd="0" destOrd="0" presId="urn:microsoft.com/office/officeart/2005/8/layout/vList5"/>
    <dgm:cxn modelId="{C6338A89-8CBC-0949-9504-BA78AA7FC6C0}" srcId="{62A2CE2F-42C9-5A45-A1ED-1EDC0DCE7C6E}" destId="{4589911E-A2B4-2943-BB6B-FC942A66609E}" srcOrd="0" destOrd="0" parTransId="{3804C333-A528-3D4B-9A04-DA4906C64F4A}" sibTransId="{95FD921D-3BF3-CF4A-93BB-25375E543B8F}"/>
    <dgm:cxn modelId="{A13AB68C-8959-1A4C-8C5B-732DAA670116}" srcId="{27549AAE-54DF-9E4E-8954-959D3DCE217B}" destId="{1E96B065-1042-9A45-B6A6-E84EDB9357B1}" srcOrd="0" destOrd="0" parTransId="{5EF6F28D-F54E-C345-936E-94228984CB29}" sibTransId="{0DDB8904-E3C2-1B4D-85B0-938B96499B03}"/>
    <dgm:cxn modelId="{BD80EC9A-F7E1-A44F-8EF3-441FB7FC16F0}" srcId="{862B6871-8A2A-C648-9E24-CA85C798F6DD}" destId="{27E5B125-957E-3D4C-A30A-5EBC5B6BEFCD}" srcOrd="3" destOrd="0" parTransId="{BDC4B490-09B7-7248-A590-7BD439BC966C}" sibTransId="{7B1FD400-5BD3-F148-A3A2-C7E3B6F4CF12}"/>
    <dgm:cxn modelId="{5A7324A7-D04F-A245-9022-F7C87D319816}" srcId="{901CA3BF-2603-3E43-92CE-3E7C8C00FC6F}" destId="{F8D9421B-8CB4-2B41-AB9A-693E1033C552}" srcOrd="0" destOrd="0" parTransId="{ADB77184-1EE6-A440-84C8-FECEA638B7F0}" sibTransId="{E7D0CEC9-A18E-4E4F-8B65-775F185CF588}"/>
    <dgm:cxn modelId="{AB36E4C6-5113-0B49-8BF0-92E967162037}" srcId="{27E5B125-957E-3D4C-A30A-5EBC5B6BEFCD}" destId="{D9DF0807-E589-5F45-AF1D-59D81505BDC1}" srcOrd="0" destOrd="0" parTransId="{40C924EB-3F07-4146-BB3A-4E9D72D9C3FF}" sibTransId="{1CDE44CA-A86F-B64B-AF94-500289DC7EC8}"/>
    <dgm:cxn modelId="{421FD0CF-BC38-4843-BF34-317C3180A3B4}" type="presOf" srcId="{27E5B125-957E-3D4C-A30A-5EBC5B6BEFCD}" destId="{19F10242-B6E8-AD43-9031-6517059EE7B5}" srcOrd="0" destOrd="0" presId="urn:microsoft.com/office/officeart/2005/8/layout/vList5"/>
    <dgm:cxn modelId="{188CCDD5-B7CE-5944-A56A-4CCC2B51F10A}" srcId="{862B6871-8A2A-C648-9E24-CA85C798F6DD}" destId="{27549AAE-54DF-9E4E-8954-959D3DCE217B}" srcOrd="2" destOrd="0" parTransId="{72C89A03-4823-E44F-96C0-C200DDE301EF}" sibTransId="{CFDDF15F-2BFB-4D42-83D6-DA5269396FA7}"/>
    <dgm:cxn modelId="{7D3635E0-BA14-554B-B129-8C4A2F4B4859}" type="presOf" srcId="{D9DF0807-E589-5F45-AF1D-59D81505BDC1}" destId="{E24E64B1-97BC-2046-BB59-EF402514CDF1}" srcOrd="0" destOrd="0" presId="urn:microsoft.com/office/officeart/2005/8/layout/vList5"/>
    <dgm:cxn modelId="{39C1E6EC-752C-C741-8610-8A93B6E2F513}" srcId="{862B6871-8A2A-C648-9E24-CA85C798F6DD}" destId="{62A2CE2F-42C9-5A45-A1ED-1EDC0DCE7C6E}" srcOrd="0" destOrd="0" parTransId="{57066B3A-7D50-4542-B470-8DE0BB1DE316}" sibTransId="{017057BA-A489-A64A-A112-B7EE746137BE}"/>
    <dgm:cxn modelId="{01BE0AF7-2F53-FE43-B71D-E7800FA3D4F1}" type="presOf" srcId="{27549AAE-54DF-9E4E-8954-959D3DCE217B}" destId="{C1608598-F642-2D4B-952D-1949748B486F}" srcOrd="0" destOrd="0" presId="urn:microsoft.com/office/officeart/2005/8/layout/vList5"/>
    <dgm:cxn modelId="{0DACE156-9341-DA4F-ADD5-2694F11A34EC}" type="presParOf" srcId="{180103D0-D7D4-6643-A876-DE9BC8064574}" destId="{B54C1BD3-B586-284E-BD71-D12866D8545B}" srcOrd="0" destOrd="0" presId="urn:microsoft.com/office/officeart/2005/8/layout/vList5"/>
    <dgm:cxn modelId="{BF3759C8-9E9B-E448-B1F7-D2885A623872}" type="presParOf" srcId="{B54C1BD3-B586-284E-BD71-D12866D8545B}" destId="{E0A02BEB-33BD-9B4A-8053-C2D8BE496F33}" srcOrd="0" destOrd="0" presId="urn:microsoft.com/office/officeart/2005/8/layout/vList5"/>
    <dgm:cxn modelId="{6DF442E8-0475-3B4E-9D10-80D27F2697FB}" type="presParOf" srcId="{B54C1BD3-B586-284E-BD71-D12866D8545B}" destId="{4C5F2305-DEC7-E94A-9F41-3DC1E39C222F}" srcOrd="1" destOrd="0" presId="urn:microsoft.com/office/officeart/2005/8/layout/vList5"/>
    <dgm:cxn modelId="{9DA1B3C0-6A2E-7647-AC1D-F6D2ACE25536}" type="presParOf" srcId="{180103D0-D7D4-6643-A876-DE9BC8064574}" destId="{54EE65AC-6E95-FA4A-938A-AC93D218560A}" srcOrd="1" destOrd="0" presId="urn:microsoft.com/office/officeart/2005/8/layout/vList5"/>
    <dgm:cxn modelId="{2C3A29D0-BE82-514B-91D1-24FB8527F164}" type="presParOf" srcId="{180103D0-D7D4-6643-A876-DE9BC8064574}" destId="{D8FA22F7-7B16-2F4A-96ED-91E6BBC6B937}" srcOrd="2" destOrd="0" presId="urn:microsoft.com/office/officeart/2005/8/layout/vList5"/>
    <dgm:cxn modelId="{46E0CBF0-27FC-2948-B9BD-6F4CB6D496D7}" type="presParOf" srcId="{D8FA22F7-7B16-2F4A-96ED-91E6BBC6B937}" destId="{A6EC7314-7CD6-674C-9233-932F91AB28F4}" srcOrd="0" destOrd="0" presId="urn:microsoft.com/office/officeart/2005/8/layout/vList5"/>
    <dgm:cxn modelId="{787F7712-7063-5E4C-943C-1A93B50D5B80}" type="presParOf" srcId="{D8FA22F7-7B16-2F4A-96ED-91E6BBC6B937}" destId="{35BA1301-0431-3242-AEC8-DADC638DF515}" srcOrd="1" destOrd="0" presId="urn:microsoft.com/office/officeart/2005/8/layout/vList5"/>
    <dgm:cxn modelId="{A012709D-C6FA-1648-A9D2-5BA3C42270B7}" type="presParOf" srcId="{180103D0-D7D4-6643-A876-DE9BC8064574}" destId="{532C0533-C9B7-2C42-999C-F7DAFBE4A952}" srcOrd="3" destOrd="0" presId="urn:microsoft.com/office/officeart/2005/8/layout/vList5"/>
    <dgm:cxn modelId="{D13BAC3F-573C-A74E-8B44-7517B3375F6B}" type="presParOf" srcId="{180103D0-D7D4-6643-A876-DE9BC8064574}" destId="{13CA5773-BC56-124F-81E3-8B16DBC55F52}" srcOrd="4" destOrd="0" presId="urn:microsoft.com/office/officeart/2005/8/layout/vList5"/>
    <dgm:cxn modelId="{FDCD09D7-7B39-E541-9BA1-6A068AF28DE5}" type="presParOf" srcId="{13CA5773-BC56-124F-81E3-8B16DBC55F52}" destId="{C1608598-F642-2D4B-952D-1949748B486F}" srcOrd="0" destOrd="0" presId="urn:microsoft.com/office/officeart/2005/8/layout/vList5"/>
    <dgm:cxn modelId="{70722749-830D-BE4D-8563-CD458B6A9A88}" type="presParOf" srcId="{13CA5773-BC56-124F-81E3-8B16DBC55F52}" destId="{64117DD4-603F-6F46-9AED-BC6743D1CD47}" srcOrd="1" destOrd="0" presId="urn:microsoft.com/office/officeart/2005/8/layout/vList5"/>
    <dgm:cxn modelId="{B12D4793-BA90-1E46-9155-A775541164E7}" type="presParOf" srcId="{180103D0-D7D4-6643-A876-DE9BC8064574}" destId="{E4F77809-84D3-3649-95B4-1F3C39DB0713}" srcOrd="5" destOrd="0" presId="urn:microsoft.com/office/officeart/2005/8/layout/vList5"/>
    <dgm:cxn modelId="{68792720-DEC6-7147-8BDD-72B4C9BAF202}" type="presParOf" srcId="{180103D0-D7D4-6643-A876-DE9BC8064574}" destId="{9E21EC6D-31F2-454D-9B1D-AE1263779B97}" srcOrd="6" destOrd="0" presId="urn:microsoft.com/office/officeart/2005/8/layout/vList5"/>
    <dgm:cxn modelId="{21265E50-E14D-7B4C-836C-A056319F93F3}" type="presParOf" srcId="{9E21EC6D-31F2-454D-9B1D-AE1263779B97}" destId="{19F10242-B6E8-AD43-9031-6517059EE7B5}" srcOrd="0" destOrd="0" presId="urn:microsoft.com/office/officeart/2005/8/layout/vList5"/>
    <dgm:cxn modelId="{9CFC8F95-6D9A-D446-82F1-28D5F72C8EB4}" type="presParOf" srcId="{9E21EC6D-31F2-454D-9B1D-AE1263779B97}" destId="{E24E64B1-97BC-2046-BB59-EF402514CDF1}" srcOrd="1" destOrd="0" presId="urn:microsoft.com/office/officeart/2005/8/layout/vList5"/>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a:solidFill>
          <a:schemeClr val="accent1">
            <a:lumMod val="60000"/>
            <a:lumOff val="40000"/>
          </a:schemeClr>
        </a:solidFill>
        <a:ln>
          <a:solidFill>
            <a:schemeClr val="tx1"/>
          </a:solidFill>
        </a:ln>
      </dgm:spPr>
      <dgm:t>
        <a:bodyPr/>
        <a:lstStyle/>
        <a:p>
          <a:r>
            <a:rPr lang="en-US" dirty="0">
              <a:solidFill>
                <a:schemeClr val="tx1"/>
              </a:solidFill>
            </a:rPr>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a:solidFill>
          <a:schemeClr val="accent1">
            <a:lumMod val="60000"/>
            <a:lumOff val="40000"/>
          </a:schemeClr>
        </a:solidFill>
        <a:ln>
          <a:solidFill>
            <a:schemeClr val="tx1"/>
          </a:solidFill>
        </a:ln>
      </dgm:spPr>
      <dgm:t>
        <a:bodyPr/>
        <a:lstStyle/>
        <a:p>
          <a:r>
            <a:rPr lang="en-US" dirty="0">
              <a:solidFill>
                <a:schemeClr val="tx1"/>
              </a:solidFill>
            </a:rPr>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a:solidFill>
          <a:schemeClr val="accent1">
            <a:lumMod val="60000"/>
            <a:lumOff val="40000"/>
          </a:schemeClr>
        </a:solidFill>
        <a:ln>
          <a:solidFill>
            <a:schemeClr val="tx1"/>
          </a:solidFill>
        </a:ln>
      </dgm:spPr>
      <dgm:t>
        <a:bodyPr/>
        <a:lstStyle/>
        <a:p>
          <a:r>
            <a:rPr lang="en-US" dirty="0">
              <a:solidFill>
                <a:schemeClr val="tx1"/>
              </a:solidFill>
            </a:rPr>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EDAC2A86-33B1-FE4E-90E9-E624DDC781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B83D5838-D629-B646-B8FD-ADE326B54F5B}">
          <dgm:prSet/>
          <dgm:spPr/>
          <dgm:t>
            <a:bodyPr/>
            <a:lstStyle/>
            <a:p>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dgm:t>
        </dgm:pt>
      </mc:Choice>
      <mc:Fallback xmlns="">
        <dgm:pt modelId="{B83D5838-D629-B646-B8FD-ADE326B54F5B}">
          <dgm:prSet/>
          <dgm:spPr/>
          <dgm:t>
            <a:bodyPr/>
            <a:lstStyle/>
            <a:p>
              <a:r>
                <a:rPr lang="en-US" dirty="0"/>
                <a:t>Raw total intensity ratio was: </a:t>
              </a:r>
              <a:r>
                <a:rPr lang="en-DK" i="0"/>
                <a:t>1+3×10^(−7)</a:t>
              </a:r>
              <a:endParaRPr lang="en-DK" dirty="0"/>
            </a:p>
          </dgm:t>
        </dgm:pt>
      </mc:Fallback>
    </mc:AlternateContent>
    <dgm:pt modelId="{F9D3308C-3E21-E44C-9D4C-E033035537DF}" type="parTrans" cxnId="{632CC41C-1555-E044-A16D-1BDF8BEF91CE}">
      <dgm:prSet/>
      <dgm:spPr/>
      <dgm:t>
        <a:bodyPr/>
        <a:lstStyle/>
        <a:p>
          <a:endParaRPr lang="en-US"/>
        </a:p>
      </dgm:t>
    </dgm:pt>
    <dgm:pt modelId="{99837E48-9A65-6F4C-A921-5C657A3C5694}" type="sibTrans" cxnId="{632CC41C-1555-E044-A16D-1BDF8BEF91CE}">
      <dgm:prSet/>
      <dgm:spPr/>
      <dgm:t>
        <a:bodyPr/>
        <a:lstStyle/>
        <a:p>
          <a:endParaRPr lang="en-US"/>
        </a:p>
      </dgm:t>
    </dgm:pt>
    <mc:AlternateContent xmlns:mc="http://schemas.openxmlformats.org/markup-compatibility/2006" xmlns:a14="http://schemas.microsoft.com/office/drawing/2010/main">
      <mc:Choice Requires="a14">
        <dgm:pt modelId="{2FB6D6C7-6604-7444-8E8B-3E997B4B749C}">
          <dgm:prSet/>
          <dgm:spPr/>
          <dgm:t>
            <a:bodyPr/>
            <a:lstStyle/>
            <a:p>
              <a:r>
                <a:rPr lang="en-US" dirty="0"/>
                <a:t>Equator-cut Pearson correlation: </a:t>
              </a:r>
              <a14:m>
                <m:oMath xmlns:m="http://schemas.openxmlformats.org/officeDocument/2006/math">
                  <m:r>
                    <a:rPr lang="en-DK" i="1">
                      <a:latin typeface="Cambria Math" panose="02040503050406030204" pitchFamily="18" charset="0"/>
                    </a:rPr>
                    <m:t>0.999961</m:t>
                  </m:r>
                </m:oMath>
              </a14:m>
              <a:endParaRPr lang="en-DK" dirty="0"/>
            </a:p>
          </dgm:t>
        </dgm:pt>
      </mc:Choice>
      <mc:Fallback xmlns="">
        <dgm:pt modelId="{2FB6D6C7-6604-7444-8E8B-3E997B4B749C}">
          <dgm:prSet/>
          <dgm:spPr/>
          <dgm:t>
            <a:bodyPr/>
            <a:lstStyle/>
            <a:p>
              <a:r>
                <a:rPr lang="en-US" dirty="0"/>
                <a:t>Equator-cut Pearson correlation: </a:t>
              </a:r>
              <a:r>
                <a:rPr lang="en-DK" i="0"/>
                <a:t>0.999961</a:t>
              </a:r>
              <a:endParaRPr lang="en-DK" dirty="0"/>
            </a:p>
          </dgm:t>
        </dgm:pt>
      </mc:Fallback>
    </mc:AlternateContent>
    <dgm:pt modelId="{5CF11EAF-18DB-EB4C-95A9-58026D8134C1}" type="parTrans" cxnId="{84A0EEAC-BFFB-954D-8A2E-44AF644A6A28}">
      <dgm:prSet/>
      <dgm:spPr/>
      <dgm:t>
        <a:bodyPr/>
        <a:lstStyle/>
        <a:p>
          <a:endParaRPr lang="en-US"/>
        </a:p>
      </dgm:t>
    </dgm:pt>
    <dgm:pt modelId="{0F10CAF1-A5DF-314C-997C-029769DC6AA8}" type="sibTrans" cxnId="{84A0EEAC-BFFB-954D-8A2E-44AF644A6A28}">
      <dgm:prSet/>
      <dgm:spPr/>
      <dgm:t>
        <a:bodyPr/>
        <a:lstStyle/>
        <a:p>
          <a:endParaRPr lang="en-US"/>
        </a:p>
      </dgm:t>
    </dgm:pt>
    <mc:AlternateContent xmlns:mc="http://schemas.openxmlformats.org/markup-compatibility/2006" xmlns:a14="http://schemas.microsoft.com/office/drawing/2010/main">
      <mc:Choice Requires="a14">
        <dgm:pt modelId="{7286C67C-A1C1-AC46-AD7F-3EC51F2DFE7F}">
          <dgm:prSet/>
          <dgm:spPr/>
          <dgm:t>
            <a:bodyPr/>
            <a:lstStyle/>
            <a:p>
              <a:r>
                <a:rPr lang="en-US" dirty="0"/>
                <a:t>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dgm:t>
        </dgm:pt>
      </mc:Choice>
      <mc:Fallback xmlns="">
        <dgm:pt modelId="{7286C67C-A1C1-AC46-AD7F-3EC51F2DFE7F}">
          <dgm:prSet/>
          <dgm:spPr/>
          <dgm:t>
            <a:bodyPr/>
            <a:lstStyle/>
            <a:p>
              <a:r>
                <a:rPr lang="en-US" dirty="0"/>
                <a:t>Equator-cut: </a:t>
              </a:r>
              <a:r>
                <a:rPr lang="en-DK" i="0"/>
                <a:t>𝜒_𝜐^2=3.02</a:t>
              </a:r>
              <a:endParaRPr lang="en-DK" dirty="0"/>
            </a:p>
          </dgm:t>
        </dgm:pt>
      </mc:Fallback>
    </mc:AlternateContent>
    <dgm:pt modelId="{C963D7CA-B7C1-8A45-A2EB-8F151172BBFE}" type="parTrans" cxnId="{D79C368D-91C5-AA41-9047-7DEF995683C1}">
      <dgm:prSet/>
      <dgm:spPr/>
      <dgm:t>
        <a:bodyPr/>
        <a:lstStyle/>
        <a:p>
          <a:endParaRPr lang="en-US"/>
        </a:p>
      </dgm:t>
    </dgm:pt>
    <dgm:pt modelId="{D22B98D9-A9EF-774D-809F-EF219963D810}" type="sibTrans" cxnId="{D79C368D-91C5-AA41-9047-7DEF995683C1}">
      <dgm:prSet/>
      <dgm:spPr/>
      <dgm:t>
        <a:bodyPr/>
        <a:lstStyle/>
        <a:p>
          <a:endParaRPr lang="en-US"/>
        </a:p>
      </dgm:t>
    </dgm:pt>
    <mc:AlternateContent xmlns:mc="http://schemas.openxmlformats.org/markup-compatibility/2006" xmlns:a14="http://schemas.microsoft.com/office/drawing/2010/main">
      <mc:Choice Requires="a14">
        <dgm:pt modelId="{6F9887C4-B249-C645-AAA6-BF6CAAF3D40D}">
          <dgm:prSet phldrT="[Text]"/>
          <dgm:spPr/>
          <dgm:t>
            <a:bodyPr/>
            <a:lstStyle/>
            <a:p>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dgm:t>
        </dgm:pt>
      </mc:Choice>
      <mc:Fallback xmlns="">
        <dgm:pt modelId="{6F9887C4-B249-C645-AAA6-BF6CAAF3D40D}">
          <dgm:prSet phldrT="[Text]"/>
          <dgm:spPr/>
          <dgm:t>
            <a:bodyPr/>
            <a:lstStyle/>
            <a:p>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dgm:t>
        </dgm:pt>
      </mc:Fallback>
    </mc:AlternateContent>
    <dgm:pt modelId="{C92294CA-34B2-A84A-ACCA-7B038511B78B}" type="parTrans" cxnId="{585226A8-9A0D-A54E-BAE5-726DED97E799}">
      <dgm:prSet/>
      <dgm:spPr/>
      <dgm:t>
        <a:bodyPr/>
        <a:lstStyle/>
        <a:p>
          <a:endParaRPr lang="en-US"/>
        </a:p>
      </dgm:t>
    </dgm:pt>
    <dgm:pt modelId="{F1531EF9-A413-B846-BBCF-62E0DB9031C2}" type="sibTrans" cxnId="{585226A8-9A0D-A54E-BAE5-726DED97E799}">
      <dgm:prSet/>
      <dgm:spPr/>
      <dgm:t>
        <a:bodyPr/>
        <a:lstStyle/>
        <a:p>
          <a:endParaRPr lang="en-US"/>
        </a:p>
      </dgm:t>
    </dgm:pt>
    <dgm:pt modelId="{D47FA422-528F-9347-BEB8-2CDC9F3AEC8E}" type="pres">
      <dgm:prSet presAssocID="{EDAC2A86-33B1-FE4E-90E9-E624DDC78165}" presName="linear" presStyleCnt="0">
        <dgm:presLayoutVars>
          <dgm:animLvl val="lvl"/>
          <dgm:resizeHandles val="exact"/>
        </dgm:presLayoutVars>
      </dgm:prSet>
      <dgm:spPr/>
    </dgm:pt>
    <dgm:pt modelId="{DE9857CE-8A93-C94E-BEA6-2424E7F3A969}" type="pres">
      <dgm:prSet presAssocID="{B83D5838-D629-B646-B8FD-ADE326B54F5B}" presName="parentText" presStyleLbl="node1" presStyleIdx="0" presStyleCnt="4">
        <dgm:presLayoutVars>
          <dgm:chMax val="0"/>
          <dgm:bulletEnabled val="1"/>
        </dgm:presLayoutVars>
      </dgm:prSet>
      <dgm:spPr/>
    </dgm:pt>
    <dgm:pt modelId="{030EFC0F-0063-934F-A3A9-7457E8F5C177}" type="pres">
      <dgm:prSet presAssocID="{99837E48-9A65-6F4C-A921-5C657A3C5694}" presName="spacer" presStyleCnt="0"/>
      <dgm:spPr/>
    </dgm:pt>
    <dgm:pt modelId="{6234AC52-2918-9143-8F92-836E6FE86B1D}" type="pres">
      <dgm:prSet presAssocID="{2FB6D6C7-6604-7444-8E8B-3E997B4B749C}" presName="parentText" presStyleLbl="node1" presStyleIdx="1" presStyleCnt="4">
        <dgm:presLayoutVars>
          <dgm:chMax val="0"/>
          <dgm:bulletEnabled val="1"/>
        </dgm:presLayoutVars>
      </dgm:prSet>
      <dgm:spPr/>
    </dgm:pt>
    <dgm:pt modelId="{2815A9EC-CD88-3648-9E3F-0E3F31F1329E}" type="pres">
      <dgm:prSet presAssocID="{0F10CAF1-A5DF-314C-997C-029769DC6AA8}" presName="spacer" presStyleCnt="0"/>
      <dgm:spPr/>
    </dgm:pt>
    <dgm:pt modelId="{9E173454-E394-C64F-B624-2E498778417C}" type="pres">
      <dgm:prSet presAssocID="{7286C67C-A1C1-AC46-AD7F-3EC51F2DFE7F}" presName="parentText" presStyleLbl="node1" presStyleIdx="2" presStyleCnt="4">
        <dgm:presLayoutVars>
          <dgm:chMax val="0"/>
          <dgm:bulletEnabled val="1"/>
        </dgm:presLayoutVars>
      </dgm:prSet>
      <dgm:spPr/>
    </dgm:pt>
    <dgm:pt modelId="{7FDA5D4B-B78C-A443-B3DB-0CDB68D5BBBD}" type="pres">
      <dgm:prSet presAssocID="{D22B98D9-A9EF-774D-809F-EF219963D810}" presName="spacer" presStyleCnt="0"/>
      <dgm:spPr/>
    </dgm:pt>
    <dgm:pt modelId="{8F0AB8AD-9421-3F4D-9636-4F5507F11D45}" type="pres">
      <dgm:prSet presAssocID="{6F9887C4-B249-C645-AAA6-BF6CAAF3D40D}" presName="parentText" presStyleLbl="node1" presStyleIdx="3" presStyleCnt="4">
        <dgm:presLayoutVars>
          <dgm:chMax val="0"/>
          <dgm:bulletEnabled val="1"/>
        </dgm:presLayoutVars>
      </dgm:prSet>
      <dgm:spPr/>
    </dgm:pt>
  </dgm:ptLst>
  <dgm:cxnLst>
    <dgm:cxn modelId="{632CC41C-1555-E044-A16D-1BDF8BEF91CE}" srcId="{EDAC2A86-33B1-FE4E-90E9-E624DDC78165}" destId="{B83D5838-D629-B646-B8FD-ADE326B54F5B}" srcOrd="0" destOrd="0" parTransId="{F9D3308C-3E21-E44C-9D4C-E033035537DF}" sibTransId="{99837E48-9A65-6F4C-A921-5C657A3C5694}"/>
    <dgm:cxn modelId="{DE632328-227B-C04B-A7BE-8831ECEC5BDB}" type="presOf" srcId="{7286C67C-A1C1-AC46-AD7F-3EC51F2DFE7F}" destId="{9E173454-E394-C64F-B624-2E498778417C}" srcOrd="0" destOrd="0" presId="urn:microsoft.com/office/officeart/2005/8/layout/vList2"/>
    <dgm:cxn modelId="{31373036-55A3-044B-B944-B89F4C8C5149}" type="presOf" srcId="{EDAC2A86-33B1-FE4E-90E9-E624DDC78165}" destId="{D47FA422-528F-9347-BEB8-2CDC9F3AEC8E}" srcOrd="0" destOrd="0" presId="urn:microsoft.com/office/officeart/2005/8/layout/vList2"/>
    <dgm:cxn modelId="{404BE556-C84F-EB4A-8E15-61219A582B0B}" type="presOf" srcId="{B83D5838-D629-B646-B8FD-ADE326B54F5B}" destId="{DE9857CE-8A93-C94E-BEA6-2424E7F3A969}" srcOrd="0" destOrd="0" presId="urn:microsoft.com/office/officeart/2005/8/layout/vList2"/>
    <dgm:cxn modelId="{D79C368D-91C5-AA41-9047-7DEF995683C1}" srcId="{EDAC2A86-33B1-FE4E-90E9-E624DDC78165}" destId="{7286C67C-A1C1-AC46-AD7F-3EC51F2DFE7F}" srcOrd="2" destOrd="0" parTransId="{C963D7CA-B7C1-8A45-A2EB-8F151172BBFE}" sibTransId="{D22B98D9-A9EF-774D-809F-EF219963D810}"/>
    <dgm:cxn modelId="{585226A8-9A0D-A54E-BAE5-726DED97E799}" srcId="{EDAC2A86-33B1-FE4E-90E9-E624DDC78165}" destId="{6F9887C4-B249-C645-AAA6-BF6CAAF3D40D}" srcOrd="3" destOrd="0" parTransId="{C92294CA-34B2-A84A-ACCA-7B038511B78B}" sibTransId="{F1531EF9-A413-B846-BBCF-62E0DB9031C2}"/>
    <dgm:cxn modelId="{84A0EEAC-BFFB-954D-8A2E-44AF644A6A28}" srcId="{EDAC2A86-33B1-FE4E-90E9-E624DDC78165}" destId="{2FB6D6C7-6604-7444-8E8B-3E997B4B749C}" srcOrd="1" destOrd="0" parTransId="{5CF11EAF-18DB-EB4C-95A9-58026D8134C1}" sibTransId="{0F10CAF1-A5DF-314C-997C-029769DC6AA8}"/>
    <dgm:cxn modelId="{0D9464AF-C15C-1B4F-9CE9-00ADDA1314B3}" type="presOf" srcId="{2FB6D6C7-6604-7444-8E8B-3E997B4B749C}" destId="{6234AC52-2918-9143-8F92-836E6FE86B1D}" srcOrd="0" destOrd="0" presId="urn:microsoft.com/office/officeart/2005/8/layout/vList2"/>
    <dgm:cxn modelId="{91CD99DE-38CE-F343-ABDD-4C5F2E971461}" type="presOf" srcId="{6F9887C4-B249-C645-AAA6-BF6CAAF3D40D}" destId="{8F0AB8AD-9421-3F4D-9636-4F5507F11D45}" srcOrd="0" destOrd="0" presId="urn:microsoft.com/office/officeart/2005/8/layout/vList2"/>
    <dgm:cxn modelId="{4023ABE8-46EA-194B-8687-8CC45F76B81E}" type="presParOf" srcId="{D47FA422-528F-9347-BEB8-2CDC9F3AEC8E}" destId="{DE9857CE-8A93-C94E-BEA6-2424E7F3A969}" srcOrd="0" destOrd="0" presId="urn:microsoft.com/office/officeart/2005/8/layout/vList2"/>
    <dgm:cxn modelId="{E0670B05-E737-4646-BA88-FC2CE9A36D2D}" type="presParOf" srcId="{D47FA422-528F-9347-BEB8-2CDC9F3AEC8E}" destId="{030EFC0F-0063-934F-A3A9-7457E8F5C177}" srcOrd="1" destOrd="0" presId="urn:microsoft.com/office/officeart/2005/8/layout/vList2"/>
    <dgm:cxn modelId="{4A7FE968-E74E-6644-960F-C09BCD62B407}" type="presParOf" srcId="{D47FA422-528F-9347-BEB8-2CDC9F3AEC8E}" destId="{6234AC52-2918-9143-8F92-836E6FE86B1D}" srcOrd="2" destOrd="0" presId="urn:microsoft.com/office/officeart/2005/8/layout/vList2"/>
    <dgm:cxn modelId="{EF93CE76-DF49-1E47-8419-C1C08CBE0BB2}" type="presParOf" srcId="{D47FA422-528F-9347-BEB8-2CDC9F3AEC8E}" destId="{2815A9EC-CD88-3648-9E3F-0E3F31F1329E}" srcOrd="3" destOrd="0" presId="urn:microsoft.com/office/officeart/2005/8/layout/vList2"/>
    <dgm:cxn modelId="{ED957FD9-F21B-A24F-91AA-07A417FBA679}" type="presParOf" srcId="{D47FA422-528F-9347-BEB8-2CDC9F3AEC8E}" destId="{9E173454-E394-C64F-B624-2E498778417C}" srcOrd="4" destOrd="0" presId="urn:microsoft.com/office/officeart/2005/8/layout/vList2"/>
    <dgm:cxn modelId="{7337A4EB-D426-CE44-8817-3999A979FE09}" type="presParOf" srcId="{D47FA422-528F-9347-BEB8-2CDC9F3AEC8E}" destId="{7FDA5D4B-B78C-A443-B3DB-0CDB68D5BBBD}" srcOrd="5" destOrd="0" presId="urn:microsoft.com/office/officeart/2005/8/layout/vList2"/>
    <dgm:cxn modelId="{B0D5606A-5608-4B47-B973-6B593FFAE5E9}" type="presParOf" srcId="{D47FA422-528F-9347-BEB8-2CDC9F3AEC8E}" destId="{8F0AB8AD-9421-3F4D-9636-4F5507F11D45}" srcOrd="6"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EDAC2A86-33B1-FE4E-90E9-E624DDC781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83D5838-D629-B646-B8FD-ADE326B54F5B}">
      <dgm:prSet/>
      <dgm:spPr>
        <a:blipFill>
          <a:blip xmlns:r="http://schemas.openxmlformats.org/officeDocument/2006/relationships" r:embed="rId1"/>
          <a:stretch>
            <a:fillRect l="-1111" b="-5263"/>
          </a:stretch>
        </a:blipFill>
      </dgm:spPr>
      <dgm:t>
        <a:bodyPr/>
        <a:lstStyle/>
        <a:p>
          <a:r>
            <a:rPr lang="en-US">
              <a:noFill/>
            </a:rPr>
            <a:t> </a:t>
          </a:r>
        </a:p>
      </dgm:t>
    </dgm:pt>
    <dgm:pt modelId="{F9D3308C-3E21-E44C-9D4C-E033035537DF}" type="parTrans" cxnId="{632CC41C-1555-E044-A16D-1BDF8BEF91CE}">
      <dgm:prSet/>
      <dgm:spPr/>
      <dgm:t>
        <a:bodyPr/>
        <a:lstStyle/>
        <a:p>
          <a:endParaRPr lang="en-US"/>
        </a:p>
      </dgm:t>
    </dgm:pt>
    <dgm:pt modelId="{99837E48-9A65-6F4C-A921-5C657A3C5694}" type="sibTrans" cxnId="{632CC41C-1555-E044-A16D-1BDF8BEF91CE}">
      <dgm:prSet/>
      <dgm:spPr/>
      <dgm:t>
        <a:bodyPr/>
        <a:lstStyle/>
        <a:p>
          <a:endParaRPr lang="en-US"/>
        </a:p>
      </dgm:t>
    </dgm:pt>
    <dgm:pt modelId="{2FB6D6C7-6604-7444-8E8B-3E997B4B749C}">
      <dgm:prSet/>
      <dgm:spPr>
        <a:blipFill>
          <a:blip xmlns:r="http://schemas.openxmlformats.org/officeDocument/2006/relationships" r:embed="rId2"/>
          <a:stretch>
            <a:fillRect l="-1111" b="-7895"/>
          </a:stretch>
        </a:blipFill>
      </dgm:spPr>
      <dgm:t>
        <a:bodyPr/>
        <a:lstStyle/>
        <a:p>
          <a:r>
            <a:rPr lang="en-US">
              <a:noFill/>
            </a:rPr>
            <a:t> </a:t>
          </a:r>
        </a:p>
      </dgm:t>
    </dgm:pt>
    <dgm:pt modelId="{5CF11EAF-18DB-EB4C-95A9-58026D8134C1}" type="parTrans" cxnId="{84A0EEAC-BFFB-954D-8A2E-44AF644A6A28}">
      <dgm:prSet/>
      <dgm:spPr/>
      <dgm:t>
        <a:bodyPr/>
        <a:lstStyle/>
        <a:p>
          <a:endParaRPr lang="en-US"/>
        </a:p>
      </dgm:t>
    </dgm:pt>
    <dgm:pt modelId="{0F10CAF1-A5DF-314C-997C-029769DC6AA8}" type="sibTrans" cxnId="{84A0EEAC-BFFB-954D-8A2E-44AF644A6A28}">
      <dgm:prSet/>
      <dgm:spPr/>
      <dgm:t>
        <a:bodyPr/>
        <a:lstStyle/>
        <a:p>
          <a:endParaRPr lang="en-US"/>
        </a:p>
      </dgm:t>
    </dgm:pt>
    <dgm:pt modelId="{7286C67C-A1C1-AC46-AD7F-3EC51F2DFE7F}">
      <dgm:prSet/>
      <dgm:spPr>
        <a:blipFill>
          <a:blip xmlns:r="http://schemas.openxmlformats.org/officeDocument/2006/relationships" r:embed="rId3"/>
          <a:stretch>
            <a:fillRect l="-1111" b="-5263"/>
          </a:stretch>
        </a:blipFill>
      </dgm:spPr>
      <dgm:t>
        <a:bodyPr/>
        <a:lstStyle/>
        <a:p>
          <a:r>
            <a:rPr lang="en-US">
              <a:noFill/>
            </a:rPr>
            <a:t> </a:t>
          </a:r>
        </a:p>
      </dgm:t>
    </dgm:pt>
    <dgm:pt modelId="{C963D7CA-B7C1-8A45-A2EB-8F151172BBFE}" type="parTrans" cxnId="{D79C368D-91C5-AA41-9047-7DEF995683C1}">
      <dgm:prSet/>
      <dgm:spPr/>
      <dgm:t>
        <a:bodyPr/>
        <a:lstStyle/>
        <a:p>
          <a:endParaRPr lang="en-US"/>
        </a:p>
      </dgm:t>
    </dgm:pt>
    <dgm:pt modelId="{D22B98D9-A9EF-774D-809F-EF219963D810}" type="sibTrans" cxnId="{D79C368D-91C5-AA41-9047-7DEF995683C1}">
      <dgm:prSet/>
      <dgm:spPr/>
      <dgm:t>
        <a:bodyPr/>
        <a:lstStyle/>
        <a:p>
          <a:endParaRPr lang="en-US"/>
        </a:p>
      </dgm:t>
    </dgm:pt>
    <dgm:pt modelId="{6F9887C4-B249-C645-AAA6-BF6CAAF3D40D}">
      <dgm:prSet phldrT="[Text]"/>
      <dgm:spPr>
        <a:blipFill>
          <a:blip xmlns:r="http://schemas.openxmlformats.org/officeDocument/2006/relationships" r:embed="rId4"/>
          <a:stretch>
            <a:fillRect l="-1111" b="-5263"/>
          </a:stretch>
        </a:blipFill>
      </dgm:spPr>
      <dgm:t>
        <a:bodyPr/>
        <a:lstStyle/>
        <a:p>
          <a:r>
            <a:rPr lang="en-US">
              <a:noFill/>
            </a:rPr>
            <a:t> </a:t>
          </a:r>
        </a:p>
      </dgm:t>
    </dgm:pt>
    <dgm:pt modelId="{C92294CA-34B2-A84A-ACCA-7B038511B78B}" type="parTrans" cxnId="{585226A8-9A0D-A54E-BAE5-726DED97E799}">
      <dgm:prSet/>
      <dgm:spPr/>
      <dgm:t>
        <a:bodyPr/>
        <a:lstStyle/>
        <a:p>
          <a:endParaRPr lang="en-US"/>
        </a:p>
      </dgm:t>
    </dgm:pt>
    <dgm:pt modelId="{F1531EF9-A413-B846-BBCF-62E0DB9031C2}" type="sibTrans" cxnId="{585226A8-9A0D-A54E-BAE5-726DED97E799}">
      <dgm:prSet/>
      <dgm:spPr/>
      <dgm:t>
        <a:bodyPr/>
        <a:lstStyle/>
        <a:p>
          <a:endParaRPr lang="en-US"/>
        </a:p>
      </dgm:t>
    </dgm:pt>
    <dgm:pt modelId="{D47FA422-528F-9347-BEB8-2CDC9F3AEC8E}" type="pres">
      <dgm:prSet presAssocID="{EDAC2A86-33B1-FE4E-90E9-E624DDC78165}" presName="linear" presStyleCnt="0">
        <dgm:presLayoutVars>
          <dgm:animLvl val="lvl"/>
          <dgm:resizeHandles val="exact"/>
        </dgm:presLayoutVars>
      </dgm:prSet>
      <dgm:spPr/>
    </dgm:pt>
    <dgm:pt modelId="{DE9857CE-8A93-C94E-BEA6-2424E7F3A969}" type="pres">
      <dgm:prSet presAssocID="{B83D5838-D629-B646-B8FD-ADE326B54F5B}" presName="parentText" presStyleLbl="node1" presStyleIdx="0" presStyleCnt="4">
        <dgm:presLayoutVars>
          <dgm:chMax val="0"/>
          <dgm:bulletEnabled val="1"/>
        </dgm:presLayoutVars>
      </dgm:prSet>
      <dgm:spPr/>
    </dgm:pt>
    <dgm:pt modelId="{030EFC0F-0063-934F-A3A9-7457E8F5C177}" type="pres">
      <dgm:prSet presAssocID="{99837E48-9A65-6F4C-A921-5C657A3C5694}" presName="spacer" presStyleCnt="0"/>
      <dgm:spPr/>
    </dgm:pt>
    <dgm:pt modelId="{6234AC52-2918-9143-8F92-836E6FE86B1D}" type="pres">
      <dgm:prSet presAssocID="{2FB6D6C7-6604-7444-8E8B-3E997B4B749C}" presName="parentText" presStyleLbl="node1" presStyleIdx="1" presStyleCnt="4">
        <dgm:presLayoutVars>
          <dgm:chMax val="0"/>
          <dgm:bulletEnabled val="1"/>
        </dgm:presLayoutVars>
      </dgm:prSet>
      <dgm:spPr/>
    </dgm:pt>
    <dgm:pt modelId="{2815A9EC-CD88-3648-9E3F-0E3F31F1329E}" type="pres">
      <dgm:prSet presAssocID="{0F10CAF1-A5DF-314C-997C-029769DC6AA8}" presName="spacer" presStyleCnt="0"/>
      <dgm:spPr/>
    </dgm:pt>
    <dgm:pt modelId="{9E173454-E394-C64F-B624-2E498778417C}" type="pres">
      <dgm:prSet presAssocID="{7286C67C-A1C1-AC46-AD7F-3EC51F2DFE7F}" presName="parentText" presStyleLbl="node1" presStyleIdx="2" presStyleCnt="4">
        <dgm:presLayoutVars>
          <dgm:chMax val="0"/>
          <dgm:bulletEnabled val="1"/>
        </dgm:presLayoutVars>
      </dgm:prSet>
      <dgm:spPr/>
    </dgm:pt>
    <dgm:pt modelId="{7FDA5D4B-B78C-A443-B3DB-0CDB68D5BBBD}" type="pres">
      <dgm:prSet presAssocID="{D22B98D9-A9EF-774D-809F-EF219963D810}" presName="spacer" presStyleCnt="0"/>
      <dgm:spPr/>
    </dgm:pt>
    <dgm:pt modelId="{8F0AB8AD-9421-3F4D-9636-4F5507F11D45}" type="pres">
      <dgm:prSet presAssocID="{6F9887C4-B249-C645-AAA6-BF6CAAF3D40D}" presName="parentText" presStyleLbl="node1" presStyleIdx="3" presStyleCnt="4">
        <dgm:presLayoutVars>
          <dgm:chMax val="0"/>
          <dgm:bulletEnabled val="1"/>
        </dgm:presLayoutVars>
      </dgm:prSet>
      <dgm:spPr/>
    </dgm:pt>
  </dgm:ptLst>
  <dgm:cxnLst>
    <dgm:cxn modelId="{632CC41C-1555-E044-A16D-1BDF8BEF91CE}" srcId="{EDAC2A86-33B1-FE4E-90E9-E624DDC78165}" destId="{B83D5838-D629-B646-B8FD-ADE326B54F5B}" srcOrd="0" destOrd="0" parTransId="{F9D3308C-3E21-E44C-9D4C-E033035537DF}" sibTransId="{99837E48-9A65-6F4C-A921-5C657A3C5694}"/>
    <dgm:cxn modelId="{DE632328-227B-C04B-A7BE-8831ECEC5BDB}" type="presOf" srcId="{7286C67C-A1C1-AC46-AD7F-3EC51F2DFE7F}" destId="{9E173454-E394-C64F-B624-2E498778417C}" srcOrd="0" destOrd="0" presId="urn:microsoft.com/office/officeart/2005/8/layout/vList2"/>
    <dgm:cxn modelId="{31373036-55A3-044B-B944-B89F4C8C5149}" type="presOf" srcId="{EDAC2A86-33B1-FE4E-90E9-E624DDC78165}" destId="{D47FA422-528F-9347-BEB8-2CDC9F3AEC8E}" srcOrd="0" destOrd="0" presId="urn:microsoft.com/office/officeart/2005/8/layout/vList2"/>
    <dgm:cxn modelId="{404BE556-C84F-EB4A-8E15-61219A582B0B}" type="presOf" srcId="{B83D5838-D629-B646-B8FD-ADE326B54F5B}" destId="{DE9857CE-8A93-C94E-BEA6-2424E7F3A969}" srcOrd="0" destOrd="0" presId="urn:microsoft.com/office/officeart/2005/8/layout/vList2"/>
    <dgm:cxn modelId="{D79C368D-91C5-AA41-9047-7DEF995683C1}" srcId="{EDAC2A86-33B1-FE4E-90E9-E624DDC78165}" destId="{7286C67C-A1C1-AC46-AD7F-3EC51F2DFE7F}" srcOrd="2" destOrd="0" parTransId="{C963D7CA-B7C1-8A45-A2EB-8F151172BBFE}" sibTransId="{D22B98D9-A9EF-774D-809F-EF219963D810}"/>
    <dgm:cxn modelId="{585226A8-9A0D-A54E-BAE5-726DED97E799}" srcId="{EDAC2A86-33B1-FE4E-90E9-E624DDC78165}" destId="{6F9887C4-B249-C645-AAA6-BF6CAAF3D40D}" srcOrd="3" destOrd="0" parTransId="{C92294CA-34B2-A84A-ACCA-7B038511B78B}" sibTransId="{F1531EF9-A413-B846-BBCF-62E0DB9031C2}"/>
    <dgm:cxn modelId="{84A0EEAC-BFFB-954D-8A2E-44AF644A6A28}" srcId="{EDAC2A86-33B1-FE4E-90E9-E624DDC78165}" destId="{2FB6D6C7-6604-7444-8E8B-3E997B4B749C}" srcOrd="1" destOrd="0" parTransId="{5CF11EAF-18DB-EB4C-95A9-58026D8134C1}" sibTransId="{0F10CAF1-A5DF-314C-997C-029769DC6AA8}"/>
    <dgm:cxn modelId="{0D9464AF-C15C-1B4F-9CE9-00ADDA1314B3}" type="presOf" srcId="{2FB6D6C7-6604-7444-8E8B-3E997B4B749C}" destId="{6234AC52-2918-9143-8F92-836E6FE86B1D}" srcOrd="0" destOrd="0" presId="urn:microsoft.com/office/officeart/2005/8/layout/vList2"/>
    <dgm:cxn modelId="{91CD99DE-38CE-F343-ABDD-4C5F2E971461}" type="presOf" srcId="{6F9887C4-B249-C645-AAA6-BF6CAAF3D40D}" destId="{8F0AB8AD-9421-3F4D-9636-4F5507F11D45}" srcOrd="0" destOrd="0" presId="urn:microsoft.com/office/officeart/2005/8/layout/vList2"/>
    <dgm:cxn modelId="{4023ABE8-46EA-194B-8687-8CC45F76B81E}" type="presParOf" srcId="{D47FA422-528F-9347-BEB8-2CDC9F3AEC8E}" destId="{DE9857CE-8A93-C94E-BEA6-2424E7F3A969}" srcOrd="0" destOrd="0" presId="urn:microsoft.com/office/officeart/2005/8/layout/vList2"/>
    <dgm:cxn modelId="{E0670B05-E737-4646-BA88-FC2CE9A36D2D}" type="presParOf" srcId="{D47FA422-528F-9347-BEB8-2CDC9F3AEC8E}" destId="{030EFC0F-0063-934F-A3A9-7457E8F5C177}" srcOrd="1" destOrd="0" presId="urn:microsoft.com/office/officeart/2005/8/layout/vList2"/>
    <dgm:cxn modelId="{4A7FE968-E74E-6644-960F-C09BCD62B407}" type="presParOf" srcId="{D47FA422-528F-9347-BEB8-2CDC9F3AEC8E}" destId="{6234AC52-2918-9143-8F92-836E6FE86B1D}" srcOrd="2" destOrd="0" presId="urn:microsoft.com/office/officeart/2005/8/layout/vList2"/>
    <dgm:cxn modelId="{EF93CE76-DF49-1E47-8419-C1C08CBE0BB2}" type="presParOf" srcId="{D47FA422-528F-9347-BEB8-2CDC9F3AEC8E}" destId="{2815A9EC-CD88-3648-9E3F-0E3F31F1329E}" srcOrd="3" destOrd="0" presId="urn:microsoft.com/office/officeart/2005/8/layout/vList2"/>
    <dgm:cxn modelId="{ED957FD9-F21B-A24F-91AA-07A417FBA679}" type="presParOf" srcId="{D47FA422-528F-9347-BEB8-2CDC9F3AEC8E}" destId="{9E173454-E394-C64F-B624-2E498778417C}" srcOrd="4" destOrd="0" presId="urn:microsoft.com/office/officeart/2005/8/layout/vList2"/>
    <dgm:cxn modelId="{7337A4EB-D426-CE44-8817-3999A979FE09}" type="presParOf" srcId="{D47FA422-528F-9347-BEB8-2CDC9F3AEC8E}" destId="{7FDA5D4B-B78C-A443-B3DB-0CDB68D5BBBD}" srcOrd="5" destOrd="0" presId="urn:microsoft.com/office/officeart/2005/8/layout/vList2"/>
    <dgm:cxn modelId="{B0D5606A-5608-4B47-B973-6B593FFAE5E9}" type="presParOf" srcId="{D47FA422-528F-9347-BEB8-2CDC9F3AEC8E}" destId="{8F0AB8AD-9421-3F4D-9636-4F5507F11D45}" srcOrd="6"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EDAC2A86-33B1-FE4E-90E9-E624DDC781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B83D5838-D629-B646-B8FD-ADE326B54F5B}">
          <dgm:prSet/>
          <dgm:spPr/>
          <dgm:t>
            <a:bodyPr/>
            <a:lstStyle/>
            <a:p>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dgm:t>
        </dgm:pt>
      </mc:Choice>
      <mc:Fallback xmlns="">
        <dgm:pt modelId="{B83D5838-D629-B646-B8FD-ADE326B54F5B}">
          <dgm:prSet/>
          <dgm:spPr/>
          <dgm:t>
            <a:bodyPr/>
            <a:lstStyle/>
            <a:p>
              <a:r>
                <a:rPr lang="en-US" dirty="0"/>
                <a:t>Raw total intensity ratio was: </a:t>
              </a:r>
              <a:r>
                <a:rPr lang="en-DK" i="0"/>
                <a:t>1+3×10^(−7)</a:t>
              </a:r>
              <a:endParaRPr lang="en-DK" dirty="0"/>
            </a:p>
          </dgm:t>
        </dgm:pt>
      </mc:Fallback>
    </mc:AlternateContent>
    <dgm:pt modelId="{F9D3308C-3E21-E44C-9D4C-E033035537DF}" type="parTrans" cxnId="{632CC41C-1555-E044-A16D-1BDF8BEF91CE}">
      <dgm:prSet/>
      <dgm:spPr/>
      <dgm:t>
        <a:bodyPr/>
        <a:lstStyle/>
        <a:p>
          <a:endParaRPr lang="en-US"/>
        </a:p>
      </dgm:t>
    </dgm:pt>
    <dgm:pt modelId="{99837E48-9A65-6F4C-A921-5C657A3C5694}" type="sibTrans" cxnId="{632CC41C-1555-E044-A16D-1BDF8BEF91CE}">
      <dgm:prSet/>
      <dgm:spPr/>
      <dgm:t>
        <a:bodyPr/>
        <a:lstStyle/>
        <a:p>
          <a:endParaRPr lang="en-US"/>
        </a:p>
      </dgm:t>
    </dgm:pt>
    <mc:AlternateContent xmlns:mc="http://schemas.openxmlformats.org/markup-compatibility/2006" xmlns:a14="http://schemas.microsoft.com/office/drawing/2010/main">
      <mc:Choice Requires="a14">
        <dgm:pt modelId="{2FB6D6C7-6604-7444-8E8B-3E997B4B749C}">
          <dgm:prSet/>
          <dgm:spPr/>
          <dgm:t>
            <a:bodyPr/>
            <a:lstStyle/>
            <a:p>
              <a:r>
                <a:rPr lang="en-US" dirty="0"/>
                <a:t>Equator-cut Pearson correlation: </a:t>
              </a:r>
              <a14:m>
                <m:oMath xmlns:m="http://schemas.openxmlformats.org/officeDocument/2006/math">
                  <m:r>
                    <a:rPr lang="en-DK" i="1">
                      <a:latin typeface="Cambria Math" panose="02040503050406030204" pitchFamily="18" charset="0"/>
                    </a:rPr>
                    <m:t>0.999961</m:t>
                  </m:r>
                </m:oMath>
              </a14:m>
              <a:endParaRPr lang="en-DK" dirty="0"/>
            </a:p>
          </dgm:t>
        </dgm:pt>
      </mc:Choice>
      <mc:Fallback xmlns="">
        <dgm:pt modelId="{2FB6D6C7-6604-7444-8E8B-3E997B4B749C}">
          <dgm:prSet/>
          <dgm:spPr/>
          <dgm:t>
            <a:bodyPr/>
            <a:lstStyle/>
            <a:p>
              <a:r>
                <a:rPr lang="en-US" dirty="0"/>
                <a:t>Equator-cut Pearson correlation: </a:t>
              </a:r>
              <a:r>
                <a:rPr lang="en-DK" i="0"/>
                <a:t>0.999961</a:t>
              </a:r>
              <a:endParaRPr lang="en-DK" dirty="0"/>
            </a:p>
          </dgm:t>
        </dgm:pt>
      </mc:Fallback>
    </mc:AlternateContent>
    <dgm:pt modelId="{5CF11EAF-18DB-EB4C-95A9-58026D8134C1}" type="parTrans" cxnId="{84A0EEAC-BFFB-954D-8A2E-44AF644A6A28}">
      <dgm:prSet/>
      <dgm:spPr/>
      <dgm:t>
        <a:bodyPr/>
        <a:lstStyle/>
        <a:p>
          <a:endParaRPr lang="en-US"/>
        </a:p>
      </dgm:t>
    </dgm:pt>
    <dgm:pt modelId="{0F10CAF1-A5DF-314C-997C-029769DC6AA8}" type="sibTrans" cxnId="{84A0EEAC-BFFB-954D-8A2E-44AF644A6A28}">
      <dgm:prSet/>
      <dgm:spPr/>
      <dgm:t>
        <a:bodyPr/>
        <a:lstStyle/>
        <a:p>
          <a:endParaRPr lang="en-US"/>
        </a:p>
      </dgm:t>
    </dgm:pt>
    <mc:AlternateContent xmlns:mc="http://schemas.openxmlformats.org/markup-compatibility/2006" xmlns:a14="http://schemas.microsoft.com/office/drawing/2010/main">
      <mc:Choice Requires="a14">
        <dgm:pt modelId="{7286C67C-A1C1-AC46-AD7F-3EC51F2DFE7F}">
          <dgm:prSet/>
          <dgm:spPr/>
          <dgm:t>
            <a:bodyPr/>
            <a:lstStyle/>
            <a:p>
              <a:r>
                <a:rPr lang="en-US" dirty="0"/>
                <a:t>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dgm:t>
        </dgm:pt>
      </mc:Choice>
      <mc:Fallback xmlns="">
        <dgm:pt modelId="{7286C67C-A1C1-AC46-AD7F-3EC51F2DFE7F}">
          <dgm:prSet/>
          <dgm:spPr/>
          <dgm:t>
            <a:bodyPr/>
            <a:lstStyle/>
            <a:p>
              <a:r>
                <a:rPr lang="en-US" dirty="0"/>
                <a:t>Equator-cut: </a:t>
              </a:r>
              <a:r>
                <a:rPr lang="en-DK" i="0"/>
                <a:t>𝜒_𝜐^2=3.02</a:t>
              </a:r>
              <a:endParaRPr lang="en-DK" dirty="0"/>
            </a:p>
          </dgm:t>
        </dgm:pt>
      </mc:Fallback>
    </mc:AlternateContent>
    <dgm:pt modelId="{C963D7CA-B7C1-8A45-A2EB-8F151172BBFE}" type="parTrans" cxnId="{D79C368D-91C5-AA41-9047-7DEF995683C1}">
      <dgm:prSet/>
      <dgm:spPr/>
      <dgm:t>
        <a:bodyPr/>
        <a:lstStyle/>
        <a:p>
          <a:endParaRPr lang="en-US"/>
        </a:p>
      </dgm:t>
    </dgm:pt>
    <dgm:pt modelId="{D22B98D9-A9EF-774D-809F-EF219963D810}" type="sibTrans" cxnId="{D79C368D-91C5-AA41-9047-7DEF995683C1}">
      <dgm:prSet/>
      <dgm:spPr/>
      <dgm:t>
        <a:bodyPr/>
        <a:lstStyle/>
        <a:p>
          <a:endParaRPr lang="en-US"/>
        </a:p>
      </dgm:t>
    </dgm:pt>
    <mc:AlternateContent xmlns:mc="http://schemas.openxmlformats.org/markup-compatibility/2006" xmlns:a14="http://schemas.microsoft.com/office/drawing/2010/main">
      <mc:Choice Requires="a14">
        <dgm:pt modelId="{6F9887C4-B249-C645-AAA6-BF6CAAF3D40D}">
          <dgm:prSet phldrT="[Text]"/>
          <dgm:spPr/>
          <dgm:t>
            <a:bodyPr/>
            <a:lstStyle/>
            <a:p>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dgm:t>
        </dgm:pt>
      </mc:Choice>
      <mc:Fallback xmlns="">
        <dgm:pt modelId="{6F9887C4-B249-C645-AAA6-BF6CAAF3D40D}">
          <dgm:prSet phldrT="[Text]"/>
          <dgm:spPr/>
          <dgm:t>
            <a:bodyPr/>
            <a:lstStyle/>
            <a:p>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dgm:t>
        </dgm:pt>
      </mc:Fallback>
    </mc:AlternateContent>
    <dgm:pt modelId="{C92294CA-34B2-A84A-ACCA-7B038511B78B}" type="parTrans" cxnId="{585226A8-9A0D-A54E-BAE5-726DED97E799}">
      <dgm:prSet/>
      <dgm:spPr/>
      <dgm:t>
        <a:bodyPr/>
        <a:lstStyle/>
        <a:p>
          <a:endParaRPr lang="en-US"/>
        </a:p>
      </dgm:t>
    </dgm:pt>
    <dgm:pt modelId="{F1531EF9-A413-B846-BBCF-62E0DB9031C2}" type="sibTrans" cxnId="{585226A8-9A0D-A54E-BAE5-726DED97E799}">
      <dgm:prSet/>
      <dgm:spPr/>
      <dgm:t>
        <a:bodyPr/>
        <a:lstStyle/>
        <a:p>
          <a:endParaRPr lang="en-US"/>
        </a:p>
      </dgm:t>
    </dgm:pt>
    <dgm:pt modelId="{D47FA422-528F-9347-BEB8-2CDC9F3AEC8E}" type="pres">
      <dgm:prSet presAssocID="{EDAC2A86-33B1-FE4E-90E9-E624DDC78165}" presName="linear" presStyleCnt="0">
        <dgm:presLayoutVars>
          <dgm:animLvl val="lvl"/>
          <dgm:resizeHandles val="exact"/>
        </dgm:presLayoutVars>
      </dgm:prSet>
      <dgm:spPr/>
    </dgm:pt>
    <dgm:pt modelId="{DE9857CE-8A93-C94E-BEA6-2424E7F3A969}" type="pres">
      <dgm:prSet presAssocID="{B83D5838-D629-B646-B8FD-ADE326B54F5B}" presName="parentText" presStyleLbl="node1" presStyleIdx="0" presStyleCnt="4">
        <dgm:presLayoutVars>
          <dgm:chMax val="0"/>
          <dgm:bulletEnabled val="1"/>
        </dgm:presLayoutVars>
      </dgm:prSet>
      <dgm:spPr/>
    </dgm:pt>
    <dgm:pt modelId="{030EFC0F-0063-934F-A3A9-7457E8F5C177}" type="pres">
      <dgm:prSet presAssocID="{99837E48-9A65-6F4C-A921-5C657A3C5694}" presName="spacer" presStyleCnt="0"/>
      <dgm:spPr/>
    </dgm:pt>
    <dgm:pt modelId="{6234AC52-2918-9143-8F92-836E6FE86B1D}" type="pres">
      <dgm:prSet presAssocID="{2FB6D6C7-6604-7444-8E8B-3E997B4B749C}" presName="parentText" presStyleLbl="node1" presStyleIdx="1" presStyleCnt="4">
        <dgm:presLayoutVars>
          <dgm:chMax val="0"/>
          <dgm:bulletEnabled val="1"/>
        </dgm:presLayoutVars>
      </dgm:prSet>
      <dgm:spPr/>
    </dgm:pt>
    <dgm:pt modelId="{2815A9EC-CD88-3648-9E3F-0E3F31F1329E}" type="pres">
      <dgm:prSet presAssocID="{0F10CAF1-A5DF-314C-997C-029769DC6AA8}" presName="spacer" presStyleCnt="0"/>
      <dgm:spPr/>
    </dgm:pt>
    <dgm:pt modelId="{9E173454-E394-C64F-B624-2E498778417C}" type="pres">
      <dgm:prSet presAssocID="{7286C67C-A1C1-AC46-AD7F-3EC51F2DFE7F}" presName="parentText" presStyleLbl="node1" presStyleIdx="2" presStyleCnt="4">
        <dgm:presLayoutVars>
          <dgm:chMax val="0"/>
          <dgm:bulletEnabled val="1"/>
        </dgm:presLayoutVars>
      </dgm:prSet>
      <dgm:spPr/>
    </dgm:pt>
    <dgm:pt modelId="{7FDA5D4B-B78C-A443-B3DB-0CDB68D5BBBD}" type="pres">
      <dgm:prSet presAssocID="{D22B98D9-A9EF-774D-809F-EF219963D810}" presName="spacer" presStyleCnt="0"/>
      <dgm:spPr/>
    </dgm:pt>
    <dgm:pt modelId="{8F0AB8AD-9421-3F4D-9636-4F5507F11D45}" type="pres">
      <dgm:prSet presAssocID="{6F9887C4-B249-C645-AAA6-BF6CAAF3D40D}" presName="parentText" presStyleLbl="node1" presStyleIdx="3" presStyleCnt="4">
        <dgm:presLayoutVars>
          <dgm:chMax val="0"/>
          <dgm:bulletEnabled val="1"/>
        </dgm:presLayoutVars>
      </dgm:prSet>
      <dgm:spPr/>
    </dgm:pt>
  </dgm:ptLst>
  <dgm:cxnLst>
    <dgm:cxn modelId="{632CC41C-1555-E044-A16D-1BDF8BEF91CE}" srcId="{EDAC2A86-33B1-FE4E-90E9-E624DDC78165}" destId="{B83D5838-D629-B646-B8FD-ADE326B54F5B}" srcOrd="0" destOrd="0" parTransId="{F9D3308C-3E21-E44C-9D4C-E033035537DF}" sibTransId="{99837E48-9A65-6F4C-A921-5C657A3C5694}"/>
    <dgm:cxn modelId="{DE632328-227B-C04B-A7BE-8831ECEC5BDB}" type="presOf" srcId="{7286C67C-A1C1-AC46-AD7F-3EC51F2DFE7F}" destId="{9E173454-E394-C64F-B624-2E498778417C}" srcOrd="0" destOrd="0" presId="urn:microsoft.com/office/officeart/2005/8/layout/vList2"/>
    <dgm:cxn modelId="{31373036-55A3-044B-B944-B89F4C8C5149}" type="presOf" srcId="{EDAC2A86-33B1-FE4E-90E9-E624DDC78165}" destId="{D47FA422-528F-9347-BEB8-2CDC9F3AEC8E}" srcOrd="0" destOrd="0" presId="urn:microsoft.com/office/officeart/2005/8/layout/vList2"/>
    <dgm:cxn modelId="{404BE556-C84F-EB4A-8E15-61219A582B0B}" type="presOf" srcId="{B83D5838-D629-B646-B8FD-ADE326B54F5B}" destId="{DE9857CE-8A93-C94E-BEA6-2424E7F3A969}" srcOrd="0" destOrd="0" presId="urn:microsoft.com/office/officeart/2005/8/layout/vList2"/>
    <dgm:cxn modelId="{D79C368D-91C5-AA41-9047-7DEF995683C1}" srcId="{EDAC2A86-33B1-FE4E-90E9-E624DDC78165}" destId="{7286C67C-A1C1-AC46-AD7F-3EC51F2DFE7F}" srcOrd="2" destOrd="0" parTransId="{C963D7CA-B7C1-8A45-A2EB-8F151172BBFE}" sibTransId="{D22B98D9-A9EF-774D-809F-EF219963D810}"/>
    <dgm:cxn modelId="{585226A8-9A0D-A54E-BAE5-726DED97E799}" srcId="{EDAC2A86-33B1-FE4E-90E9-E624DDC78165}" destId="{6F9887C4-B249-C645-AAA6-BF6CAAF3D40D}" srcOrd="3" destOrd="0" parTransId="{C92294CA-34B2-A84A-ACCA-7B038511B78B}" sibTransId="{F1531EF9-A413-B846-BBCF-62E0DB9031C2}"/>
    <dgm:cxn modelId="{84A0EEAC-BFFB-954D-8A2E-44AF644A6A28}" srcId="{EDAC2A86-33B1-FE4E-90E9-E624DDC78165}" destId="{2FB6D6C7-6604-7444-8E8B-3E997B4B749C}" srcOrd="1" destOrd="0" parTransId="{5CF11EAF-18DB-EB4C-95A9-58026D8134C1}" sibTransId="{0F10CAF1-A5DF-314C-997C-029769DC6AA8}"/>
    <dgm:cxn modelId="{0D9464AF-C15C-1B4F-9CE9-00ADDA1314B3}" type="presOf" srcId="{2FB6D6C7-6604-7444-8E8B-3E997B4B749C}" destId="{6234AC52-2918-9143-8F92-836E6FE86B1D}" srcOrd="0" destOrd="0" presId="urn:microsoft.com/office/officeart/2005/8/layout/vList2"/>
    <dgm:cxn modelId="{91CD99DE-38CE-F343-ABDD-4C5F2E971461}" type="presOf" srcId="{6F9887C4-B249-C645-AAA6-BF6CAAF3D40D}" destId="{8F0AB8AD-9421-3F4D-9636-4F5507F11D45}" srcOrd="0" destOrd="0" presId="urn:microsoft.com/office/officeart/2005/8/layout/vList2"/>
    <dgm:cxn modelId="{4023ABE8-46EA-194B-8687-8CC45F76B81E}" type="presParOf" srcId="{D47FA422-528F-9347-BEB8-2CDC9F3AEC8E}" destId="{DE9857CE-8A93-C94E-BEA6-2424E7F3A969}" srcOrd="0" destOrd="0" presId="urn:microsoft.com/office/officeart/2005/8/layout/vList2"/>
    <dgm:cxn modelId="{E0670B05-E737-4646-BA88-FC2CE9A36D2D}" type="presParOf" srcId="{D47FA422-528F-9347-BEB8-2CDC9F3AEC8E}" destId="{030EFC0F-0063-934F-A3A9-7457E8F5C177}" srcOrd="1" destOrd="0" presId="urn:microsoft.com/office/officeart/2005/8/layout/vList2"/>
    <dgm:cxn modelId="{4A7FE968-E74E-6644-960F-C09BCD62B407}" type="presParOf" srcId="{D47FA422-528F-9347-BEB8-2CDC9F3AEC8E}" destId="{6234AC52-2918-9143-8F92-836E6FE86B1D}" srcOrd="2" destOrd="0" presId="urn:microsoft.com/office/officeart/2005/8/layout/vList2"/>
    <dgm:cxn modelId="{EF93CE76-DF49-1E47-8419-C1C08CBE0BB2}" type="presParOf" srcId="{D47FA422-528F-9347-BEB8-2CDC9F3AEC8E}" destId="{2815A9EC-CD88-3648-9E3F-0E3F31F1329E}" srcOrd="3" destOrd="0" presId="urn:microsoft.com/office/officeart/2005/8/layout/vList2"/>
    <dgm:cxn modelId="{ED957FD9-F21B-A24F-91AA-07A417FBA679}" type="presParOf" srcId="{D47FA422-528F-9347-BEB8-2CDC9F3AEC8E}" destId="{9E173454-E394-C64F-B624-2E498778417C}" srcOrd="4" destOrd="0" presId="urn:microsoft.com/office/officeart/2005/8/layout/vList2"/>
    <dgm:cxn modelId="{7337A4EB-D426-CE44-8817-3999A979FE09}" type="presParOf" srcId="{D47FA422-528F-9347-BEB8-2CDC9F3AEC8E}" destId="{7FDA5D4B-B78C-A443-B3DB-0CDB68D5BBBD}" srcOrd="5" destOrd="0" presId="urn:microsoft.com/office/officeart/2005/8/layout/vList2"/>
    <dgm:cxn modelId="{B0D5606A-5608-4B47-B973-6B593FFAE5E9}" type="presParOf" srcId="{D47FA422-528F-9347-BEB8-2CDC9F3AEC8E}" destId="{8F0AB8AD-9421-3F4D-9636-4F5507F11D45}" srcOrd="6"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EDAC2A86-33B1-FE4E-90E9-E624DDC781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83D5838-D629-B646-B8FD-ADE326B54F5B}">
      <dgm:prSet/>
      <dgm:spPr>
        <a:blipFill>
          <a:blip xmlns:r="http://schemas.openxmlformats.org/officeDocument/2006/relationships" r:embed="rId1"/>
          <a:stretch>
            <a:fillRect l="-1111" b="-5263"/>
          </a:stretch>
        </a:blipFill>
      </dgm:spPr>
      <dgm:t>
        <a:bodyPr/>
        <a:lstStyle/>
        <a:p>
          <a:r>
            <a:rPr lang="en-US">
              <a:noFill/>
            </a:rPr>
            <a:t> </a:t>
          </a:r>
        </a:p>
      </dgm:t>
    </dgm:pt>
    <dgm:pt modelId="{F9D3308C-3E21-E44C-9D4C-E033035537DF}" type="parTrans" cxnId="{632CC41C-1555-E044-A16D-1BDF8BEF91CE}">
      <dgm:prSet/>
      <dgm:spPr/>
      <dgm:t>
        <a:bodyPr/>
        <a:lstStyle/>
        <a:p>
          <a:endParaRPr lang="en-US"/>
        </a:p>
      </dgm:t>
    </dgm:pt>
    <dgm:pt modelId="{99837E48-9A65-6F4C-A921-5C657A3C5694}" type="sibTrans" cxnId="{632CC41C-1555-E044-A16D-1BDF8BEF91CE}">
      <dgm:prSet/>
      <dgm:spPr/>
      <dgm:t>
        <a:bodyPr/>
        <a:lstStyle/>
        <a:p>
          <a:endParaRPr lang="en-US"/>
        </a:p>
      </dgm:t>
    </dgm:pt>
    <dgm:pt modelId="{2FB6D6C7-6604-7444-8E8B-3E997B4B749C}">
      <dgm:prSet/>
      <dgm:spPr>
        <a:blipFill>
          <a:blip xmlns:r="http://schemas.openxmlformats.org/officeDocument/2006/relationships" r:embed="rId2"/>
          <a:stretch>
            <a:fillRect l="-1111" b="-7895"/>
          </a:stretch>
        </a:blipFill>
      </dgm:spPr>
      <dgm:t>
        <a:bodyPr/>
        <a:lstStyle/>
        <a:p>
          <a:r>
            <a:rPr lang="en-US">
              <a:noFill/>
            </a:rPr>
            <a:t> </a:t>
          </a:r>
        </a:p>
      </dgm:t>
    </dgm:pt>
    <dgm:pt modelId="{5CF11EAF-18DB-EB4C-95A9-58026D8134C1}" type="parTrans" cxnId="{84A0EEAC-BFFB-954D-8A2E-44AF644A6A28}">
      <dgm:prSet/>
      <dgm:spPr/>
      <dgm:t>
        <a:bodyPr/>
        <a:lstStyle/>
        <a:p>
          <a:endParaRPr lang="en-US"/>
        </a:p>
      </dgm:t>
    </dgm:pt>
    <dgm:pt modelId="{0F10CAF1-A5DF-314C-997C-029769DC6AA8}" type="sibTrans" cxnId="{84A0EEAC-BFFB-954D-8A2E-44AF644A6A28}">
      <dgm:prSet/>
      <dgm:spPr/>
      <dgm:t>
        <a:bodyPr/>
        <a:lstStyle/>
        <a:p>
          <a:endParaRPr lang="en-US"/>
        </a:p>
      </dgm:t>
    </dgm:pt>
    <dgm:pt modelId="{7286C67C-A1C1-AC46-AD7F-3EC51F2DFE7F}">
      <dgm:prSet/>
      <dgm:spPr>
        <a:blipFill>
          <a:blip xmlns:r="http://schemas.openxmlformats.org/officeDocument/2006/relationships" r:embed="rId3"/>
          <a:stretch>
            <a:fillRect l="-1111" b="-5263"/>
          </a:stretch>
        </a:blipFill>
      </dgm:spPr>
      <dgm:t>
        <a:bodyPr/>
        <a:lstStyle/>
        <a:p>
          <a:r>
            <a:rPr lang="en-US">
              <a:noFill/>
            </a:rPr>
            <a:t> </a:t>
          </a:r>
        </a:p>
      </dgm:t>
    </dgm:pt>
    <dgm:pt modelId="{C963D7CA-B7C1-8A45-A2EB-8F151172BBFE}" type="parTrans" cxnId="{D79C368D-91C5-AA41-9047-7DEF995683C1}">
      <dgm:prSet/>
      <dgm:spPr/>
      <dgm:t>
        <a:bodyPr/>
        <a:lstStyle/>
        <a:p>
          <a:endParaRPr lang="en-US"/>
        </a:p>
      </dgm:t>
    </dgm:pt>
    <dgm:pt modelId="{D22B98D9-A9EF-774D-809F-EF219963D810}" type="sibTrans" cxnId="{D79C368D-91C5-AA41-9047-7DEF995683C1}">
      <dgm:prSet/>
      <dgm:spPr/>
      <dgm:t>
        <a:bodyPr/>
        <a:lstStyle/>
        <a:p>
          <a:endParaRPr lang="en-US"/>
        </a:p>
      </dgm:t>
    </dgm:pt>
    <dgm:pt modelId="{6F9887C4-B249-C645-AAA6-BF6CAAF3D40D}">
      <dgm:prSet phldrT="[Text]"/>
      <dgm:spPr>
        <a:blipFill>
          <a:blip xmlns:r="http://schemas.openxmlformats.org/officeDocument/2006/relationships" r:embed="rId4"/>
          <a:stretch>
            <a:fillRect l="-1111" b="-5263"/>
          </a:stretch>
        </a:blipFill>
      </dgm:spPr>
      <dgm:t>
        <a:bodyPr/>
        <a:lstStyle/>
        <a:p>
          <a:r>
            <a:rPr lang="en-US">
              <a:noFill/>
            </a:rPr>
            <a:t> </a:t>
          </a:r>
        </a:p>
      </dgm:t>
    </dgm:pt>
    <dgm:pt modelId="{C92294CA-34B2-A84A-ACCA-7B038511B78B}" type="parTrans" cxnId="{585226A8-9A0D-A54E-BAE5-726DED97E799}">
      <dgm:prSet/>
      <dgm:spPr/>
      <dgm:t>
        <a:bodyPr/>
        <a:lstStyle/>
        <a:p>
          <a:endParaRPr lang="en-US"/>
        </a:p>
      </dgm:t>
    </dgm:pt>
    <dgm:pt modelId="{F1531EF9-A413-B846-BBCF-62E0DB9031C2}" type="sibTrans" cxnId="{585226A8-9A0D-A54E-BAE5-726DED97E799}">
      <dgm:prSet/>
      <dgm:spPr/>
      <dgm:t>
        <a:bodyPr/>
        <a:lstStyle/>
        <a:p>
          <a:endParaRPr lang="en-US"/>
        </a:p>
      </dgm:t>
    </dgm:pt>
    <dgm:pt modelId="{D47FA422-528F-9347-BEB8-2CDC9F3AEC8E}" type="pres">
      <dgm:prSet presAssocID="{EDAC2A86-33B1-FE4E-90E9-E624DDC78165}" presName="linear" presStyleCnt="0">
        <dgm:presLayoutVars>
          <dgm:animLvl val="lvl"/>
          <dgm:resizeHandles val="exact"/>
        </dgm:presLayoutVars>
      </dgm:prSet>
      <dgm:spPr/>
    </dgm:pt>
    <dgm:pt modelId="{DE9857CE-8A93-C94E-BEA6-2424E7F3A969}" type="pres">
      <dgm:prSet presAssocID="{B83D5838-D629-B646-B8FD-ADE326B54F5B}" presName="parentText" presStyleLbl="node1" presStyleIdx="0" presStyleCnt="4">
        <dgm:presLayoutVars>
          <dgm:chMax val="0"/>
          <dgm:bulletEnabled val="1"/>
        </dgm:presLayoutVars>
      </dgm:prSet>
      <dgm:spPr/>
    </dgm:pt>
    <dgm:pt modelId="{030EFC0F-0063-934F-A3A9-7457E8F5C177}" type="pres">
      <dgm:prSet presAssocID="{99837E48-9A65-6F4C-A921-5C657A3C5694}" presName="spacer" presStyleCnt="0"/>
      <dgm:spPr/>
    </dgm:pt>
    <dgm:pt modelId="{6234AC52-2918-9143-8F92-836E6FE86B1D}" type="pres">
      <dgm:prSet presAssocID="{2FB6D6C7-6604-7444-8E8B-3E997B4B749C}" presName="parentText" presStyleLbl="node1" presStyleIdx="1" presStyleCnt="4">
        <dgm:presLayoutVars>
          <dgm:chMax val="0"/>
          <dgm:bulletEnabled val="1"/>
        </dgm:presLayoutVars>
      </dgm:prSet>
      <dgm:spPr/>
    </dgm:pt>
    <dgm:pt modelId="{2815A9EC-CD88-3648-9E3F-0E3F31F1329E}" type="pres">
      <dgm:prSet presAssocID="{0F10CAF1-A5DF-314C-997C-029769DC6AA8}" presName="spacer" presStyleCnt="0"/>
      <dgm:spPr/>
    </dgm:pt>
    <dgm:pt modelId="{9E173454-E394-C64F-B624-2E498778417C}" type="pres">
      <dgm:prSet presAssocID="{7286C67C-A1C1-AC46-AD7F-3EC51F2DFE7F}" presName="parentText" presStyleLbl="node1" presStyleIdx="2" presStyleCnt="4">
        <dgm:presLayoutVars>
          <dgm:chMax val="0"/>
          <dgm:bulletEnabled val="1"/>
        </dgm:presLayoutVars>
      </dgm:prSet>
      <dgm:spPr/>
    </dgm:pt>
    <dgm:pt modelId="{7FDA5D4B-B78C-A443-B3DB-0CDB68D5BBBD}" type="pres">
      <dgm:prSet presAssocID="{D22B98D9-A9EF-774D-809F-EF219963D810}" presName="spacer" presStyleCnt="0"/>
      <dgm:spPr/>
    </dgm:pt>
    <dgm:pt modelId="{8F0AB8AD-9421-3F4D-9636-4F5507F11D45}" type="pres">
      <dgm:prSet presAssocID="{6F9887C4-B249-C645-AAA6-BF6CAAF3D40D}" presName="parentText" presStyleLbl="node1" presStyleIdx="3" presStyleCnt="4">
        <dgm:presLayoutVars>
          <dgm:chMax val="0"/>
          <dgm:bulletEnabled val="1"/>
        </dgm:presLayoutVars>
      </dgm:prSet>
      <dgm:spPr/>
    </dgm:pt>
  </dgm:ptLst>
  <dgm:cxnLst>
    <dgm:cxn modelId="{632CC41C-1555-E044-A16D-1BDF8BEF91CE}" srcId="{EDAC2A86-33B1-FE4E-90E9-E624DDC78165}" destId="{B83D5838-D629-B646-B8FD-ADE326B54F5B}" srcOrd="0" destOrd="0" parTransId="{F9D3308C-3E21-E44C-9D4C-E033035537DF}" sibTransId="{99837E48-9A65-6F4C-A921-5C657A3C5694}"/>
    <dgm:cxn modelId="{DE632328-227B-C04B-A7BE-8831ECEC5BDB}" type="presOf" srcId="{7286C67C-A1C1-AC46-AD7F-3EC51F2DFE7F}" destId="{9E173454-E394-C64F-B624-2E498778417C}" srcOrd="0" destOrd="0" presId="urn:microsoft.com/office/officeart/2005/8/layout/vList2"/>
    <dgm:cxn modelId="{31373036-55A3-044B-B944-B89F4C8C5149}" type="presOf" srcId="{EDAC2A86-33B1-FE4E-90E9-E624DDC78165}" destId="{D47FA422-528F-9347-BEB8-2CDC9F3AEC8E}" srcOrd="0" destOrd="0" presId="urn:microsoft.com/office/officeart/2005/8/layout/vList2"/>
    <dgm:cxn modelId="{404BE556-C84F-EB4A-8E15-61219A582B0B}" type="presOf" srcId="{B83D5838-D629-B646-B8FD-ADE326B54F5B}" destId="{DE9857CE-8A93-C94E-BEA6-2424E7F3A969}" srcOrd="0" destOrd="0" presId="urn:microsoft.com/office/officeart/2005/8/layout/vList2"/>
    <dgm:cxn modelId="{D79C368D-91C5-AA41-9047-7DEF995683C1}" srcId="{EDAC2A86-33B1-FE4E-90E9-E624DDC78165}" destId="{7286C67C-A1C1-AC46-AD7F-3EC51F2DFE7F}" srcOrd="2" destOrd="0" parTransId="{C963D7CA-B7C1-8A45-A2EB-8F151172BBFE}" sibTransId="{D22B98D9-A9EF-774D-809F-EF219963D810}"/>
    <dgm:cxn modelId="{585226A8-9A0D-A54E-BAE5-726DED97E799}" srcId="{EDAC2A86-33B1-FE4E-90E9-E624DDC78165}" destId="{6F9887C4-B249-C645-AAA6-BF6CAAF3D40D}" srcOrd="3" destOrd="0" parTransId="{C92294CA-34B2-A84A-ACCA-7B038511B78B}" sibTransId="{F1531EF9-A413-B846-BBCF-62E0DB9031C2}"/>
    <dgm:cxn modelId="{84A0EEAC-BFFB-954D-8A2E-44AF644A6A28}" srcId="{EDAC2A86-33B1-FE4E-90E9-E624DDC78165}" destId="{2FB6D6C7-6604-7444-8E8B-3E997B4B749C}" srcOrd="1" destOrd="0" parTransId="{5CF11EAF-18DB-EB4C-95A9-58026D8134C1}" sibTransId="{0F10CAF1-A5DF-314C-997C-029769DC6AA8}"/>
    <dgm:cxn modelId="{0D9464AF-C15C-1B4F-9CE9-00ADDA1314B3}" type="presOf" srcId="{2FB6D6C7-6604-7444-8E8B-3E997B4B749C}" destId="{6234AC52-2918-9143-8F92-836E6FE86B1D}" srcOrd="0" destOrd="0" presId="urn:microsoft.com/office/officeart/2005/8/layout/vList2"/>
    <dgm:cxn modelId="{91CD99DE-38CE-F343-ABDD-4C5F2E971461}" type="presOf" srcId="{6F9887C4-B249-C645-AAA6-BF6CAAF3D40D}" destId="{8F0AB8AD-9421-3F4D-9636-4F5507F11D45}" srcOrd="0" destOrd="0" presId="urn:microsoft.com/office/officeart/2005/8/layout/vList2"/>
    <dgm:cxn modelId="{4023ABE8-46EA-194B-8687-8CC45F76B81E}" type="presParOf" srcId="{D47FA422-528F-9347-BEB8-2CDC9F3AEC8E}" destId="{DE9857CE-8A93-C94E-BEA6-2424E7F3A969}" srcOrd="0" destOrd="0" presId="urn:microsoft.com/office/officeart/2005/8/layout/vList2"/>
    <dgm:cxn modelId="{E0670B05-E737-4646-BA88-FC2CE9A36D2D}" type="presParOf" srcId="{D47FA422-528F-9347-BEB8-2CDC9F3AEC8E}" destId="{030EFC0F-0063-934F-A3A9-7457E8F5C177}" srcOrd="1" destOrd="0" presId="urn:microsoft.com/office/officeart/2005/8/layout/vList2"/>
    <dgm:cxn modelId="{4A7FE968-E74E-6644-960F-C09BCD62B407}" type="presParOf" srcId="{D47FA422-528F-9347-BEB8-2CDC9F3AEC8E}" destId="{6234AC52-2918-9143-8F92-836E6FE86B1D}" srcOrd="2" destOrd="0" presId="urn:microsoft.com/office/officeart/2005/8/layout/vList2"/>
    <dgm:cxn modelId="{EF93CE76-DF49-1E47-8419-C1C08CBE0BB2}" type="presParOf" srcId="{D47FA422-528F-9347-BEB8-2CDC9F3AEC8E}" destId="{2815A9EC-CD88-3648-9E3F-0E3F31F1329E}" srcOrd="3" destOrd="0" presId="urn:microsoft.com/office/officeart/2005/8/layout/vList2"/>
    <dgm:cxn modelId="{ED957FD9-F21B-A24F-91AA-07A417FBA679}" type="presParOf" srcId="{D47FA422-528F-9347-BEB8-2CDC9F3AEC8E}" destId="{9E173454-E394-C64F-B624-2E498778417C}" srcOrd="4" destOrd="0" presId="urn:microsoft.com/office/officeart/2005/8/layout/vList2"/>
    <dgm:cxn modelId="{7337A4EB-D426-CE44-8817-3999A979FE09}" type="presParOf" srcId="{D47FA422-528F-9347-BEB8-2CDC9F3AEC8E}" destId="{7FDA5D4B-B78C-A443-B3DB-0CDB68D5BBBD}" srcOrd="5" destOrd="0" presId="urn:microsoft.com/office/officeart/2005/8/layout/vList2"/>
    <dgm:cxn modelId="{B0D5606A-5608-4B47-B973-6B593FFAE5E9}" type="presParOf" srcId="{D47FA422-528F-9347-BEB8-2CDC9F3AEC8E}" destId="{8F0AB8AD-9421-3F4D-9636-4F5507F11D45}" srcOrd="6"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6183D0DC-DB55-D346-A7D7-A35B630F66FB}"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1E3DDDFF-9715-6E4D-885F-E1DD35BAC0E9}">
      <dgm:prSet custT="1"/>
      <dgm:spPr/>
      <dgm:t>
        <a:bodyPr/>
        <a:lstStyle/>
        <a:p>
          <a:r>
            <a:rPr lang="en-US" sz="1800" dirty="0"/>
            <a:t>Integrated intensity ratio:</a:t>
          </a:r>
          <a:endParaRPr lang="en-DK" sz="1800" dirty="0"/>
        </a:p>
      </dgm:t>
    </dgm:pt>
    <dgm:pt modelId="{53D7AF92-0154-024D-A99E-660B60CA0738}" type="parTrans" cxnId="{7B031C13-D40F-CE4F-A03F-A2F621C14236}">
      <dgm:prSet/>
      <dgm:spPr/>
      <dgm:t>
        <a:bodyPr/>
        <a:lstStyle/>
        <a:p>
          <a:endParaRPr lang="en-US"/>
        </a:p>
      </dgm:t>
    </dgm:pt>
    <dgm:pt modelId="{D9A81B22-EC33-6442-B594-DACE3CABFEF0}" type="sibTrans" cxnId="{7B031C13-D40F-CE4F-A03F-A2F621C14236}">
      <dgm:prSet/>
      <dgm:spPr/>
      <dgm:t>
        <a:bodyPr/>
        <a:lstStyle/>
        <a:p>
          <a:endParaRPr lang="en-US"/>
        </a:p>
      </dgm:t>
    </dgm:pt>
    <mc:AlternateContent xmlns:mc="http://schemas.openxmlformats.org/markup-compatibility/2006" xmlns:a14="http://schemas.microsoft.com/office/drawing/2010/main">
      <mc:Choice Requires="a14">
        <dgm:pt modelId="{10FAED2C-FB8C-274E-B2F9-AF1C2BA6AC02}">
          <dgm:prSet custT="1"/>
          <dgm:spPr/>
          <dgm:t>
            <a:bodyPr/>
            <a:lstStyle/>
            <a:p>
              <a:pPr>
                <a:buNone/>
              </a:pPr>
              <a14:m>
                <m:oMathPara xmlns:m="http://schemas.openxmlformats.org/officeDocument/2006/math">
                  <m:oMathParaPr>
                    <m:jc m:val="centerGroup"/>
                  </m:oMathParaPr>
                  <m:oMath xmlns:m="http://schemas.openxmlformats.org/officeDocument/2006/math">
                    <m:sSub>
                      <m:sSubPr>
                        <m:ctrlPr>
                          <a:rPr lang="da-DK" sz="2400" b="0" i="1" smtClean="0">
                            <a:latin typeface="Cambria Math" panose="02040503050406030204" pitchFamily="18" charset="0"/>
                          </a:rPr>
                        </m:ctrlPr>
                      </m:sSubPr>
                      <m:e>
                        <m:r>
                          <a:rPr lang="da-DK" sz="2400" b="0" i="1" smtClean="0">
                            <a:latin typeface="Cambria Math" panose="02040503050406030204" pitchFamily="18" charset="0"/>
                          </a:rPr>
                          <m:t>𝐼</m:t>
                        </m:r>
                      </m:e>
                      <m:sub>
                        <m:r>
                          <m:rPr>
                            <m:sty m:val="p"/>
                          </m:rPr>
                          <a:rPr lang="da-DK" sz="2400" b="0" i="0" smtClean="0">
                            <a:latin typeface="Cambria Math" panose="02040503050406030204" pitchFamily="18" charset="0"/>
                          </a:rPr>
                          <m:t>McMini</m:t>
                        </m:r>
                      </m:sub>
                    </m:sSub>
                    <m:r>
                      <a:rPr lang="da-DK" sz="2400" b="0" i="1" smtClean="0">
                        <a:latin typeface="Cambria Math" panose="02040503050406030204" pitchFamily="18" charset="0"/>
                      </a:rPr>
                      <m:t>/</m:t>
                    </m:r>
                    <m:sSub>
                      <m:sSubPr>
                        <m:ctrlPr>
                          <a:rPr lang="da-DK" sz="2400" b="0" i="1" smtClean="0">
                            <a:latin typeface="Cambria Math" panose="02040503050406030204" pitchFamily="18" charset="0"/>
                          </a:rPr>
                        </m:ctrlPr>
                      </m:sSubPr>
                      <m:e>
                        <m:r>
                          <a:rPr lang="da-DK" sz="2400" b="0" i="1" smtClean="0">
                            <a:latin typeface="Cambria Math" panose="02040503050406030204" pitchFamily="18" charset="0"/>
                          </a:rPr>
                          <m:t>𝐼</m:t>
                        </m:r>
                      </m:e>
                      <m:sub>
                        <m:r>
                          <m:rPr>
                            <m:sty m:val="p"/>
                          </m:rPr>
                          <a:rPr lang="da-DK" sz="2400" b="0" i="0" smtClean="0">
                            <a:latin typeface="Cambria Math" panose="02040503050406030204" pitchFamily="18" charset="0"/>
                          </a:rPr>
                          <m:t>Mc</m:t>
                        </m:r>
                        <m:r>
                          <a:rPr lang="da-DK" sz="2400" b="0" i="1" smtClean="0">
                            <a:latin typeface="Cambria Math" panose="02040503050406030204" pitchFamily="18" charset="0"/>
                          </a:rPr>
                          <m:t>𝑆𝑡𝑎𝑠</m:t>
                        </m:r>
                      </m:sub>
                    </m:sSub>
                    <m:r>
                      <a:rPr lang="da-DK" sz="2400" b="0" i="1" smtClean="0">
                        <a:latin typeface="Cambria Math" panose="02040503050406030204" pitchFamily="18" charset="0"/>
                      </a:rPr>
                      <m:t>=</m:t>
                    </m:r>
                    <m:r>
                      <a:rPr lang="en-DK" sz="2400" i="1" smtClean="0">
                        <a:latin typeface="Cambria Math" panose="02040503050406030204" pitchFamily="18" charset="0"/>
                      </a:rPr>
                      <m:t>1+3×</m:t>
                    </m:r>
                    <m:sSup>
                      <m:sSupPr>
                        <m:ctrlPr>
                          <a:rPr lang="en-DK" sz="2400" i="1">
                            <a:latin typeface="Cambria Math" panose="02040503050406030204" pitchFamily="18" charset="0"/>
                          </a:rPr>
                        </m:ctrlPr>
                      </m:sSupPr>
                      <m:e>
                        <m:r>
                          <a:rPr lang="en-DK" sz="2400" i="1">
                            <a:latin typeface="Cambria Math" panose="02040503050406030204" pitchFamily="18" charset="0"/>
                          </a:rPr>
                          <m:t>10</m:t>
                        </m:r>
                      </m:e>
                      <m:sup>
                        <m:r>
                          <a:rPr lang="en-DK" sz="2400" i="1">
                            <a:latin typeface="Cambria Math" panose="02040503050406030204" pitchFamily="18" charset="0"/>
                          </a:rPr>
                          <m:t>−7</m:t>
                        </m:r>
                      </m:sup>
                    </m:sSup>
                  </m:oMath>
                </m:oMathPara>
              </a14:m>
              <a:endParaRPr lang="en-DK" sz="2400" dirty="0"/>
            </a:p>
          </dgm:t>
        </dgm:pt>
      </mc:Choice>
      <mc:Fallback xmlns="">
        <dgm:pt modelId="{10FAED2C-FB8C-274E-B2F9-AF1C2BA6AC02}">
          <dgm:prSet custT="1"/>
          <dgm:spPr/>
          <dgm:t>
            <a:bodyPr/>
            <a:lstStyle/>
            <a:p>
              <a:pPr>
                <a:buNone/>
              </a:pPr>
              <a:r>
                <a:rPr lang="da-DK" sz="2400" b="0" i="0">
                  <a:latin typeface="Cambria Math" panose="02040503050406030204" pitchFamily="18" charset="0"/>
                </a:rPr>
                <a:t>𝐼_McMini/𝐼_Mc𝑆𝑡𝑎𝑠=</a:t>
              </a:r>
              <a:r>
                <a:rPr lang="en-DK" sz="2400" i="0"/>
                <a:t>1+3×10^(−7)</a:t>
              </a:r>
              <a:endParaRPr lang="en-DK" sz="2400" dirty="0"/>
            </a:p>
          </dgm:t>
        </dgm:pt>
      </mc:Fallback>
    </mc:AlternateContent>
    <dgm:pt modelId="{148E89C0-DB7C-7A4A-93F5-71508F8B1B65}" type="parTrans" cxnId="{384A9632-1489-4C4B-9CCE-A13D78DFBDAF}">
      <dgm:prSet/>
      <dgm:spPr/>
      <dgm:t>
        <a:bodyPr/>
        <a:lstStyle/>
        <a:p>
          <a:endParaRPr lang="en-US"/>
        </a:p>
      </dgm:t>
    </dgm:pt>
    <dgm:pt modelId="{09459F1D-3D5A-E948-861B-20CA8FE844DE}" type="sibTrans" cxnId="{384A9632-1489-4C4B-9CCE-A13D78DFBDAF}">
      <dgm:prSet/>
      <dgm:spPr/>
      <dgm:t>
        <a:bodyPr/>
        <a:lstStyle/>
        <a:p>
          <a:endParaRPr lang="en-US"/>
        </a:p>
      </dgm:t>
    </dgm:pt>
    <dgm:pt modelId="{49761D66-0585-484A-BB59-378D9FF2DBC6}" type="pres">
      <dgm:prSet presAssocID="{6183D0DC-DB55-D346-A7D7-A35B630F66FB}" presName="Name0" presStyleCnt="0">
        <dgm:presLayoutVars>
          <dgm:dir/>
          <dgm:animLvl val="lvl"/>
          <dgm:resizeHandles val="exact"/>
        </dgm:presLayoutVars>
      </dgm:prSet>
      <dgm:spPr/>
    </dgm:pt>
    <dgm:pt modelId="{C633F25E-8C17-AD43-ABD8-321D78D3321E}" type="pres">
      <dgm:prSet presAssocID="{1E3DDDFF-9715-6E4D-885F-E1DD35BAC0E9}" presName="linNode" presStyleCnt="0"/>
      <dgm:spPr/>
    </dgm:pt>
    <dgm:pt modelId="{9F285121-88A9-1749-8809-5678F1E1EBBB}" type="pres">
      <dgm:prSet presAssocID="{1E3DDDFF-9715-6E4D-885F-E1DD35BAC0E9}" presName="parentText" presStyleLbl="node1" presStyleIdx="0" presStyleCnt="1">
        <dgm:presLayoutVars>
          <dgm:chMax val="1"/>
          <dgm:bulletEnabled val="1"/>
        </dgm:presLayoutVars>
      </dgm:prSet>
      <dgm:spPr/>
    </dgm:pt>
    <dgm:pt modelId="{0904EC37-B284-C848-B052-BA543E59BFEF}" type="pres">
      <dgm:prSet presAssocID="{1E3DDDFF-9715-6E4D-885F-E1DD35BAC0E9}" presName="descendantText" presStyleLbl="alignAccFollowNode1" presStyleIdx="0" presStyleCnt="1">
        <dgm:presLayoutVars>
          <dgm:bulletEnabled val="1"/>
        </dgm:presLayoutVars>
      </dgm:prSet>
      <dgm:spPr/>
    </dgm:pt>
  </dgm:ptLst>
  <dgm:cxnLst>
    <dgm:cxn modelId="{7B031C13-D40F-CE4F-A03F-A2F621C14236}" srcId="{6183D0DC-DB55-D346-A7D7-A35B630F66FB}" destId="{1E3DDDFF-9715-6E4D-885F-E1DD35BAC0E9}" srcOrd="0" destOrd="0" parTransId="{53D7AF92-0154-024D-A99E-660B60CA0738}" sibTransId="{D9A81B22-EC33-6442-B594-DACE3CABFEF0}"/>
    <dgm:cxn modelId="{AA0C2324-2FE5-8A46-B668-1EC2CD6AEBDB}" type="presOf" srcId="{6183D0DC-DB55-D346-A7D7-A35B630F66FB}" destId="{49761D66-0585-484A-BB59-378D9FF2DBC6}" srcOrd="0" destOrd="0" presId="urn:microsoft.com/office/officeart/2005/8/layout/vList5"/>
    <dgm:cxn modelId="{384A9632-1489-4C4B-9CCE-A13D78DFBDAF}" srcId="{1E3DDDFF-9715-6E4D-885F-E1DD35BAC0E9}" destId="{10FAED2C-FB8C-274E-B2F9-AF1C2BA6AC02}" srcOrd="0" destOrd="0" parTransId="{148E89C0-DB7C-7A4A-93F5-71508F8B1B65}" sibTransId="{09459F1D-3D5A-E948-861B-20CA8FE844DE}"/>
    <dgm:cxn modelId="{ACA0443B-EE82-AC41-BA55-D5C805A182AA}" type="presOf" srcId="{10FAED2C-FB8C-274E-B2F9-AF1C2BA6AC02}" destId="{0904EC37-B284-C848-B052-BA543E59BFEF}" srcOrd="0" destOrd="0" presId="urn:microsoft.com/office/officeart/2005/8/layout/vList5"/>
    <dgm:cxn modelId="{C6C63CDA-90B7-5C4F-9DA6-445DABCA5FD6}" type="presOf" srcId="{1E3DDDFF-9715-6E4D-885F-E1DD35BAC0E9}" destId="{9F285121-88A9-1749-8809-5678F1E1EBBB}" srcOrd="0" destOrd="0" presId="urn:microsoft.com/office/officeart/2005/8/layout/vList5"/>
    <dgm:cxn modelId="{7208FDE1-CE44-8C41-811A-BA018EB9E175}" type="presParOf" srcId="{49761D66-0585-484A-BB59-378D9FF2DBC6}" destId="{C633F25E-8C17-AD43-ABD8-321D78D3321E}" srcOrd="0" destOrd="0" presId="urn:microsoft.com/office/officeart/2005/8/layout/vList5"/>
    <dgm:cxn modelId="{631F7DDC-22F6-3241-9F15-FDB881E9B08A}" type="presParOf" srcId="{C633F25E-8C17-AD43-ABD8-321D78D3321E}" destId="{9F285121-88A9-1749-8809-5678F1E1EBBB}" srcOrd="0" destOrd="0" presId="urn:microsoft.com/office/officeart/2005/8/layout/vList5"/>
    <dgm:cxn modelId="{0AF1EF53-0B01-6A40-82B8-D287E6CB7C6E}" type="presParOf" srcId="{C633F25E-8C17-AD43-ABD8-321D78D3321E}" destId="{0904EC37-B284-C848-B052-BA543E59BFEF}" srcOrd="1" destOrd="0" presId="urn:microsoft.com/office/officeart/2005/8/layout/vList5"/>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6183D0DC-DB55-D346-A7D7-A35B630F66FB}"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1E3DDDFF-9715-6E4D-885F-E1DD35BAC0E9}">
      <dgm:prSet custT="1"/>
      <dgm:spPr/>
      <dgm:t>
        <a:bodyPr/>
        <a:lstStyle/>
        <a:p>
          <a:r>
            <a:rPr lang="en-US" sz="1800" dirty="0"/>
            <a:t>Integrated intensity ratio:</a:t>
          </a:r>
          <a:endParaRPr lang="en-DK" sz="1800" dirty="0"/>
        </a:p>
      </dgm:t>
    </dgm:pt>
    <dgm:pt modelId="{53D7AF92-0154-024D-A99E-660B60CA0738}" type="parTrans" cxnId="{7B031C13-D40F-CE4F-A03F-A2F621C14236}">
      <dgm:prSet/>
      <dgm:spPr/>
      <dgm:t>
        <a:bodyPr/>
        <a:lstStyle/>
        <a:p>
          <a:endParaRPr lang="en-US"/>
        </a:p>
      </dgm:t>
    </dgm:pt>
    <dgm:pt modelId="{D9A81B22-EC33-6442-B594-DACE3CABFEF0}" type="sibTrans" cxnId="{7B031C13-D40F-CE4F-A03F-A2F621C14236}">
      <dgm:prSet/>
      <dgm:spPr/>
      <dgm:t>
        <a:bodyPr/>
        <a:lstStyle/>
        <a:p>
          <a:endParaRPr lang="en-US"/>
        </a:p>
      </dgm:t>
    </dgm:pt>
    <dgm:pt modelId="{10FAED2C-FB8C-274E-B2F9-AF1C2BA6AC02}">
      <dgm:prSet custT="1"/>
      <dgm:spPr>
        <a:blipFill>
          <a:blip xmlns:r="http://schemas.openxmlformats.org/officeDocument/2006/relationships" r:embed="rId1"/>
          <a:stretch>
            <a:fillRect/>
          </a:stretch>
        </a:blipFill>
      </dgm:spPr>
      <dgm:t>
        <a:bodyPr/>
        <a:lstStyle/>
        <a:p>
          <a:r>
            <a:rPr lang="en-US">
              <a:noFill/>
            </a:rPr>
            <a:t> </a:t>
          </a:r>
        </a:p>
      </dgm:t>
    </dgm:pt>
    <dgm:pt modelId="{148E89C0-DB7C-7A4A-93F5-71508F8B1B65}" type="parTrans" cxnId="{384A9632-1489-4C4B-9CCE-A13D78DFBDAF}">
      <dgm:prSet/>
      <dgm:spPr/>
      <dgm:t>
        <a:bodyPr/>
        <a:lstStyle/>
        <a:p>
          <a:endParaRPr lang="en-US"/>
        </a:p>
      </dgm:t>
    </dgm:pt>
    <dgm:pt modelId="{09459F1D-3D5A-E948-861B-20CA8FE844DE}" type="sibTrans" cxnId="{384A9632-1489-4C4B-9CCE-A13D78DFBDAF}">
      <dgm:prSet/>
      <dgm:spPr/>
      <dgm:t>
        <a:bodyPr/>
        <a:lstStyle/>
        <a:p>
          <a:endParaRPr lang="en-US"/>
        </a:p>
      </dgm:t>
    </dgm:pt>
    <dgm:pt modelId="{49761D66-0585-484A-BB59-378D9FF2DBC6}" type="pres">
      <dgm:prSet presAssocID="{6183D0DC-DB55-D346-A7D7-A35B630F66FB}" presName="Name0" presStyleCnt="0">
        <dgm:presLayoutVars>
          <dgm:dir/>
          <dgm:animLvl val="lvl"/>
          <dgm:resizeHandles val="exact"/>
        </dgm:presLayoutVars>
      </dgm:prSet>
      <dgm:spPr/>
    </dgm:pt>
    <dgm:pt modelId="{C633F25E-8C17-AD43-ABD8-321D78D3321E}" type="pres">
      <dgm:prSet presAssocID="{1E3DDDFF-9715-6E4D-885F-E1DD35BAC0E9}" presName="linNode" presStyleCnt="0"/>
      <dgm:spPr/>
    </dgm:pt>
    <dgm:pt modelId="{9F285121-88A9-1749-8809-5678F1E1EBBB}" type="pres">
      <dgm:prSet presAssocID="{1E3DDDFF-9715-6E4D-885F-E1DD35BAC0E9}" presName="parentText" presStyleLbl="node1" presStyleIdx="0" presStyleCnt="1">
        <dgm:presLayoutVars>
          <dgm:chMax val="1"/>
          <dgm:bulletEnabled val="1"/>
        </dgm:presLayoutVars>
      </dgm:prSet>
      <dgm:spPr/>
    </dgm:pt>
    <dgm:pt modelId="{0904EC37-B284-C848-B052-BA543E59BFEF}" type="pres">
      <dgm:prSet presAssocID="{1E3DDDFF-9715-6E4D-885F-E1DD35BAC0E9}" presName="descendantText" presStyleLbl="alignAccFollowNode1" presStyleIdx="0" presStyleCnt="1">
        <dgm:presLayoutVars>
          <dgm:bulletEnabled val="1"/>
        </dgm:presLayoutVars>
      </dgm:prSet>
      <dgm:spPr/>
    </dgm:pt>
  </dgm:ptLst>
  <dgm:cxnLst>
    <dgm:cxn modelId="{7B031C13-D40F-CE4F-A03F-A2F621C14236}" srcId="{6183D0DC-DB55-D346-A7D7-A35B630F66FB}" destId="{1E3DDDFF-9715-6E4D-885F-E1DD35BAC0E9}" srcOrd="0" destOrd="0" parTransId="{53D7AF92-0154-024D-A99E-660B60CA0738}" sibTransId="{D9A81B22-EC33-6442-B594-DACE3CABFEF0}"/>
    <dgm:cxn modelId="{AA0C2324-2FE5-8A46-B668-1EC2CD6AEBDB}" type="presOf" srcId="{6183D0DC-DB55-D346-A7D7-A35B630F66FB}" destId="{49761D66-0585-484A-BB59-378D9FF2DBC6}" srcOrd="0" destOrd="0" presId="urn:microsoft.com/office/officeart/2005/8/layout/vList5"/>
    <dgm:cxn modelId="{384A9632-1489-4C4B-9CCE-A13D78DFBDAF}" srcId="{1E3DDDFF-9715-6E4D-885F-E1DD35BAC0E9}" destId="{10FAED2C-FB8C-274E-B2F9-AF1C2BA6AC02}" srcOrd="0" destOrd="0" parTransId="{148E89C0-DB7C-7A4A-93F5-71508F8B1B65}" sibTransId="{09459F1D-3D5A-E948-861B-20CA8FE844DE}"/>
    <dgm:cxn modelId="{ACA0443B-EE82-AC41-BA55-D5C805A182AA}" type="presOf" srcId="{10FAED2C-FB8C-274E-B2F9-AF1C2BA6AC02}" destId="{0904EC37-B284-C848-B052-BA543E59BFEF}" srcOrd="0" destOrd="0" presId="urn:microsoft.com/office/officeart/2005/8/layout/vList5"/>
    <dgm:cxn modelId="{C6C63CDA-90B7-5C4F-9DA6-445DABCA5FD6}" type="presOf" srcId="{1E3DDDFF-9715-6E4D-885F-E1DD35BAC0E9}" destId="{9F285121-88A9-1749-8809-5678F1E1EBBB}" srcOrd="0" destOrd="0" presId="urn:microsoft.com/office/officeart/2005/8/layout/vList5"/>
    <dgm:cxn modelId="{7208FDE1-CE44-8C41-811A-BA018EB9E175}" type="presParOf" srcId="{49761D66-0585-484A-BB59-378D9FF2DBC6}" destId="{C633F25E-8C17-AD43-ABD8-321D78D3321E}" srcOrd="0" destOrd="0" presId="urn:microsoft.com/office/officeart/2005/8/layout/vList5"/>
    <dgm:cxn modelId="{631F7DDC-22F6-3241-9F15-FDB881E9B08A}" type="presParOf" srcId="{C633F25E-8C17-AD43-ABD8-321D78D3321E}" destId="{9F285121-88A9-1749-8809-5678F1E1EBBB}" srcOrd="0" destOrd="0" presId="urn:microsoft.com/office/officeart/2005/8/layout/vList5"/>
    <dgm:cxn modelId="{0AF1EF53-0B01-6A40-82B8-D287E6CB7C6E}" type="presParOf" srcId="{C633F25E-8C17-AD43-ABD8-321D78D3321E}" destId="{0904EC37-B284-C848-B052-BA543E59BFEF}" srcOrd="1" destOrd="0" presId="urn:microsoft.com/office/officeart/2005/8/layout/vList5"/>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EDAC2A86-33B1-FE4E-90E9-E624DDC781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B83D5838-D629-B646-B8FD-ADE326B54F5B}">
          <dgm:prSet/>
          <dgm:spPr/>
          <dgm:t>
            <a:bodyPr/>
            <a:lstStyle/>
            <a:p>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dgm:t>
        </dgm:pt>
      </mc:Choice>
      <mc:Fallback xmlns="">
        <dgm:pt modelId="{B83D5838-D629-B646-B8FD-ADE326B54F5B}">
          <dgm:prSet/>
          <dgm:spPr/>
          <dgm:t>
            <a:bodyPr/>
            <a:lstStyle/>
            <a:p>
              <a:r>
                <a:rPr lang="en-US" dirty="0"/>
                <a:t>Raw total intensity ratio was: </a:t>
              </a:r>
              <a:r>
                <a:rPr lang="en-DK" i="0"/>
                <a:t>1+3×10^(−7)</a:t>
              </a:r>
              <a:endParaRPr lang="en-DK" dirty="0"/>
            </a:p>
          </dgm:t>
        </dgm:pt>
      </mc:Fallback>
    </mc:AlternateContent>
    <dgm:pt modelId="{F9D3308C-3E21-E44C-9D4C-E033035537DF}" type="parTrans" cxnId="{632CC41C-1555-E044-A16D-1BDF8BEF91CE}">
      <dgm:prSet/>
      <dgm:spPr/>
      <dgm:t>
        <a:bodyPr/>
        <a:lstStyle/>
        <a:p>
          <a:endParaRPr lang="en-US"/>
        </a:p>
      </dgm:t>
    </dgm:pt>
    <dgm:pt modelId="{99837E48-9A65-6F4C-A921-5C657A3C5694}" type="sibTrans" cxnId="{632CC41C-1555-E044-A16D-1BDF8BEF91CE}">
      <dgm:prSet/>
      <dgm:spPr/>
      <dgm:t>
        <a:bodyPr/>
        <a:lstStyle/>
        <a:p>
          <a:endParaRPr lang="en-US"/>
        </a:p>
      </dgm:t>
    </dgm:pt>
    <mc:AlternateContent xmlns:mc="http://schemas.openxmlformats.org/markup-compatibility/2006" xmlns:a14="http://schemas.microsoft.com/office/drawing/2010/main">
      <mc:Choice Requires="a14">
        <dgm:pt modelId="{2FB6D6C7-6604-7444-8E8B-3E997B4B749C}">
          <dgm:prSet/>
          <dgm:spPr/>
          <dgm:t>
            <a:bodyPr/>
            <a:lstStyle/>
            <a:p>
              <a:r>
                <a:rPr lang="en-US" dirty="0"/>
                <a:t>Equator-cut Pearson correlation: </a:t>
              </a:r>
              <a14:m>
                <m:oMath xmlns:m="http://schemas.openxmlformats.org/officeDocument/2006/math">
                  <m:r>
                    <a:rPr lang="en-DK" i="1">
                      <a:latin typeface="Cambria Math" panose="02040503050406030204" pitchFamily="18" charset="0"/>
                    </a:rPr>
                    <m:t>0.999961</m:t>
                  </m:r>
                </m:oMath>
              </a14:m>
              <a:endParaRPr lang="en-DK" dirty="0"/>
            </a:p>
          </dgm:t>
        </dgm:pt>
      </mc:Choice>
      <mc:Fallback xmlns="">
        <dgm:pt modelId="{2FB6D6C7-6604-7444-8E8B-3E997B4B749C}">
          <dgm:prSet/>
          <dgm:spPr/>
          <dgm:t>
            <a:bodyPr/>
            <a:lstStyle/>
            <a:p>
              <a:r>
                <a:rPr lang="en-US" dirty="0"/>
                <a:t>Equator-cut Pearson correlation: </a:t>
              </a:r>
              <a:r>
                <a:rPr lang="en-DK" i="0"/>
                <a:t>0.999961</a:t>
              </a:r>
              <a:endParaRPr lang="en-DK" dirty="0"/>
            </a:p>
          </dgm:t>
        </dgm:pt>
      </mc:Fallback>
    </mc:AlternateContent>
    <dgm:pt modelId="{5CF11EAF-18DB-EB4C-95A9-58026D8134C1}" type="parTrans" cxnId="{84A0EEAC-BFFB-954D-8A2E-44AF644A6A28}">
      <dgm:prSet/>
      <dgm:spPr/>
      <dgm:t>
        <a:bodyPr/>
        <a:lstStyle/>
        <a:p>
          <a:endParaRPr lang="en-US"/>
        </a:p>
      </dgm:t>
    </dgm:pt>
    <dgm:pt modelId="{0F10CAF1-A5DF-314C-997C-029769DC6AA8}" type="sibTrans" cxnId="{84A0EEAC-BFFB-954D-8A2E-44AF644A6A28}">
      <dgm:prSet/>
      <dgm:spPr/>
      <dgm:t>
        <a:bodyPr/>
        <a:lstStyle/>
        <a:p>
          <a:endParaRPr lang="en-US"/>
        </a:p>
      </dgm:t>
    </dgm:pt>
    <mc:AlternateContent xmlns:mc="http://schemas.openxmlformats.org/markup-compatibility/2006" xmlns:a14="http://schemas.microsoft.com/office/drawing/2010/main">
      <mc:Choice Requires="a14">
        <dgm:pt modelId="{7286C67C-A1C1-AC46-AD7F-3EC51F2DFE7F}">
          <dgm:prSet/>
          <dgm:spPr/>
          <dgm:t>
            <a:bodyPr/>
            <a:lstStyle/>
            <a:p>
              <a:r>
                <a:rPr lang="en-US" dirty="0"/>
                <a:t>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dgm:t>
        </dgm:pt>
      </mc:Choice>
      <mc:Fallback xmlns="">
        <dgm:pt modelId="{7286C67C-A1C1-AC46-AD7F-3EC51F2DFE7F}">
          <dgm:prSet/>
          <dgm:spPr/>
          <dgm:t>
            <a:bodyPr/>
            <a:lstStyle/>
            <a:p>
              <a:r>
                <a:rPr lang="en-US" dirty="0"/>
                <a:t>Equator-cut: </a:t>
              </a:r>
              <a:r>
                <a:rPr lang="en-DK" i="0"/>
                <a:t>𝜒_𝜐^2=3.02</a:t>
              </a:r>
              <a:endParaRPr lang="en-DK" dirty="0"/>
            </a:p>
          </dgm:t>
        </dgm:pt>
      </mc:Fallback>
    </mc:AlternateContent>
    <dgm:pt modelId="{C963D7CA-B7C1-8A45-A2EB-8F151172BBFE}" type="parTrans" cxnId="{D79C368D-91C5-AA41-9047-7DEF995683C1}">
      <dgm:prSet/>
      <dgm:spPr/>
      <dgm:t>
        <a:bodyPr/>
        <a:lstStyle/>
        <a:p>
          <a:endParaRPr lang="en-US"/>
        </a:p>
      </dgm:t>
    </dgm:pt>
    <dgm:pt modelId="{D22B98D9-A9EF-774D-809F-EF219963D810}" type="sibTrans" cxnId="{D79C368D-91C5-AA41-9047-7DEF995683C1}">
      <dgm:prSet/>
      <dgm:spPr/>
      <dgm:t>
        <a:bodyPr/>
        <a:lstStyle/>
        <a:p>
          <a:endParaRPr lang="en-US"/>
        </a:p>
      </dgm:t>
    </dgm:pt>
    <mc:AlternateContent xmlns:mc="http://schemas.openxmlformats.org/markup-compatibility/2006" xmlns:a14="http://schemas.microsoft.com/office/drawing/2010/main">
      <mc:Choice Requires="a14">
        <dgm:pt modelId="{6F9887C4-B249-C645-AAA6-BF6CAAF3D40D}">
          <dgm:prSet phldrT="[Text]"/>
          <dgm:spPr/>
          <dgm:t>
            <a:bodyPr/>
            <a:lstStyle/>
            <a:p>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dgm:t>
        </dgm:pt>
      </mc:Choice>
      <mc:Fallback xmlns="">
        <dgm:pt modelId="{6F9887C4-B249-C645-AAA6-BF6CAAF3D40D}">
          <dgm:prSet phldrT="[Text]"/>
          <dgm:spPr/>
          <dgm:t>
            <a:bodyPr/>
            <a:lstStyle/>
            <a:p>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dgm:t>
        </dgm:pt>
      </mc:Fallback>
    </mc:AlternateContent>
    <dgm:pt modelId="{C92294CA-34B2-A84A-ACCA-7B038511B78B}" type="parTrans" cxnId="{585226A8-9A0D-A54E-BAE5-726DED97E799}">
      <dgm:prSet/>
      <dgm:spPr/>
      <dgm:t>
        <a:bodyPr/>
        <a:lstStyle/>
        <a:p>
          <a:endParaRPr lang="en-US"/>
        </a:p>
      </dgm:t>
    </dgm:pt>
    <dgm:pt modelId="{F1531EF9-A413-B846-BBCF-62E0DB9031C2}" type="sibTrans" cxnId="{585226A8-9A0D-A54E-BAE5-726DED97E799}">
      <dgm:prSet/>
      <dgm:spPr/>
      <dgm:t>
        <a:bodyPr/>
        <a:lstStyle/>
        <a:p>
          <a:endParaRPr lang="en-US"/>
        </a:p>
      </dgm:t>
    </dgm:pt>
    <dgm:pt modelId="{D47FA422-528F-9347-BEB8-2CDC9F3AEC8E}" type="pres">
      <dgm:prSet presAssocID="{EDAC2A86-33B1-FE4E-90E9-E624DDC78165}" presName="linear" presStyleCnt="0">
        <dgm:presLayoutVars>
          <dgm:animLvl val="lvl"/>
          <dgm:resizeHandles val="exact"/>
        </dgm:presLayoutVars>
      </dgm:prSet>
      <dgm:spPr/>
    </dgm:pt>
    <dgm:pt modelId="{DE9857CE-8A93-C94E-BEA6-2424E7F3A969}" type="pres">
      <dgm:prSet presAssocID="{B83D5838-D629-B646-B8FD-ADE326B54F5B}" presName="parentText" presStyleLbl="node1" presStyleIdx="0" presStyleCnt="4">
        <dgm:presLayoutVars>
          <dgm:chMax val="0"/>
          <dgm:bulletEnabled val="1"/>
        </dgm:presLayoutVars>
      </dgm:prSet>
      <dgm:spPr/>
    </dgm:pt>
    <dgm:pt modelId="{030EFC0F-0063-934F-A3A9-7457E8F5C177}" type="pres">
      <dgm:prSet presAssocID="{99837E48-9A65-6F4C-A921-5C657A3C5694}" presName="spacer" presStyleCnt="0"/>
      <dgm:spPr/>
    </dgm:pt>
    <dgm:pt modelId="{6234AC52-2918-9143-8F92-836E6FE86B1D}" type="pres">
      <dgm:prSet presAssocID="{2FB6D6C7-6604-7444-8E8B-3E997B4B749C}" presName="parentText" presStyleLbl="node1" presStyleIdx="1" presStyleCnt="4">
        <dgm:presLayoutVars>
          <dgm:chMax val="0"/>
          <dgm:bulletEnabled val="1"/>
        </dgm:presLayoutVars>
      </dgm:prSet>
      <dgm:spPr/>
    </dgm:pt>
    <dgm:pt modelId="{2815A9EC-CD88-3648-9E3F-0E3F31F1329E}" type="pres">
      <dgm:prSet presAssocID="{0F10CAF1-A5DF-314C-997C-029769DC6AA8}" presName="spacer" presStyleCnt="0"/>
      <dgm:spPr/>
    </dgm:pt>
    <dgm:pt modelId="{9E173454-E394-C64F-B624-2E498778417C}" type="pres">
      <dgm:prSet presAssocID="{7286C67C-A1C1-AC46-AD7F-3EC51F2DFE7F}" presName="parentText" presStyleLbl="node1" presStyleIdx="2" presStyleCnt="4">
        <dgm:presLayoutVars>
          <dgm:chMax val="0"/>
          <dgm:bulletEnabled val="1"/>
        </dgm:presLayoutVars>
      </dgm:prSet>
      <dgm:spPr/>
    </dgm:pt>
    <dgm:pt modelId="{7FDA5D4B-B78C-A443-B3DB-0CDB68D5BBBD}" type="pres">
      <dgm:prSet presAssocID="{D22B98D9-A9EF-774D-809F-EF219963D810}" presName="spacer" presStyleCnt="0"/>
      <dgm:spPr/>
    </dgm:pt>
    <dgm:pt modelId="{8F0AB8AD-9421-3F4D-9636-4F5507F11D45}" type="pres">
      <dgm:prSet presAssocID="{6F9887C4-B249-C645-AAA6-BF6CAAF3D40D}" presName="parentText" presStyleLbl="node1" presStyleIdx="3" presStyleCnt="4">
        <dgm:presLayoutVars>
          <dgm:chMax val="0"/>
          <dgm:bulletEnabled val="1"/>
        </dgm:presLayoutVars>
      </dgm:prSet>
      <dgm:spPr/>
    </dgm:pt>
  </dgm:ptLst>
  <dgm:cxnLst>
    <dgm:cxn modelId="{632CC41C-1555-E044-A16D-1BDF8BEF91CE}" srcId="{EDAC2A86-33B1-FE4E-90E9-E624DDC78165}" destId="{B83D5838-D629-B646-B8FD-ADE326B54F5B}" srcOrd="0" destOrd="0" parTransId="{F9D3308C-3E21-E44C-9D4C-E033035537DF}" sibTransId="{99837E48-9A65-6F4C-A921-5C657A3C5694}"/>
    <dgm:cxn modelId="{DE632328-227B-C04B-A7BE-8831ECEC5BDB}" type="presOf" srcId="{7286C67C-A1C1-AC46-AD7F-3EC51F2DFE7F}" destId="{9E173454-E394-C64F-B624-2E498778417C}" srcOrd="0" destOrd="0" presId="urn:microsoft.com/office/officeart/2005/8/layout/vList2"/>
    <dgm:cxn modelId="{31373036-55A3-044B-B944-B89F4C8C5149}" type="presOf" srcId="{EDAC2A86-33B1-FE4E-90E9-E624DDC78165}" destId="{D47FA422-528F-9347-BEB8-2CDC9F3AEC8E}" srcOrd="0" destOrd="0" presId="urn:microsoft.com/office/officeart/2005/8/layout/vList2"/>
    <dgm:cxn modelId="{404BE556-C84F-EB4A-8E15-61219A582B0B}" type="presOf" srcId="{B83D5838-D629-B646-B8FD-ADE326B54F5B}" destId="{DE9857CE-8A93-C94E-BEA6-2424E7F3A969}" srcOrd="0" destOrd="0" presId="urn:microsoft.com/office/officeart/2005/8/layout/vList2"/>
    <dgm:cxn modelId="{D79C368D-91C5-AA41-9047-7DEF995683C1}" srcId="{EDAC2A86-33B1-FE4E-90E9-E624DDC78165}" destId="{7286C67C-A1C1-AC46-AD7F-3EC51F2DFE7F}" srcOrd="2" destOrd="0" parTransId="{C963D7CA-B7C1-8A45-A2EB-8F151172BBFE}" sibTransId="{D22B98D9-A9EF-774D-809F-EF219963D810}"/>
    <dgm:cxn modelId="{585226A8-9A0D-A54E-BAE5-726DED97E799}" srcId="{EDAC2A86-33B1-FE4E-90E9-E624DDC78165}" destId="{6F9887C4-B249-C645-AAA6-BF6CAAF3D40D}" srcOrd="3" destOrd="0" parTransId="{C92294CA-34B2-A84A-ACCA-7B038511B78B}" sibTransId="{F1531EF9-A413-B846-BBCF-62E0DB9031C2}"/>
    <dgm:cxn modelId="{84A0EEAC-BFFB-954D-8A2E-44AF644A6A28}" srcId="{EDAC2A86-33B1-FE4E-90E9-E624DDC78165}" destId="{2FB6D6C7-6604-7444-8E8B-3E997B4B749C}" srcOrd="1" destOrd="0" parTransId="{5CF11EAF-18DB-EB4C-95A9-58026D8134C1}" sibTransId="{0F10CAF1-A5DF-314C-997C-029769DC6AA8}"/>
    <dgm:cxn modelId="{0D9464AF-C15C-1B4F-9CE9-00ADDA1314B3}" type="presOf" srcId="{2FB6D6C7-6604-7444-8E8B-3E997B4B749C}" destId="{6234AC52-2918-9143-8F92-836E6FE86B1D}" srcOrd="0" destOrd="0" presId="urn:microsoft.com/office/officeart/2005/8/layout/vList2"/>
    <dgm:cxn modelId="{91CD99DE-38CE-F343-ABDD-4C5F2E971461}" type="presOf" srcId="{6F9887C4-B249-C645-AAA6-BF6CAAF3D40D}" destId="{8F0AB8AD-9421-3F4D-9636-4F5507F11D45}" srcOrd="0" destOrd="0" presId="urn:microsoft.com/office/officeart/2005/8/layout/vList2"/>
    <dgm:cxn modelId="{4023ABE8-46EA-194B-8687-8CC45F76B81E}" type="presParOf" srcId="{D47FA422-528F-9347-BEB8-2CDC9F3AEC8E}" destId="{DE9857CE-8A93-C94E-BEA6-2424E7F3A969}" srcOrd="0" destOrd="0" presId="urn:microsoft.com/office/officeart/2005/8/layout/vList2"/>
    <dgm:cxn modelId="{E0670B05-E737-4646-BA88-FC2CE9A36D2D}" type="presParOf" srcId="{D47FA422-528F-9347-BEB8-2CDC9F3AEC8E}" destId="{030EFC0F-0063-934F-A3A9-7457E8F5C177}" srcOrd="1" destOrd="0" presId="urn:microsoft.com/office/officeart/2005/8/layout/vList2"/>
    <dgm:cxn modelId="{4A7FE968-E74E-6644-960F-C09BCD62B407}" type="presParOf" srcId="{D47FA422-528F-9347-BEB8-2CDC9F3AEC8E}" destId="{6234AC52-2918-9143-8F92-836E6FE86B1D}" srcOrd="2" destOrd="0" presId="urn:microsoft.com/office/officeart/2005/8/layout/vList2"/>
    <dgm:cxn modelId="{EF93CE76-DF49-1E47-8419-C1C08CBE0BB2}" type="presParOf" srcId="{D47FA422-528F-9347-BEB8-2CDC9F3AEC8E}" destId="{2815A9EC-CD88-3648-9E3F-0E3F31F1329E}" srcOrd="3" destOrd="0" presId="urn:microsoft.com/office/officeart/2005/8/layout/vList2"/>
    <dgm:cxn modelId="{ED957FD9-F21B-A24F-91AA-07A417FBA679}" type="presParOf" srcId="{D47FA422-528F-9347-BEB8-2CDC9F3AEC8E}" destId="{9E173454-E394-C64F-B624-2E498778417C}" srcOrd="4" destOrd="0" presId="urn:microsoft.com/office/officeart/2005/8/layout/vList2"/>
    <dgm:cxn modelId="{7337A4EB-D426-CE44-8817-3999A979FE09}" type="presParOf" srcId="{D47FA422-528F-9347-BEB8-2CDC9F3AEC8E}" destId="{7FDA5D4B-B78C-A443-B3DB-0CDB68D5BBBD}" srcOrd="5" destOrd="0" presId="urn:microsoft.com/office/officeart/2005/8/layout/vList2"/>
    <dgm:cxn modelId="{B0D5606A-5608-4B47-B973-6B593FFAE5E9}" type="presParOf" srcId="{D47FA422-528F-9347-BEB8-2CDC9F3AEC8E}" destId="{8F0AB8AD-9421-3F4D-9636-4F5507F11D45}" srcOrd="6"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6183D0DC-DB55-D346-A7D7-A35B630F66FB}"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1E3DDDFF-9715-6E4D-885F-E1DD35BAC0E9}">
      <dgm:prSet custT="1"/>
      <dgm:spPr/>
      <dgm:t>
        <a:bodyPr/>
        <a:lstStyle/>
        <a:p>
          <a:r>
            <a:rPr lang="en-US" sz="1800" dirty="0"/>
            <a:t>Integrated intensity ratio:</a:t>
          </a:r>
          <a:endParaRPr lang="en-DK" sz="1800" dirty="0"/>
        </a:p>
      </dgm:t>
    </dgm:pt>
    <dgm:pt modelId="{53D7AF92-0154-024D-A99E-660B60CA0738}" type="parTrans" cxnId="{7B031C13-D40F-CE4F-A03F-A2F621C14236}">
      <dgm:prSet/>
      <dgm:spPr/>
      <dgm:t>
        <a:bodyPr/>
        <a:lstStyle/>
        <a:p>
          <a:endParaRPr lang="en-US"/>
        </a:p>
      </dgm:t>
    </dgm:pt>
    <dgm:pt modelId="{D9A81B22-EC33-6442-B594-DACE3CABFEF0}" type="sibTrans" cxnId="{7B031C13-D40F-CE4F-A03F-A2F621C14236}">
      <dgm:prSet/>
      <dgm:spPr/>
      <dgm:t>
        <a:bodyPr/>
        <a:lstStyle/>
        <a:p>
          <a:endParaRPr lang="en-US"/>
        </a:p>
      </dgm:t>
    </dgm:pt>
    <mc:AlternateContent xmlns:mc="http://schemas.openxmlformats.org/markup-compatibility/2006" xmlns:a14="http://schemas.microsoft.com/office/drawing/2010/main">
      <mc:Choice Requires="a14">
        <dgm:pt modelId="{10FAED2C-FB8C-274E-B2F9-AF1C2BA6AC02}">
          <dgm:prSet custT="1"/>
          <dgm:spPr/>
          <dgm:t>
            <a:bodyPr/>
            <a:lstStyle/>
            <a:p>
              <a:pPr>
                <a:buNone/>
              </a:pPr>
              <a14:m>
                <m:oMathPara xmlns:m="http://schemas.openxmlformats.org/officeDocument/2006/math">
                  <m:oMathParaPr>
                    <m:jc m:val="centerGroup"/>
                  </m:oMathParaPr>
                  <m:oMath xmlns:m="http://schemas.openxmlformats.org/officeDocument/2006/math">
                    <m:sSub>
                      <m:sSubPr>
                        <m:ctrlPr>
                          <a:rPr lang="da-DK" sz="2400" b="0" i="1" smtClean="0">
                            <a:latin typeface="Cambria Math" panose="02040503050406030204" pitchFamily="18" charset="0"/>
                          </a:rPr>
                        </m:ctrlPr>
                      </m:sSubPr>
                      <m:e>
                        <m:r>
                          <a:rPr lang="da-DK" sz="2400" b="0" i="1" smtClean="0">
                            <a:latin typeface="Cambria Math" panose="02040503050406030204" pitchFamily="18" charset="0"/>
                          </a:rPr>
                          <m:t>𝐼</m:t>
                        </m:r>
                      </m:e>
                      <m:sub>
                        <m:r>
                          <m:rPr>
                            <m:sty m:val="p"/>
                          </m:rPr>
                          <a:rPr lang="da-DK" sz="2400" b="0" i="0" smtClean="0">
                            <a:latin typeface="Cambria Math" panose="02040503050406030204" pitchFamily="18" charset="0"/>
                          </a:rPr>
                          <m:t>McMini</m:t>
                        </m:r>
                      </m:sub>
                    </m:sSub>
                    <m:r>
                      <a:rPr lang="da-DK" sz="2400" b="0" i="1" smtClean="0">
                        <a:latin typeface="Cambria Math" panose="02040503050406030204" pitchFamily="18" charset="0"/>
                      </a:rPr>
                      <m:t>/</m:t>
                    </m:r>
                    <m:sSub>
                      <m:sSubPr>
                        <m:ctrlPr>
                          <a:rPr lang="da-DK" sz="2400" b="0" i="1" smtClean="0">
                            <a:latin typeface="Cambria Math" panose="02040503050406030204" pitchFamily="18" charset="0"/>
                          </a:rPr>
                        </m:ctrlPr>
                      </m:sSubPr>
                      <m:e>
                        <m:r>
                          <a:rPr lang="da-DK" sz="2400" b="0" i="1" smtClean="0">
                            <a:latin typeface="Cambria Math" panose="02040503050406030204" pitchFamily="18" charset="0"/>
                          </a:rPr>
                          <m:t>𝐼</m:t>
                        </m:r>
                      </m:e>
                      <m:sub>
                        <m:r>
                          <m:rPr>
                            <m:sty m:val="p"/>
                          </m:rPr>
                          <a:rPr lang="da-DK" sz="2400" b="0" i="0" smtClean="0">
                            <a:latin typeface="Cambria Math" panose="02040503050406030204" pitchFamily="18" charset="0"/>
                          </a:rPr>
                          <m:t>Mc</m:t>
                        </m:r>
                        <m:r>
                          <a:rPr lang="da-DK" sz="2400" b="0" i="1" smtClean="0">
                            <a:latin typeface="Cambria Math" panose="02040503050406030204" pitchFamily="18" charset="0"/>
                          </a:rPr>
                          <m:t>𝑆𝑡𝑎𝑠</m:t>
                        </m:r>
                      </m:sub>
                    </m:sSub>
                    <m:r>
                      <a:rPr lang="da-DK" sz="2400" b="0" i="1" smtClean="0">
                        <a:latin typeface="Cambria Math" panose="02040503050406030204" pitchFamily="18" charset="0"/>
                      </a:rPr>
                      <m:t>=</m:t>
                    </m:r>
                    <m:r>
                      <a:rPr lang="en-DK" sz="2400" i="1" smtClean="0">
                        <a:latin typeface="Cambria Math" panose="02040503050406030204" pitchFamily="18" charset="0"/>
                      </a:rPr>
                      <m:t>1+3×</m:t>
                    </m:r>
                    <m:sSup>
                      <m:sSupPr>
                        <m:ctrlPr>
                          <a:rPr lang="en-DK" sz="2400" i="1">
                            <a:latin typeface="Cambria Math" panose="02040503050406030204" pitchFamily="18" charset="0"/>
                          </a:rPr>
                        </m:ctrlPr>
                      </m:sSupPr>
                      <m:e>
                        <m:r>
                          <a:rPr lang="en-DK" sz="2400" i="1">
                            <a:latin typeface="Cambria Math" panose="02040503050406030204" pitchFamily="18" charset="0"/>
                          </a:rPr>
                          <m:t>10</m:t>
                        </m:r>
                      </m:e>
                      <m:sup>
                        <m:r>
                          <a:rPr lang="en-DK" sz="2400" i="1">
                            <a:latin typeface="Cambria Math" panose="02040503050406030204" pitchFamily="18" charset="0"/>
                          </a:rPr>
                          <m:t>−7</m:t>
                        </m:r>
                      </m:sup>
                    </m:sSup>
                  </m:oMath>
                </m:oMathPara>
              </a14:m>
              <a:endParaRPr lang="en-DK" sz="2400" dirty="0"/>
            </a:p>
          </dgm:t>
        </dgm:pt>
      </mc:Choice>
      <mc:Fallback xmlns="">
        <dgm:pt modelId="{10FAED2C-FB8C-274E-B2F9-AF1C2BA6AC02}">
          <dgm:prSet custT="1"/>
          <dgm:spPr/>
          <dgm:t>
            <a:bodyPr/>
            <a:lstStyle/>
            <a:p>
              <a:pPr>
                <a:buNone/>
              </a:pPr>
              <a:r>
                <a:rPr lang="da-DK" sz="2400" b="0" i="0">
                  <a:latin typeface="Cambria Math" panose="02040503050406030204" pitchFamily="18" charset="0"/>
                </a:rPr>
                <a:t>𝐼_McMini/𝐼_Mc𝑆𝑡𝑎𝑠=</a:t>
              </a:r>
              <a:r>
                <a:rPr lang="en-DK" sz="2400" i="0"/>
                <a:t>1+3×10^(−7)</a:t>
              </a:r>
              <a:endParaRPr lang="en-DK" sz="2400" dirty="0"/>
            </a:p>
          </dgm:t>
        </dgm:pt>
      </mc:Fallback>
    </mc:AlternateContent>
    <dgm:pt modelId="{148E89C0-DB7C-7A4A-93F5-71508F8B1B65}" type="parTrans" cxnId="{384A9632-1489-4C4B-9CCE-A13D78DFBDAF}">
      <dgm:prSet/>
      <dgm:spPr/>
      <dgm:t>
        <a:bodyPr/>
        <a:lstStyle/>
        <a:p>
          <a:endParaRPr lang="en-US"/>
        </a:p>
      </dgm:t>
    </dgm:pt>
    <dgm:pt modelId="{09459F1D-3D5A-E948-861B-20CA8FE844DE}" type="sibTrans" cxnId="{384A9632-1489-4C4B-9CCE-A13D78DFBDAF}">
      <dgm:prSet/>
      <dgm:spPr/>
      <dgm:t>
        <a:bodyPr/>
        <a:lstStyle/>
        <a:p>
          <a:endParaRPr lang="en-US"/>
        </a:p>
      </dgm:t>
    </dgm:pt>
    <dgm:pt modelId="{49761D66-0585-484A-BB59-378D9FF2DBC6}" type="pres">
      <dgm:prSet presAssocID="{6183D0DC-DB55-D346-A7D7-A35B630F66FB}" presName="Name0" presStyleCnt="0">
        <dgm:presLayoutVars>
          <dgm:dir/>
          <dgm:animLvl val="lvl"/>
          <dgm:resizeHandles val="exact"/>
        </dgm:presLayoutVars>
      </dgm:prSet>
      <dgm:spPr/>
    </dgm:pt>
    <dgm:pt modelId="{C633F25E-8C17-AD43-ABD8-321D78D3321E}" type="pres">
      <dgm:prSet presAssocID="{1E3DDDFF-9715-6E4D-885F-E1DD35BAC0E9}" presName="linNode" presStyleCnt="0"/>
      <dgm:spPr/>
    </dgm:pt>
    <dgm:pt modelId="{9F285121-88A9-1749-8809-5678F1E1EBBB}" type="pres">
      <dgm:prSet presAssocID="{1E3DDDFF-9715-6E4D-885F-E1DD35BAC0E9}" presName="parentText" presStyleLbl="node1" presStyleIdx="0" presStyleCnt="1">
        <dgm:presLayoutVars>
          <dgm:chMax val="1"/>
          <dgm:bulletEnabled val="1"/>
        </dgm:presLayoutVars>
      </dgm:prSet>
      <dgm:spPr/>
    </dgm:pt>
    <dgm:pt modelId="{0904EC37-B284-C848-B052-BA543E59BFEF}" type="pres">
      <dgm:prSet presAssocID="{1E3DDDFF-9715-6E4D-885F-E1DD35BAC0E9}" presName="descendantText" presStyleLbl="alignAccFollowNode1" presStyleIdx="0" presStyleCnt="1">
        <dgm:presLayoutVars>
          <dgm:bulletEnabled val="1"/>
        </dgm:presLayoutVars>
      </dgm:prSet>
      <dgm:spPr/>
    </dgm:pt>
  </dgm:ptLst>
  <dgm:cxnLst>
    <dgm:cxn modelId="{7B031C13-D40F-CE4F-A03F-A2F621C14236}" srcId="{6183D0DC-DB55-D346-A7D7-A35B630F66FB}" destId="{1E3DDDFF-9715-6E4D-885F-E1DD35BAC0E9}" srcOrd="0" destOrd="0" parTransId="{53D7AF92-0154-024D-A99E-660B60CA0738}" sibTransId="{D9A81B22-EC33-6442-B594-DACE3CABFEF0}"/>
    <dgm:cxn modelId="{AA0C2324-2FE5-8A46-B668-1EC2CD6AEBDB}" type="presOf" srcId="{6183D0DC-DB55-D346-A7D7-A35B630F66FB}" destId="{49761D66-0585-484A-BB59-378D9FF2DBC6}" srcOrd="0" destOrd="0" presId="urn:microsoft.com/office/officeart/2005/8/layout/vList5"/>
    <dgm:cxn modelId="{384A9632-1489-4C4B-9CCE-A13D78DFBDAF}" srcId="{1E3DDDFF-9715-6E4D-885F-E1DD35BAC0E9}" destId="{10FAED2C-FB8C-274E-B2F9-AF1C2BA6AC02}" srcOrd="0" destOrd="0" parTransId="{148E89C0-DB7C-7A4A-93F5-71508F8B1B65}" sibTransId="{09459F1D-3D5A-E948-861B-20CA8FE844DE}"/>
    <dgm:cxn modelId="{ACA0443B-EE82-AC41-BA55-D5C805A182AA}" type="presOf" srcId="{10FAED2C-FB8C-274E-B2F9-AF1C2BA6AC02}" destId="{0904EC37-B284-C848-B052-BA543E59BFEF}" srcOrd="0" destOrd="0" presId="urn:microsoft.com/office/officeart/2005/8/layout/vList5"/>
    <dgm:cxn modelId="{C6C63CDA-90B7-5C4F-9DA6-445DABCA5FD6}" type="presOf" srcId="{1E3DDDFF-9715-6E4D-885F-E1DD35BAC0E9}" destId="{9F285121-88A9-1749-8809-5678F1E1EBBB}" srcOrd="0" destOrd="0" presId="urn:microsoft.com/office/officeart/2005/8/layout/vList5"/>
    <dgm:cxn modelId="{7208FDE1-CE44-8C41-811A-BA018EB9E175}" type="presParOf" srcId="{49761D66-0585-484A-BB59-378D9FF2DBC6}" destId="{C633F25E-8C17-AD43-ABD8-321D78D3321E}" srcOrd="0" destOrd="0" presId="urn:microsoft.com/office/officeart/2005/8/layout/vList5"/>
    <dgm:cxn modelId="{631F7DDC-22F6-3241-9F15-FDB881E9B08A}" type="presParOf" srcId="{C633F25E-8C17-AD43-ABD8-321D78D3321E}" destId="{9F285121-88A9-1749-8809-5678F1E1EBBB}" srcOrd="0" destOrd="0" presId="urn:microsoft.com/office/officeart/2005/8/layout/vList5"/>
    <dgm:cxn modelId="{0AF1EF53-0B01-6A40-82B8-D287E6CB7C6E}" type="presParOf" srcId="{C633F25E-8C17-AD43-ABD8-321D78D3321E}" destId="{0904EC37-B284-C848-B052-BA543E59BFEF}" srcOrd="1" destOrd="0" presId="urn:microsoft.com/office/officeart/2005/8/layout/vList5"/>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EDAC2A86-33B1-FE4E-90E9-E624DDC781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B83D5838-D629-B646-B8FD-ADE326B54F5B}">
          <dgm:prSet/>
          <dgm:spPr/>
          <dgm:t>
            <a:bodyPr/>
            <a:lstStyle/>
            <a:p>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dgm:t>
        </dgm:pt>
      </mc:Choice>
      <mc:Fallback xmlns="">
        <dgm:pt modelId="{B83D5838-D629-B646-B8FD-ADE326B54F5B}">
          <dgm:prSet/>
          <dgm:spPr/>
          <dgm:t>
            <a:bodyPr/>
            <a:lstStyle/>
            <a:p>
              <a:r>
                <a:rPr lang="en-US" dirty="0"/>
                <a:t>Raw total intensity ratio was: </a:t>
              </a:r>
              <a:r>
                <a:rPr lang="en-DK" i="0"/>
                <a:t>1+3×10^(−7)</a:t>
              </a:r>
              <a:endParaRPr lang="en-DK" dirty="0"/>
            </a:p>
          </dgm:t>
        </dgm:pt>
      </mc:Fallback>
    </mc:AlternateContent>
    <dgm:pt modelId="{F9D3308C-3E21-E44C-9D4C-E033035537DF}" type="parTrans" cxnId="{632CC41C-1555-E044-A16D-1BDF8BEF91CE}">
      <dgm:prSet/>
      <dgm:spPr/>
      <dgm:t>
        <a:bodyPr/>
        <a:lstStyle/>
        <a:p>
          <a:endParaRPr lang="en-US"/>
        </a:p>
      </dgm:t>
    </dgm:pt>
    <dgm:pt modelId="{99837E48-9A65-6F4C-A921-5C657A3C5694}" type="sibTrans" cxnId="{632CC41C-1555-E044-A16D-1BDF8BEF91CE}">
      <dgm:prSet/>
      <dgm:spPr/>
      <dgm:t>
        <a:bodyPr/>
        <a:lstStyle/>
        <a:p>
          <a:endParaRPr lang="en-US"/>
        </a:p>
      </dgm:t>
    </dgm:pt>
    <mc:AlternateContent xmlns:mc="http://schemas.openxmlformats.org/markup-compatibility/2006" xmlns:a14="http://schemas.microsoft.com/office/drawing/2010/main">
      <mc:Choice Requires="a14">
        <dgm:pt modelId="{2FB6D6C7-6604-7444-8E8B-3E997B4B749C}">
          <dgm:prSet/>
          <dgm:spPr/>
          <dgm:t>
            <a:bodyPr/>
            <a:lstStyle/>
            <a:p>
              <a:r>
                <a:rPr lang="en-US" dirty="0"/>
                <a:t>Equator-cut Pearson correlation: </a:t>
              </a:r>
              <a14:m>
                <m:oMath xmlns:m="http://schemas.openxmlformats.org/officeDocument/2006/math">
                  <m:r>
                    <a:rPr lang="en-DK" i="1">
                      <a:latin typeface="Cambria Math" panose="02040503050406030204" pitchFamily="18" charset="0"/>
                    </a:rPr>
                    <m:t>0.999961</m:t>
                  </m:r>
                </m:oMath>
              </a14:m>
              <a:endParaRPr lang="en-DK" dirty="0"/>
            </a:p>
          </dgm:t>
        </dgm:pt>
      </mc:Choice>
      <mc:Fallback xmlns="">
        <dgm:pt modelId="{2FB6D6C7-6604-7444-8E8B-3E997B4B749C}">
          <dgm:prSet/>
          <dgm:spPr/>
          <dgm:t>
            <a:bodyPr/>
            <a:lstStyle/>
            <a:p>
              <a:r>
                <a:rPr lang="en-US" dirty="0"/>
                <a:t>Equator-cut Pearson correlation: </a:t>
              </a:r>
              <a:r>
                <a:rPr lang="en-DK" i="0"/>
                <a:t>0.999961</a:t>
              </a:r>
              <a:endParaRPr lang="en-DK" dirty="0"/>
            </a:p>
          </dgm:t>
        </dgm:pt>
      </mc:Fallback>
    </mc:AlternateContent>
    <dgm:pt modelId="{5CF11EAF-18DB-EB4C-95A9-58026D8134C1}" type="parTrans" cxnId="{84A0EEAC-BFFB-954D-8A2E-44AF644A6A28}">
      <dgm:prSet/>
      <dgm:spPr/>
      <dgm:t>
        <a:bodyPr/>
        <a:lstStyle/>
        <a:p>
          <a:endParaRPr lang="en-US"/>
        </a:p>
      </dgm:t>
    </dgm:pt>
    <dgm:pt modelId="{0F10CAF1-A5DF-314C-997C-029769DC6AA8}" type="sibTrans" cxnId="{84A0EEAC-BFFB-954D-8A2E-44AF644A6A28}">
      <dgm:prSet/>
      <dgm:spPr/>
      <dgm:t>
        <a:bodyPr/>
        <a:lstStyle/>
        <a:p>
          <a:endParaRPr lang="en-US"/>
        </a:p>
      </dgm:t>
    </dgm:pt>
    <mc:AlternateContent xmlns:mc="http://schemas.openxmlformats.org/markup-compatibility/2006" xmlns:a14="http://schemas.microsoft.com/office/drawing/2010/main">
      <mc:Choice Requires="a14">
        <dgm:pt modelId="{7286C67C-A1C1-AC46-AD7F-3EC51F2DFE7F}">
          <dgm:prSet/>
          <dgm:spPr/>
          <dgm:t>
            <a:bodyPr/>
            <a:lstStyle/>
            <a:p>
              <a:r>
                <a:rPr lang="en-US" dirty="0"/>
                <a:t>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dgm:t>
        </dgm:pt>
      </mc:Choice>
      <mc:Fallback xmlns="">
        <dgm:pt modelId="{7286C67C-A1C1-AC46-AD7F-3EC51F2DFE7F}">
          <dgm:prSet/>
          <dgm:spPr/>
          <dgm:t>
            <a:bodyPr/>
            <a:lstStyle/>
            <a:p>
              <a:r>
                <a:rPr lang="en-US" dirty="0"/>
                <a:t>Equator-cut: </a:t>
              </a:r>
              <a:r>
                <a:rPr lang="en-DK" i="0"/>
                <a:t>𝜒_𝜐^2=3.02</a:t>
              </a:r>
              <a:endParaRPr lang="en-DK" dirty="0"/>
            </a:p>
          </dgm:t>
        </dgm:pt>
      </mc:Fallback>
    </mc:AlternateContent>
    <dgm:pt modelId="{C963D7CA-B7C1-8A45-A2EB-8F151172BBFE}" type="parTrans" cxnId="{D79C368D-91C5-AA41-9047-7DEF995683C1}">
      <dgm:prSet/>
      <dgm:spPr/>
      <dgm:t>
        <a:bodyPr/>
        <a:lstStyle/>
        <a:p>
          <a:endParaRPr lang="en-US"/>
        </a:p>
      </dgm:t>
    </dgm:pt>
    <dgm:pt modelId="{D22B98D9-A9EF-774D-809F-EF219963D810}" type="sibTrans" cxnId="{D79C368D-91C5-AA41-9047-7DEF995683C1}">
      <dgm:prSet/>
      <dgm:spPr/>
      <dgm:t>
        <a:bodyPr/>
        <a:lstStyle/>
        <a:p>
          <a:endParaRPr lang="en-US"/>
        </a:p>
      </dgm:t>
    </dgm:pt>
    <mc:AlternateContent xmlns:mc="http://schemas.openxmlformats.org/markup-compatibility/2006" xmlns:a14="http://schemas.microsoft.com/office/drawing/2010/main">
      <mc:Choice Requires="a14">
        <dgm:pt modelId="{6F9887C4-B249-C645-AAA6-BF6CAAF3D40D}">
          <dgm:prSet phldrT="[Text]"/>
          <dgm:spPr/>
          <dgm:t>
            <a:bodyPr/>
            <a:lstStyle/>
            <a:p>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dgm:t>
        </dgm:pt>
      </mc:Choice>
      <mc:Fallback xmlns="">
        <dgm:pt modelId="{6F9887C4-B249-C645-AAA6-BF6CAAF3D40D}">
          <dgm:prSet phldrT="[Text]"/>
          <dgm:spPr/>
          <dgm:t>
            <a:bodyPr/>
            <a:lstStyle/>
            <a:p>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dgm:t>
        </dgm:pt>
      </mc:Fallback>
    </mc:AlternateContent>
    <dgm:pt modelId="{C92294CA-34B2-A84A-ACCA-7B038511B78B}" type="parTrans" cxnId="{585226A8-9A0D-A54E-BAE5-726DED97E799}">
      <dgm:prSet/>
      <dgm:spPr/>
      <dgm:t>
        <a:bodyPr/>
        <a:lstStyle/>
        <a:p>
          <a:endParaRPr lang="en-US"/>
        </a:p>
      </dgm:t>
    </dgm:pt>
    <dgm:pt modelId="{F1531EF9-A413-B846-BBCF-62E0DB9031C2}" type="sibTrans" cxnId="{585226A8-9A0D-A54E-BAE5-726DED97E799}">
      <dgm:prSet/>
      <dgm:spPr/>
      <dgm:t>
        <a:bodyPr/>
        <a:lstStyle/>
        <a:p>
          <a:endParaRPr lang="en-US"/>
        </a:p>
      </dgm:t>
    </dgm:pt>
    <dgm:pt modelId="{D47FA422-528F-9347-BEB8-2CDC9F3AEC8E}" type="pres">
      <dgm:prSet presAssocID="{EDAC2A86-33B1-FE4E-90E9-E624DDC78165}" presName="linear" presStyleCnt="0">
        <dgm:presLayoutVars>
          <dgm:animLvl val="lvl"/>
          <dgm:resizeHandles val="exact"/>
        </dgm:presLayoutVars>
      </dgm:prSet>
      <dgm:spPr/>
    </dgm:pt>
    <dgm:pt modelId="{DE9857CE-8A93-C94E-BEA6-2424E7F3A969}" type="pres">
      <dgm:prSet presAssocID="{B83D5838-D629-B646-B8FD-ADE326B54F5B}" presName="parentText" presStyleLbl="node1" presStyleIdx="0" presStyleCnt="4">
        <dgm:presLayoutVars>
          <dgm:chMax val="0"/>
          <dgm:bulletEnabled val="1"/>
        </dgm:presLayoutVars>
      </dgm:prSet>
      <dgm:spPr/>
    </dgm:pt>
    <dgm:pt modelId="{030EFC0F-0063-934F-A3A9-7457E8F5C177}" type="pres">
      <dgm:prSet presAssocID="{99837E48-9A65-6F4C-A921-5C657A3C5694}" presName="spacer" presStyleCnt="0"/>
      <dgm:spPr/>
    </dgm:pt>
    <dgm:pt modelId="{6234AC52-2918-9143-8F92-836E6FE86B1D}" type="pres">
      <dgm:prSet presAssocID="{2FB6D6C7-6604-7444-8E8B-3E997B4B749C}" presName="parentText" presStyleLbl="node1" presStyleIdx="1" presStyleCnt="4">
        <dgm:presLayoutVars>
          <dgm:chMax val="0"/>
          <dgm:bulletEnabled val="1"/>
        </dgm:presLayoutVars>
      </dgm:prSet>
      <dgm:spPr/>
    </dgm:pt>
    <dgm:pt modelId="{2815A9EC-CD88-3648-9E3F-0E3F31F1329E}" type="pres">
      <dgm:prSet presAssocID="{0F10CAF1-A5DF-314C-997C-029769DC6AA8}" presName="spacer" presStyleCnt="0"/>
      <dgm:spPr/>
    </dgm:pt>
    <dgm:pt modelId="{9E173454-E394-C64F-B624-2E498778417C}" type="pres">
      <dgm:prSet presAssocID="{7286C67C-A1C1-AC46-AD7F-3EC51F2DFE7F}" presName="parentText" presStyleLbl="node1" presStyleIdx="2" presStyleCnt="4">
        <dgm:presLayoutVars>
          <dgm:chMax val="0"/>
          <dgm:bulletEnabled val="1"/>
        </dgm:presLayoutVars>
      </dgm:prSet>
      <dgm:spPr/>
    </dgm:pt>
    <dgm:pt modelId="{7FDA5D4B-B78C-A443-B3DB-0CDB68D5BBBD}" type="pres">
      <dgm:prSet presAssocID="{D22B98D9-A9EF-774D-809F-EF219963D810}" presName="spacer" presStyleCnt="0"/>
      <dgm:spPr/>
    </dgm:pt>
    <dgm:pt modelId="{8F0AB8AD-9421-3F4D-9636-4F5507F11D45}" type="pres">
      <dgm:prSet presAssocID="{6F9887C4-B249-C645-AAA6-BF6CAAF3D40D}" presName="parentText" presStyleLbl="node1" presStyleIdx="3" presStyleCnt="4">
        <dgm:presLayoutVars>
          <dgm:chMax val="0"/>
          <dgm:bulletEnabled val="1"/>
        </dgm:presLayoutVars>
      </dgm:prSet>
      <dgm:spPr/>
    </dgm:pt>
  </dgm:ptLst>
  <dgm:cxnLst>
    <dgm:cxn modelId="{632CC41C-1555-E044-A16D-1BDF8BEF91CE}" srcId="{EDAC2A86-33B1-FE4E-90E9-E624DDC78165}" destId="{B83D5838-D629-B646-B8FD-ADE326B54F5B}" srcOrd="0" destOrd="0" parTransId="{F9D3308C-3E21-E44C-9D4C-E033035537DF}" sibTransId="{99837E48-9A65-6F4C-A921-5C657A3C5694}"/>
    <dgm:cxn modelId="{DE632328-227B-C04B-A7BE-8831ECEC5BDB}" type="presOf" srcId="{7286C67C-A1C1-AC46-AD7F-3EC51F2DFE7F}" destId="{9E173454-E394-C64F-B624-2E498778417C}" srcOrd="0" destOrd="0" presId="urn:microsoft.com/office/officeart/2005/8/layout/vList2"/>
    <dgm:cxn modelId="{31373036-55A3-044B-B944-B89F4C8C5149}" type="presOf" srcId="{EDAC2A86-33B1-FE4E-90E9-E624DDC78165}" destId="{D47FA422-528F-9347-BEB8-2CDC9F3AEC8E}" srcOrd="0" destOrd="0" presId="urn:microsoft.com/office/officeart/2005/8/layout/vList2"/>
    <dgm:cxn modelId="{404BE556-C84F-EB4A-8E15-61219A582B0B}" type="presOf" srcId="{B83D5838-D629-B646-B8FD-ADE326B54F5B}" destId="{DE9857CE-8A93-C94E-BEA6-2424E7F3A969}" srcOrd="0" destOrd="0" presId="urn:microsoft.com/office/officeart/2005/8/layout/vList2"/>
    <dgm:cxn modelId="{D79C368D-91C5-AA41-9047-7DEF995683C1}" srcId="{EDAC2A86-33B1-FE4E-90E9-E624DDC78165}" destId="{7286C67C-A1C1-AC46-AD7F-3EC51F2DFE7F}" srcOrd="2" destOrd="0" parTransId="{C963D7CA-B7C1-8A45-A2EB-8F151172BBFE}" sibTransId="{D22B98D9-A9EF-774D-809F-EF219963D810}"/>
    <dgm:cxn modelId="{585226A8-9A0D-A54E-BAE5-726DED97E799}" srcId="{EDAC2A86-33B1-FE4E-90E9-E624DDC78165}" destId="{6F9887C4-B249-C645-AAA6-BF6CAAF3D40D}" srcOrd="3" destOrd="0" parTransId="{C92294CA-34B2-A84A-ACCA-7B038511B78B}" sibTransId="{F1531EF9-A413-B846-BBCF-62E0DB9031C2}"/>
    <dgm:cxn modelId="{84A0EEAC-BFFB-954D-8A2E-44AF644A6A28}" srcId="{EDAC2A86-33B1-FE4E-90E9-E624DDC78165}" destId="{2FB6D6C7-6604-7444-8E8B-3E997B4B749C}" srcOrd="1" destOrd="0" parTransId="{5CF11EAF-18DB-EB4C-95A9-58026D8134C1}" sibTransId="{0F10CAF1-A5DF-314C-997C-029769DC6AA8}"/>
    <dgm:cxn modelId="{0D9464AF-C15C-1B4F-9CE9-00ADDA1314B3}" type="presOf" srcId="{2FB6D6C7-6604-7444-8E8B-3E997B4B749C}" destId="{6234AC52-2918-9143-8F92-836E6FE86B1D}" srcOrd="0" destOrd="0" presId="urn:microsoft.com/office/officeart/2005/8/layout/vList2"/>
    <dgm:cxn modelId="{91CD99DE-38CE-F343-ABDD-4C5F2E971461}" type="presOf" srcId="{6F9887C4-B249-C645-AAA6-BF6CAAF3D40D}" destId="{8F0AB8AD-9421-3F4D-9636-4F5507F11D45}" srcOrd="0" destOrd="0" presId="urn:microsoft.com/office/officeart/2005/8/layout/vList2"/>
    <dgm:cxn modelId="{4023ABE8-46EA-194B-8687-8CC45F76B81E}" type="presParOf" srcId="{D47FA422-528F-9347-BEB8-2CDC9F3AEC8E}" destId="{DE9857CE-8A93-C94E-BEA6-2424E7F3A969}" srcOrd="0" destOrd="0" presId="urn:microsoft.com/office/officeart/2005/8/layout/vList2"/>
    <dgm:cxn modelId="{E0670B05-E737-4646-BA88-FC2CE9A36D2D}" type="presParOf" srcId="{D47FA422-528F-9347-BEB8-2CDC9F3AEC8E}" destId="{030EFC0F-0063-934F-A3A9-7457E8F5C177}" srcOrd="1" destOrd="0" presId="urn:microsoft.com/office/officeart/2005/8/layout/vList2"/>
    <dgm:cxn modelId="{4A7FE968-E74E-6644-960F-C09BCD62B407}" type="presParOf" srcId="{D47FA422-528F-9347-BEB8-2CDC9F3AEC8E}" destId="{6234AC52-2918-9143-8F92-836E6FE86B1D}" srcOrd="2" destOrd="0" presId="urn:microsoft.com/office/officeart/2005/8/layout/vList2"/>
    <dgm:cxn modelId="{EF93CE76-DF49-1E47-8419-C1C08CBE0BB2}" type="presParOf" srcId="{D47FA422-528F-9347-BEB8-2CDC9F3AEC8E}" destId="{2815A9EC-CD88-3648-9E3F-0E3F31F1329E}" srcOrd="3" destOrd="0" presId="urn:microsoft.com/office/officeart/2005/8/layout/vList2"/>
    <dgm:cxn modelId="{ED957FD9-F21B-A24F-91AA-07A417FBA679}" type="presParOf" srcId="{D47FA422-528F-9347-BEB8-2CDC9F3AEC8E}" destId="{9E173454-E394-C64F-B624-2E498778417C}" srcOrd="4" destOrd="0" presId="urn:microsoft.com/office/officeart/2005/8/layout/vList2"/>
    <dgm:cxn modelId="{7337A4EB-D426-CE44-8817-3999A979FE09}" type="presParOf" srcId="{D47FA422-528F-9347-BEB8-2CDC9F3AEC8E}" destId="{7FDA5D4B-B78C-A443-B3DB-0CDB68D5BBBD}" srcOrd="5" destOrd="0" presId="urn:microsoft.com/office/officeart/2005/8/layout/vList2"/>
    <dgm:cxn modelId="{B0D5606A-5608-4B47-B973-6B593FFAE5E9}" type="presParOf" srcId="{D47FA422-528F-9347-BEB8-2CDC9F3AEC8E}" destId="{8F0AB8AD-9421-3F4D-9636-4F5507F11D45}" srcOrd="6"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6183D0DC-DB55-D346-A7D7-A35B630F66FB}"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1E3DDDFF-9715-6E4D-885F-E1DD35BAC0E9}">
      <dgm:prSet custT="1"/>
      <dgm:spPr/>
      <dgm:t>
        <a:bodyPr/>
        <a:lstStyle/>
        <a:p>
          <a:r>
            <a:rPr lang="en-US" sz="1400" dirty="0"/>
            <a:t>Integrated intensity ratio:</a:t>
          </a:r>
          <a:endParaRPr lang="en-DK" sz="1400" dirty="0"/>
        </a:p>
      </dgm:t>
    </dgm:pt>
    <dgm:pt modelId="{53D7AF92-0154-024D-A99E-660B60CA0738}" type="parTrans" cxnId="{7B031C13-D40F-CE4F-A03F-A2F621C14236}">
      <dgm:prSet/>
      <dgm:spPr/>
      <dgm:t>
        <a:bodyPr/>
        <a:lstStyle/>
        <a:p>
          <a:endParaRPr lang="en-US"/>
        </a:p>
      </dgm:t>
    </dgm:pt>
    <dgm:pt modelId="{D9A81B22-EC33-6442-B594-DACE3CABFEF0}" type="sibTrans" cxnId="{7B031C13-D40F-CE4F-A03F-A2F621C14236}">
      <dgm:prSet/>
      <dgm:spPr/>
      <dgm:t>
        <a:bodyPr/>
        <a:lstStyle/>
        <a:p>
          <a:endParaRPr lang="en-US"/>
        </a:p>
      </dgm:t>
    </dgm:pt>
    <mc:AlternateContent xmlns:mc="http://schemas.openxmlformats.org/markup-compatibility/2006" xmlns:a14="http://schemas.microsoft.com/office/drawing/2010/main">
      <mc:Choice Requires="a14">
        <dgm:pt modelId="{10FAED2C-FB8C-274E-B2F9-AF1C2BA6AC02}">
          <dgm:prSet custT="1"/>
          <dgm:spPr/>
          <dgm:t>
            <a:bodyPr/>
            <a:lstStyle/>
            <a:p>
              <a:pPr>
                <a:buNone/>
              </a:pPr>
              <a14:m>
                <m:oMathPara xmlns:m="http://schemas.openxmlformats.org/officeDocument/2006/math">
                  <m:oMathParaPr>
                    <m:jc m:val="centerGroup"/>
                  </m:oMathParaPr>
                  <m:oMath xmlns:m="http://schemas.openxmlformats.org/officeDocument/2006/math">
                    <m:sSub>
                      <m:sSubPr>
                        <m:ctrlPr>
                          <a:rPr lang="da-DK" sz="2000" b="0" i="1" smtClean="0">
                            <a:latin typeface="Cambria Math" panose="02040503050406030204" pitchFamily="18" charset="0"/>
                          </a:rPr>
                        </m:ctrlPr>
                      </m:sSubPr>
                      <m:e>
                        <m:r>
                          <a:rPr lang="da-DK" sz="2000" b="0" i="1" smtClean="0">
                            <a:latin typeface="Cambria Math" panose="02040503050406030204" pitchFamily="18" charset="0"/>
                          </a:rPr>
                          <m:t>𝐼</m:t>
                        </m:r>
                      </m:e>
                      <m:sub>
                        <m:r>
                          <m:rPr>
                            <m:sty m:val="p"/>
                          </m:rPr>
                          <a:rPr lang="da-DK" sz="2000" b="0" i="0" smtClean="0">
                            <a:latin typeface="Cambria Math" panose="02040503050406030204" pitchFamily="18" charset="0"/>
                          </a:rPr>
                          <m:t>McMini</m:t>
                        </m:r>
                      </m:sub>
                    </m:sSub>
                    <m:r>
                      <a:rPr lang="da-DK" sz="2000" b="0" i="1" smtClean="0">
                        <a:latin typeface="Cambria Math" panose="02040503050406030204" pitchFamily="18" charset="0"/>
                      </a:rPr>
                      <m:t>/</m:t>
                    </m:r>
                    <m:sSub>
                      <m:sSubPr>
                        <m:ctrlPr>
                          <a:rPr lang="da-DK" sz="2000" b="0" i="1" smtClean="0">
                            <a:latin typeface="Cambria Math" panose="02040503050406030204" pitchFamily="18" charset="0"/>
                          </a:rPr>
                        </m:ctrlPr>
                      </m:sSubPr>
                      <m:e>
                        <m:r>
                          <a:rPr lang="da-DK" sz="2000" b="0" i="1" smtClean="0">
                            <a:latin typeface="Cambria Math" panose="02040503050406030204" pitchFamily="18" charset="0"/>
                          </a:rPr>
                          <m:t>𝐼</m:t>
                        </m:r>
                      </m:e>
                      <m:sub>
                        <m:r>
                          <m:rPr>
                            <m:sty m:val="p"/>
                          </m:rPr>
                          <a:rPr lang="da-DK" sz="2000" b="0" i="0" smtClean="0">
                            <a:latin typeface="Cambria Math" panose="02040503050406030204" pitchFamily="18" charset="0"/>
                          </a:rPr>
                          <m:t>Mc</m:t>
                        </m:r>
                        <m:r>
                          <a:rPr lang="da-DK" sz="2000" b="0" i="1" smtClean="0">
                            <a:latin typeface="Cambria Math" panose="02040503050406030204" pitchFamily="18" charset="0"/>
                          </a:rPr>
                          <m:t>𝑆𝑡𝑎𝑠</m:t>
                        </m:r>
                      </m:sub>
                    </m:sSub>
                    <m:r>
                      <a:rPr lang="da-DK" sz="2000" b="0" i="1" smtClean="0">
                        <a:latin typeface="Cambria Math" panose="02040503050406030204" pitchFamily="18" charset="0"/>
                      </a:rPr>
                      <m:t>=</m:t>
                    </m:r>
                    <m:r>
                      <a:rPr lang="en-DK" sz="2000" i="1" smtClean="0">
                        <a:latin typeface="Cambria Math" panose="02040503050406030204" pitchFamily="18" charset="0"/>
                      </a:rPr>
                      <m:t>1+3×</m:t>
                    </m:r>
                    <m:sSup>
                      <m:sSupPr>
                        <m:ctrlPr>
                          <a:rPr lang="en-DK" sz="2000" i="1">
                            <a:latin typeface="Cambria Math" panose="02040503050406030204" pitchFamily="18" charset="0"/>
                          </a:rPr>
                        </m:ctrlPr>
                      </m:sSupPr>
                      <m:e>
                        <m:r>
                          <a:rPr lang="en-DK" sz="2000" i="1">
                            <a:latin typeface="Cambria Math" panose="02040503050406030204" pitchFamily="18" charset="0"/>
                          </a:rPr>
                          <m:t>10</m:t>
                        </m:r>
                      </m:e>
                      <m:sup>
                        <m:r>
                          <a:rPr lang="en-DK" sz="2000" i="1">
                            <a:latin typeface="Cambria Math" panose="02040503050406030204" pitchFamily="18" charset="0"/>
                          </a:rPr>
                          <m:t>−7</m:t>
                        </m:r>
                      </m:sup>
                    </m:sSup>
                  </m:oMath>
                </m:oMathPara>
              </a14:m>
              <a:endParaRPr lang="en-DK" sz="2000" dirty="0"/>
            </a:p>
          </dgm:t>
        </dgm:pt>
      </mc:Choice>
      <mc:Fallback xmlns="">
        <dgm:pt modelId="{10FAED2C-FB8C-274E-B2F9-AF1C2BA6AC02}">
          <dgm:prSet custT="1"/>
          <dgm:spPr/>
          <dgm:t>
            <a:bodyPr/>
            <a:lstStyle/>
            <a:p>
              <a:pPr>
                <a:buNone/>
              </a:pPr>
              <a:r>
                <a:rPr lang="da-DK" sz="2000" b="0" i="0">
                  <a:latin typeface="Cambria Math" panose="02040503050406030204" pitchFamily="18" charset="0"/>
                </a:rPr>
                <a:t>𝐼_McMini/𝐼_Mc𝑆𝑡𝑎𝑠=</a:t>
              </a:r>
              <a:r>
                <a:rPr lang="en-DK" sz="2000" i="0"/>
                <a:t>1+3×10^(−7)</a:t>
              </a:r>
              <a:endParaRPr lang="en-DK" sz="2000" dirty="0"/>
            </a:p>
          </dgm:t>
        </dgm:pt>
      </mc:Fallback>
    </mc:AlternateContent>
    <dgm:pt modelId="{148E89C0-DB7C-7A4A-93F5-71508F8B1B65}" type="parTrans" cxnId="{384A9632-1489-4C4B-9CCE-A13D78DFBDAF}">
      <dgm:prSet/>
      <dgm:spPr/>
      <dgm:t>
        <a:bodyPr/>
        <a:lstStyle/>
        <a:p>
          <a:endParaRPr lang="en-US"/>
        </a:p>
      </dgm:t>
    </dgm:pt>
    <dgm:pt modelId="{09459F1D-3D5A-E948-861B-20CA8FE844DE}" type="sibTrans" cxnId="{384A9632-1489-4C4B-9CCE-A13D78DFBDAF}">
      <dgm:prSet/>
      <dgm:spPr/>
      <dgm:t>
        <a:bodyPr/>
        <a:lstStyle/>
        <a:p>
          <a:endParaRPr lang="en-US"/>
        </a:p>
      </dgm:t>
    </dgm:pt>
    <dgm:pt modelId="{49761D66-0585-484A-BB59-378D9FF2DBC6}" type="pres">
      <dgm:prSet presAssocID="{6183D0DC-DB55-D346-A7D7-A35B630F66FB}" presName="Name0" presStyleCnt="0">
        <dgm:presLayoutVars>
          <dgm:dir/>
          <dgm:animLvl val="lvl"/>
          <dgm:resizeHandles val="exact"/>
        </dgm:presLayoutVars>
      </dgm:prSet>
      <dgm:spPr/>
    </dgm:pt>
    <dgm:pt modelId="{C633F25E-8C17-AD43-ABD8-321D78D3321E}" type="pres">
      <dgm:prSet presAssocID="{1E3DDDFF-9715-6E4D-885F-E1DD35BAC0E9}" presName="linNode" presStyleCnt="0"/>
      <dgm:spPr/>
    </dgm:pt>
    <dgm:pt modelId="{9F285121-88A9-1749-8809-5678F1E1EBBB}" type="pres">
      <dgm:prSet presAssocID="{1E3DDDFF-9715-6E4D-885F-E1DD35BAC0E9}" presName="parentText" presStyleLbl="node1" presStyleIdx="0" presStyleCnt="1">
        <dgm:presLayoutVars>
          <dgm:chMax val="1"/>
          <dgm:bulletEnabled val="1"/>
        </dgm:presLayoutVars>
      </dgm:prSet>
      <dgm:spPr/>
    </dgm:pt>
    <dgm:pt modelId="{0904EC37-B284-C848-B052-BA543E59BFEF}" type="pres">
      <dgm:prSet presAssocID="{1E3DDDFF-9715-6E4D-885F-E1DD35BAC0E9}" presName="descendantText" presStyleLbl="alignAccFollowNode1" presStyleIdx="0" presStyleCnt="1">
        <dgm:presLayoutVars>
          <dgm:bulletEnabled val="1"/>
        </dgm:presLayoutVars>
      </dgm:prSet>
      <dgm:spPr/>
    </dgm:pt>
  </dgm:ptLst>
  <dgm:cxnLst>
    <dgm:cxn modelId="{7B031C13-D40F-CE4F-A03F-A2F621C14236}" srcId="{6183D0DC-DB55-D346-A7D7-A35B630F66FB}" destId="{1E3DDDFF-9715-6E4D-885F-E1DD35BAC0E9}" srcOrd="0" destOrd="0" parTransId="{53D7AF92-0154-024D-A99E-660B60CA0738}" sibTransId="{D9A81B22-EC33-6442-B594-DACE3CABFEF0}"/>
    <dgm:cxn modelId="{AA0C2324-2FE5-8A46-B668-1EC2CD6AEBDB}" type="presOf" srcId="{6183D0DC-DB55-D346-A7D7-A35B630F66FB}" destId="{49761D66-0585-484A-BB59-378D9FF2DBC6}" srcOrd="0" destOrd="0" presId="urn:microsoft.com/office/officeart/2005/8/layout/vList5"/>
    <dgm:cxn modelId="{384A9632-1489-4C4B-9CCE-A13D78DFBDAF}" srcId="{1E3DDDFF-9715-6E4D-885F-E1DD35BAC0E9}" destId="{10FAED2C-FB8C-274E-B2F9-AF1C2BA6AC02}" srcOrd="0" destOrd="0" parTransId="{148E89C0-DB7C-7A4A-93F5-71508F8B1B65}" sibTransId="{09459F1D-3D5A-E948-861B-20CA8FE844DE}"/>
    <dgm:cxn modelId="{ACA0443B-EE82-AC41-BA55-D5C805A182AA}" type="presOf" srcId="{10FAED2C-FB8C-274E-B2F9-AF1C2BA6AC02}" destId="{0904EC37-B284-C848-B052-BA543E59BFEF}" srcOrd="0" destOrd="0" presId="urn:microsoft.com/office/officeart/2005/8/layout/vList5"/>
    <dgm:cxn modelId="{C6C63CDA-90B7-5C4F-9DA6-445DABCA5FD6}" type="presOf" srcId="{1E3DDDFF-9715-6E4D-885F-E1DD35BAC0E9}" destId="{9F285121-88A9-1749-8809-5678F1E1EBBB}" srcOrd="0" destOrd="0" presId="urn:microsoft.com/office/officeart/2005/8/layout/vList5"/>
    <dgm:cxn modelId="{7208FDE1-CE44-8C41-811A-BA018EB9E175}" type="presParOf" srcId="{49761D66-0585-484A-BB59-378D9FF2DBC6}" destId="{C633F25E-8C17-AD43-ABD8-321D78D3321E}" srcOrd="0" destOrd="0" presId="urn:microsoft.com/office/officeart/2005/8/layout/vList5"/>
    <dgm:cxn modelId="{631F7DDC-22F6-3241-9F15-FDB881E9B08A}" type="presParOf" srcId="{C633F25E-8C17-AD43-ABD8-321D78D3321E}" destId="{9F285121-88A9-1749-8809-5678F1E1EBBB}" srcOrd="0" destOrd="0" presId="urn:microsoft.com/office/officeart/2005/8/layout/vList5"/>
    <dgm:cxn modelId="{0AF1EF53-0B01-6A40-82B8-D287E6CB7C6E}" type="presParOf" srcId="{C633F25E-8C17-AD43-ABD8-321D78D3321E}" destId="{0904EC37-B284-C848-B052-BA543E59BFEF}" srcOrd="1" destOrd="0" presId="urn:microsoft.com/office/officeart/2005/8/layout/vList5"/>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EDAC2A86-33B1-FE4E-90E9-E624DDC781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B83D5838-D629-B646-B8FD-ADE326B54F5B}">
          <dgm:prSet/>
          <dgm:spPr/>
          <dgm:t>
            <a:bodyPr/>
            <a:lstStyle/>
            <a:p>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dgm:t>
        </dgm:pt>
      </mc:Choice>
      <mc:Fallback xmlns="">
        <dgm:pt modelId="{B83D5838-D629-B646-B8FD-ADE326B54F5B}">
          <dgm:prSet/>
          <dgm:spPr/>
          <dgm:t>
            <a:bodyPr/>
            <a:lstStyle/>
            <a:p>
              <a:r>
                <a:rPr lang="en-US" dirty="0"/>
                <a:t>Raw total intensity ratio was: </a:t>
              </a:r>
              <a:r>
                <a:rPr lang="en-DK" i="0"/>
                <a:t>1+3×10^(−7)</a:t>
              </a:r>
              <a:endParaRPr lang="en-DK" dirty="0"/>
            </a:p>
          </dgm:t>
        </dgm:pt>
      </mc:Fallback>
    </mc:AlternateContent>
    <dgm:pt modelId="{F9D3308C-3E21-E44C-9D4C-E033035537DF}" type="parTrans" cxnId="{632CC41C-1555-E044-A16D-1BDF8BEF91CE}">
      <dgm:prSet/>
      <dgm:spPr/>
      <dgm:t>
        <a:bodyPr/>
        <a:lstStyle/>
        <a:p>
          <a:endParaRPr lang="en-US"/>
        </a:p>
      </dgm:t>
    </dgm:pt>
    <dgm:pt modelId="{99837E48-9A65-6F4C-A921-5C657A3C5694}" type="sibTrans" cxnId="{632CC41C-1555-E044-A16D-1BDF8BEF91CE}">
      <dgm:prSet/>
      <dgm:spPr/>
      <dgm:t>
        <a:bodyPr/>
        <a:lstStyle/>
        <a:p>
          <a:endParaRPr lang="en-US"/>
        </a:p>
      </dgm:t>
    </dgm:pt>
    <mc:AlternateContent xmlns:mc="http://schemas.openxmlformats.org/markup-compatibility/2006" xmlns:a14="http://schemas.microsoft.com/office/drawing/2010/main">
      <mc:Choice Requires="a14">
        <dgm:pt modelId="{2FB6D6C7-6604-7444-8E8B-3E997B4B749C}">
          <dgm:prSet/>
          <dgm:spPr/>
          <dgm:t>
            <a:bodyPr/>
            <a:lstStyle/>
            <a:p>
              <a:r>
                <a:rPr lang="en-US" dirty="0"/>
                <a:t>Equator-cut Pearson correlation: </a:t>
              </a:r>
              <a14:m>
                <m:oMath xmlns:m="http://schemas.openxmlformats.org/officeDocument/2006/math">
                  <m:r>
                    <a:rPr lang="en-DK" i="1">
                      <a:latin typeface="Cambria Math" panose="02040503050406030204" pitchFamily="18" charset="0"/>
                    </a:rPr>
                    <m:t>0.999961</m:t>
                  </m:r>
                </m:oMath>
              </a14:m>
              <a:endParaRPr lang="en-DK" dirty="0"/>
            </a:p>
          </dgm:t>
        </dgm:pt>
      </mc:Choice>
      <mc:Fallback xmlns="">
        <dgm:pt modelId="{2FB6D6C7-6604-7444-8E8B-3E997B4B749C}">
          <dgm:prSet/>
          <dgm:spPr/>
          <dgm:t>
            <a:bodyPr/>
            <a:lstStyle/>
            <a:p>
              <a:r>
                <a:rPr lang="en-US" dirty="0"/>
                <a:t>Equator-cut Pearson correlation: </a:t>
              </a:r>
              <a:r>
                <a:rPr lang="en-DK" i="0"/>
                <a:t>0.999961</a:t>
              </a:r>
              <a:endParaRPr lang="en-DK" dirty="0"/>
            </a:p>
          </dgm:t>
        </dgm:pt>
      </mc:Fallback>
    </mc:AlternateContent>
    <dgm:pt modelId="{5CF11EAF-18DB-EB4C-95A9-58026D8134C1}" type="parTrans" cxnId="{84A0EEAC-BFFB-954D-8A2E-44AF644A6A28}">
      <dgm:prSet/>
      <dgm:spPr/>
      <dgm:t>
        <a:bodyPr/>
        <a:lstStyle/>
        <a:p>
          <a:endParaRPr lang="en-US"/>
        </a:p>
      </dgm:t>
    </dgm:pt>
    <dgm:pt modelId="{0F10CAF1-A5DF-314C-997C-029769DC6AA8}" type="sibTrans" cxnId="{84A0EEAC-BFFB-954D-8A2E-44AF644A6A28}">
      <dgm:prSet/>
      <dgm:spPr/>
      <dgm:t>
        <a:bodyPr/>
        <a:lstStyle/>
        <a:p>
          <a:endParaRPr lang="en-US"/>
        </a:p>
      </dgm:t>
    </dgm:pt>
    <mc:AlternateContent xmlns:mc="http://schemas.openxmlformats.org/markup-compatibility/2006" xmlns:a14="http://schemas.microsoft.com/office/drawing/2010/main">
      <mc:Choice Requires="a14">
        <dgm:pt modelId="{7286C67C-A1C1-AC46-AD7F-3EC51F2DFE7F}">
          <dgm:prSet/>
          <dgm:spPr/>
          <dgm:t>
            <a:bodyPr/>
            <a:lstStyle/>
            <a:p>
              <a:r>
                <a:rPr lang="en-US" dirty="0"/>
                <a:t>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dgm:t>
        </dgm:pt>
      </mc:Choice>
      <mc:Fallback xmlns="">
        <dgm:pt modelId="{7286C67C-A1C1-AC46-AD7F-3EC51F2DFE7F}">
          <dgm:prSet/>
          <dgm:spPr/>
          <dgm:t>
            <a:bodyPr/>
            <a:lstStyle/>
            <a:p>
              <a:r>
                <a:rPr lang="en-US" dirty="0"/>
                <a:t>Equator-cut: </a:t>
              </a:r>
              <a:r>
                <a:rPr lang="en-DK" i="0"/>
                <a:t>𝜒_𝜐^2=3.02</a:t>
              </a:r>
              <a:endParaRPr lang="en-DK" dirty="0"/>
            </a:p>
          </dgm:t>
        </dgm:pt>
      </mc:Fallback>
    </mc:AlternateContent>
    <dgm:pt modelId="{C963D7CA-B7C1-8A45-A2EB-8F151172BBFE}" type="parTrans" cxnId="{D79C368D-91C5-AA41-9047-7DEF995683C1}">
      <dgm:prSet/>
      <dgm:spPr/>
      <dgm:t>
        <a:bodyPr/>
        <a:lstStyle/>
        <a:p>
          <a:endParaRPr lang="en-US"/>
        </a:p>
      </dgm:t>
    </dgm:pt>
    <dgm:pt modelId="{D22B98D9-A9EF-774D-809F-EF219963D810}" type="sibTrans" cxnId="{D79C368D-91C5-AA41-9047-7DEF995683C1}">
      <dgm:prSet/>
      <dgm:spPr/>
      <dgm:t>
        <a:bodyPr/>
        <a:lstStyle/>
        <a:p>
          <a:endParaRPr lang="en-US"/>
        </a:p>
      </dgm:t>
    </dgm:pt>
    <mc:AlternateContent xmlns:mc="http://schemas.openxmlformats.org/markup-compatibility/2006" xmlns:a14="http://schemas.microsoft.com/office/drawing/2010/main">
      <mc:Choice Requires="a14">
        <dgm:pt modelId="{6F9887C4-B249-C645-AAA6-BF6CAAF3D40D}">
          <dgm:prSet phldrT="[Text]"/>
          <dgm:spPr/>
          <dgm:t>
            <a:bodyPr/>
            <a:lstStyle/>
            <a:p>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dgm:t>
        </dgm:pt>
      </mc:Choice>
      <mc:Fallback xmlns="">
        <dgm:pt modelId="{6F9887C4-B249-C645-AAA6-BF6CAAF3D40D}">
          <dgm:prSet phldrT="[Text]"/>
          <dgm:spPr/>
          <dgm:t>
            <a:bodyPr/>
            <a:lstStyle/>
            <a:p>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dgm:t>
        </dgm:pt>
      </mc:Fallback>
    </mc:AlternateContent>
    <dgm:pt modelId="{C92294CA-34B2-A84A-ACCA-7B038511B78B}" type="parTrans" cxnId="{585226A8-9A0D-A54E-BAE5-726DED97E799}">
      <dgm:prSet/>
      <dgm:spPr/>
      <dgm:t>
        <a:bodyPr/>
        <a:lstStyle/>
        <a:p>
          <a:endParaRPr lang="en-US"/>
        </a:p>
      </dgm:t>
    </dgm:pt>
    <dgm:pt modelId="{F1531EF9-A413-B846-BBCF-62E0DB9031C2}" type="sibTrans" cxnId="{585226A8-9A0D-A54E-BAE5-726DED97E799}">
      <dgm:prSet/>
      <dgm:spPr/>
      <dgm:t>
        <a:bodyPr/>
        <a:lstStyle/>
        <a:p>
          <a:endParaRPr lang="en-US"/>
        </a:p>
      </dgm:t>
    </dgm:pt>
    <dgm:pt modelId="{D47FA422-528F-9347-BEB8-2CDC9F3AEC8E}" type="pres">
      <dgm:prSet presAssocID="{EDAC2A86-33B1-FE4E-90E9-E624DDC78165}" presName="linear" presStyleCnt="0">
        <dgm:presLayoutVars>
          <dgm:animLvl val="lvl"/>
          <dgm:resizeHandles val="exact"/>
        </dgm:presLayoutVars>
      </dgm:prSet>
      <dgm:spPr/>
    </dgm:pt>
    <dgm:pt modelId="{DE9857CE-8A93-C94E-BEA6-2424E7F3A969}" type="pres">
      <dgm:prSet presAssocID="{B83D5838-D629-B646-B8FD-ADE326B54F5B}" presName="parentText" presStyleLbl="node1" presStyleIdx="0" presStyleCnt="4">
        <dgm:presLayoutVars>
          <dgm:chMax val="0"/>
          <dgm:bulletEnabled val="1"/>
        </dgm:presLayoutVars>
      </dgm:prSet>
      <dgm:spPr/>
    </dgm:pt>
    <dgm:pt modelId="{030EFC0F-0063-934F-A3A9-7457E8F5C177}" type="pres">
      <dgm:prSet presAssocID="{99837E48-9A65-6F4C-A921-5C657A3C5694}" presName="spacer" presStyleCnt="0"/>
      <dgm:spPr/>
    </dgm:pt>
    <dgm:pt modelId="{6234AC52-2918-9143-8F92-836E6FE86B1D}" type="pres">
      <dgm:prSet presAssocID="{2FB6D6C7-6604-7444-8E8B-3E997B4B749C}" presName="parentText" presStyleLbl="node1" presStyleIdx="1" presStyleCnt="4">
        <dgm:presLayoutVars>
          <dgm:chMax val="0"/>
          <dgm:bulletEnabled val="1"/>
        </dgm:presLayoutVars>
      </dgm:prSet>
      <dgm:spPr/>
    </dgm:pt>
    <dgm:pt modelId="{2815A9EC-CD88-3648-9E3F-0E3F31F1329E}" type="pres">
      <dgm:prSet presAssocID="{0F10CAF1-A5DF-314C-997C-029769DC6AA8}" presName="spacer" presStyleCnt="0"/>
      <dgm:spPr/>
    </dgm:pt>
    <dgm:pt modelId="{9E173454-E394-C64F-B624-2E498778417C}" type="pres">
      <dgm:prSet presAssocID="{7286C67C-A1C1-AC46-AD7F-3EC51F2DFE7F}" presName="parentText" presStyleLbl="node1" presStyleIdx="2" presStyleCnt="4">
        <dgm:presLayoutVars>
          <dgm:chMax val="0"/>
          <dgm:bulletEnabled val="1"/>
        </dgm:presLayoutVars>
      </dgm:prSet>
      <dgm:spPr/>
    </dgm:pt>
    <dgm:pt modelId="{7FDA5D4B-B78C-A443-B3DB-0CDB68D5BBBD}" type="pres">
      <dgm:prSet presAssocID="{D22B98D9-A9EF-774D-809F-EF219963D810}" presName="spacer" presStyleCnt="0"/>
      <dgm:spPr/>
    </dgm:pt>
    <dgm:pt modelId="{8F0AB8AD-9421-3F4D-9636-4F5507F11D45}" type="pres">
      <dgm:prSet presAssocID="{6F9887C4-B249-C645-AAA6-BF6CAAF3D40D}" presName="parentText" presStyleLbl="node1" presStyleIdx="3" presStyleCnt="4">
        <dgm:presLayoutVars>
          <dgm:chMax val="0"/>
          <dgm:bulletEnabled val="1"/>
        </dgm:presLayoutVars>
      </dgm:prSet>
      <dgm:spPr/>
    </dgm:pt>
  </dgm:ptLst>
  <dgm:cxnLst>
    <dgm:cxn modelId="{632CC41C-1555-E044-A16D-1BDF8BEF91CE}" srcId="{EDAC2A86-33B1-FE4E-90E9-E624DDC78165}" destId="{B83D5838-D629-B646-B8FD-ADE326B54F5B}" srcOrd="0" destOrd="0" parTransId="{F9D3308C-3E21-E44C-9D4C-E033035537DF}" sibTransId="{99837E48-9A65-6F4C-A921-5C657A3C5694}"/>
    <dgm:cxn modelId="{DE632328-227B-C04B-A7BE-8831ECEC5BDB}" type="presOf" srcId="{7286C67C-A1C1-AC46-AD7F-3EC51F2DFE7F}" destId="{9E173454-E394-C64F-B624-2E498778417C}" srcOrd="0" destOrd="0" presId="urn:microsoft.com/office/officeart/2005/8/layout/vList2"/>
    <dgm:cxn modelId="{31373036-55A3-044B-B944-B89F4C8C5149}" type="presOf" srcId="{EDAC2A86-33B1-FE4E-90E9-E624DDC78165}" destId="{D47FA422-528F-9347-BEB8-2CDC9F3AEC8E}" srcOrd="0" destOrd="0" presId="urn:microsoft.com/office/officeart/2005/8/layout/vList2"/>
    <dgm:cxn modelId="{404BE556-C84F-EB4A-8E15-61219A582B0B}" type="presOf" srcId="{B83D5838-D629-B646-B8FD-ADE326B54F5B}" destId="{DE9857CE-8A93-C94E-BEA6-2424E7F3A969}" srcOrd="0" destOrd="0" presId="urn:microsoft.com/office/officeart/2005/8/layout/vList2"/>
    <dgm:cxn modelId="{D79C368D-91C5-AA41-9047-7DEF995683C1}" srcId="{EDAC2A86-33B1-FE4E-90E9-E624DDC78165}" destId="{7286C67C-A1C1-AC46-AD7F-3EC51F2DFE7F}" srcOrd="2" destOrd="0" parTransId="{C963D7CA-B7C1-8A45-A2EB-8F151172BBFE}" sibTransId="{D22B98D9-A9EF-774D-809F-EF219963D810}"/>
    <dgm:cxn modelId="{585226A8-9A0D-A54E-BAE5-726DED97E799}" srcId="{EDAC2A86-33B1-FE4E-90E9-E624DDC78165}" destId="{6F9887C4-B249-C645-AAA6-BF6CAAF3D40D}" srcOrd="3" destOrd="0" parTransId="{C92294CA-34B2-A84A-ACCA-7B038511B78B}" sibTransId="{F1531EF9-A413-B846-BBCF-62E0DB9031C2}"/>
    <dgm:cxn modelId="{84A0EEAC-BFFB-954D-8A2E-44AF644A6A28}" srcId="{EDAC2A86-33B1-FE4E-90E9-E624DDC78165}" destId="{2FB6D6C7-6604-7444-8E8B-3E997B4B749C}" srcOrd="1" destOrd="0" parTransId="{5CF11EAF-18DB-EB4C-95A9-58026D8134C1}" sibTransId="{0F10CAF1-A5DF-314C-997C-029769DC6AA8}"/>
    <dgm:cxn modelId="{0D9464AF-C15C-1B4F-9CE9-00ADDA1314B3}" type="presOf" srcId="{2FB6D6C7-6604-7444-8E8B-3E997B4B749C}" destId="{6234AC52-2918-9143-8F92-836E6FE86B1D}" srcOrd="0" destOrd="0" presId="urn:microsoft.com/office/officeart/2005/8/layout/vList2"/>
    <dgm:cxn modelId="{91CD99DE-38CE-F343-ABDD-4C5F2E971461}" type="presOf" srcId="{6F9887C4-B249-C645-AAA6-BF6CAAF3D40D}" destId="{8F0AB8AD-9421-3F4D-9636-4F5507F11D45}" srcOrd="0" destOrd="0" presId="urn:microsoft.com/office/officeart/2005/8/layout/vList2"/>
    <dgm:cxn modelId="{4023ABE8-46EA-194B-8687-8CC45F76B81E}" type="presParOf" srcId="{D47FA422-528F-9347-BEB8-2CDC9F3AEC8E}" destId="{DE9857CE-8A93-C94E-BEA6-2424E7F3A969}" srcOrd="0" destOrd="0" presId="urn:microsoft.com/office/officeart/2005/8/layout/vList2"/>
    <dgm:cxn modelId="{E0670B05-E737-4646-BA88-FC2CE9A36D2D}" type="presParOf" srcId="{D47FA422-528F-9347-BEB8-2CDC9F3AEC8E}" destId="{030EFC0F-0063-934F-A3A9-7457E8F5C177}" srcOrd="1" destOrd="0" presId="urn:microsoft.com/office/officeart/2005/8/layout/vList2"/>
    <dgm:cxn modelId="{4A7FE968-E74E-6644-960F-C09BCD62B407}" type="presParOf" srcId="{D47FA422-528F-9347-BEB8-2CDC9F3AEC8E}" destId="{6234AC52-2918-9143-8F92-836E6FE86B1D}" srcOrd="2" destOrd="0" presId="urn:microsoft.com/office/officeart/2005/8/layout/vList2"/>
    <dgm:cxn modelId="{EF93CE76-DF49-1E47-8419-C1C08CBE0BB2}" type="presParOf" srcId="{D47FA422-528F-9347-BEB8-2CDC9F3AEC8E}" destId="{2815A9EC-CD88-3648-9E3F-0E3F31F1329E}" srcOrd="3" destOrd="0" presId="urn:microsoft.com/office/officeart/2005/8/layout/vList2"/>
    <dgm:cxn modelId="{ED957FD9-F21B-A24F-91AA-07A417FBA679}" type="presParOf" srcId="{D47FA422-528F-9347-BEB8-2CDC9F3AEC8E}" destId="{9E173454-E394-C64F-B624-2E498778417C}" srcOrd="4" destOrd="0" presId="urn:microsoft.com/office/officeart/2005/8/layout/vList2"/>
    <dgm:cxn modelId="{7337A4EB-D426-CE44-8817-3999A979FE09}" type="presParOf" srcId="{D47FA422-528F-9347-BEB8-2CDC9F3AEC8E}" destId="{7FDA5D4B-B78C-A443-B3DB-0CDB68D5BBBD}" srcOrd="5" destOrd="0" presId="urn:microsoft.com/office/officeart/2005/8/layout/vList2"/>
    <dgm:cxn modelId="{B0D5606A-5608-4B47-B973-6B593FFAE5E9}" type="presParOf" srcId="{D47FA422-528F-9347-BEB8-2CDC9F3AEC8E}" destId="{8F0AB8AD-9421-3F4D-9636-4F5507F11D45}" srcOrd="6"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6183D0DC-DB55-D346-A7D7-A35B630F66FB}"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1E3DDDFF-9715-6E4D-885F-E1DD35BAC0E9}">
      <dgm:prSet custT="1"/>
      <dgm:spPr/>
      <dgm:t>
        <a:bodyPr/>
        <a:lstStyle/>
        <a:p>
          <a:r>
            <a:rPr lang="en-US" sz="1400" dirty="0"/>
            <a:t>Integrated intensity ratio:</a:t>
          </a:r>
          <a:endParaRPr lang="en-DK" sz="1400" dirty="0"/>
        </a:p>
      </dgm:t>
    </dgm:pt>
    <dgm:pt modelId="{53D7AF92-0154-024D-A99E-660B60CA0738}" type="parTrans" cxnId="{7B031C13-D40F-CE4F-A03F-A2F621C14236}">
      <dgm:prSet/>
      <dgm:spPr/>
      <dgm:t>
        <a:bodyPr/>
        <a:lstStyle/>
        <a:p>
          <a:endParaRPr lang="en-US"/>
        </a:p>
      </dgm:t>
    </dgm:pt>
    <dgm:pt modelId="{D9A81B22-EC33-6442-B594-DACE3CABFEF0}" type="sibTrans" cxnId="{7B031C13-D40F-CE4F-A03F-A2F621C14236}">
      <dgm:prSet/>
      <dgm:spPr/>
      <dgm:t>
        <a:bodyPr/>
        <a:lstStyle/>
        <a:p>
          <a:endParaRPr lang="en-US"/>
        </a:p>
      </dgm:t>
    </dgm:pt>
    <mc:AlternateContent xmlns:mc="http://schemas.openxmlformats.org/markup-compatibility/2006" xmlns:a14="http://schemas.microsoft.com/office/drawing/2010/main">
      <mc:Choice Requires="a14">
        <dgm:pt modelId="{10FAED2C-FB8C-274E-B2F9-AF1C2BA6AC02}">
          <dgm:prSet custT="1"/>
          <dgm:spPr/>
          <dgm:t>
            <a:bodyPr/>
            <a:lstStyle/>
            <a:p>
              <a:pPr>
                <a:buNone/>
              </a:pPr>
              <a14:m>
                <m:oMathPara xmlns:m="http://schemas.openxmlformats.org/officeDocument/2006/math">
                  <m:oMathParaPr>
                    <m:jc m:val="centerGroup"/>
                  </m:oMathParaPr>
                  <m:oMath xmlns:m="http://schemas.openxmlformats.org/officeDocument/2006/math">
                    <m:sSub>
                      <m:sSubPr>
                        <m:ctrlPr>
                          <a:rPr lang="da-DK" sz="2000" b="0" i="1" smtClean="0">
                            <a:latin typeface="Cambria Math" panose="02040503050406030204" pitchFamily="18" charset="0"/>
                          </a:rPr>
                        </m:ctrlPr>
                      </m:sSubPr>
                      <m:e>
                        <m:r>
                          <a:rPr lang="da-DK" sz="2000" b="0" i="1" smtClean="0">
                            <a:latin typeface="Cambria Math" panose="02040503050406030204" pitchFamily="18" charset="0"/>
                          </a:rPr>
                          <m:t>𝐼</m:t>
                        </m:r>
                      </m:e>
                      <m:sub>
                        <m:r>
                          <m:rPr>
                            <m:sty m:val="p"/>
                          </m:rPr>
                          <a:rPr lang="da-DK" sz="2000" b="0" i="0" smtClean="0">
                            <a:latin typeface="Cambria Math" panose="02040503050406030204" pitchFamily="18" charset="0"/>
                          </a:rPr>
                          <m:t>McMini</m:t>
                        </m:r>
                      </m:sub>
                    </m:sSub>
                    <m:r>
                      <a:rPr lang="da-DK" sz="2000" b="0" i="1" smtClean="0">
                        <a:latin typeface="Cambria Math" panose="02040503050406030204" pitchFamily="18" charset="0"/>
                      </a:rPr>
                      <m:t>/</m:t>
                    </m:r>
                    <m:sSub>
                      <m:sSubPr>
                        <m:ctrlPr>
                          <a:rPr lang="da-DK" sz="2000" b="0" i="1" smtClean="0">
                            <a:latin typeface="Cambria Math" panose="02040503050406030204" pitchFamily="18" charset="0"/>
                          </a:rPr>
                        </m:ctrlPr>
                      </m:sSubPr>
                      <m:e>
                        <m:r>
                          <a:rPr lang="da-DK" sz="2000" b="0" i="1" smtClean="0">
                            <a:latin typeface="Cambria Math" panose="02040503050406030204" pitchFamily="18" charset="0"/>
                          </a:rPr>
                          <m:t>𝐼</m:t>
                        </m:r>
                      </m:e>
                      <m:sub>
                        <m:r>
                          <m:rPr>
                            <m:sty m:val="p"/>
                          </m:rPr>
                          <a:rPr lang="da-DK" sz="2000" b="0" i="0" smtClean="0">
                            <a:latin typeface="Cambria Math" panose="02040503050406030204" pitchFamily="18" charset="0"/>
                          </a:rPr>
                          <m:t>Mc</m:t>
                        </m:r>
                        <m:r>
                          <a:rPr lang="da-DK" sz="2000" b="0" i="1" smtClean="0">
                            <a:latin typeface="Cambria Math" panose="02040503050406030204" pitchFamily="18" charset="0"/>
                          </a:rPr>
                          <m:t>𝑆𝑡𝑎𝑠</m:t>
                        </m:r>
                      </m:sub>
                    </m:sSub>
                    <m:r>
                      <a:rPr lang="da-DK" sz="2000" b="0" i="1" smtClean="0">
                        <a:latin typeface="Cambria Math" panose="02040503050406030204" pitchFamily="18" charset="0"/>
                      </a:rPr>
                      <m:t>=</m:t>
                    </m:r>
                    <m:r>
                      <a:rPr lang="en-DK" sz="2000" i="1" smtClean="0">
                        <a:latin typeface="Cambria Math" panose="02040503050406030204" pitchFamily="18" charset="0"/>
                      </a:rPr>
                      <m:t>1+3×</m:t>
                    </m:r>
                    <m:sSup>
                      <m:sSupPr>
                        <m:ctrlPr>
                          <a:rPr lang="en-DK" sz="2000" i="1">
                            <a:latin typeface="Cambria Math" panose="02040503050406030204" pitchFamily="18" charset="0"/>
                          </a:rPr>
                        </m:ctrlPr>
                      </m:sSupPr>
                      <m:e>
                        <m:r>
                          <a:rPr lang="en-DK" sz="2000" i="1">
                            <a:latin typeface="Cambria Math" panose="02040503050406030204" pitchFamily="18" charset="0"/>
                          </a:rPr>
                          <m:t>10</m:t>
                        </m:r>
                      </m:e>
                      <m:sup>
                        <m:r>
                          <a:rPr lang="en-DK" sz="2000" i="1">
                            <a:latin typeface="Cambria Math" panose="02040503050406030204" pitchFamily="18" charset="0"/>
                          </a:rPr>
                          <m:t>−7</m:t>
                        </m:r>
                      </m:sup>
                    </m:sSup>
                  </m:oMath>
                </m:oMathPara>
              </a14:m>
              <a:endParaRPr lang="en-DK" sz="2000" dirty="0"/>
            </a:p>
          </dgm:t>
        </dgm:pt>
      </mc:Choice>
      <mc:Fallback xmlns="">
        <dgm:pt modelId="{10FAED2C-FB8C-274E-B2F9-AF1C2BA6AC02}">
          <dgm:prSet custT="1"/>
          <dgm:spPr/>
          <dgm:t>
            <a:bodyPr/>
            <a:lstStyle/>
            <a:p>
              <a:pPr>
                <a:buNone/>
              </a:pPr>
              <a:r>
                <a:rPr lang="da-DK" sz="2000" b="0" i="0">
                  <a:latin typeface="Cambria Math" panose="02040503050406030204" pitchFamily="18" charset="0"/>
                </a:rPr>
                <a:t>𝐼_McMini/𝐼_Mc𝑆𝑡𝑎𝑠=</a:t>
              </a:r>
              <a:r>
                <a:rPr lang="en-DK" sz="2000" i="0"/>
                <a:t>1+3×10^(−7)</a:t>
              </a:r>
              <a:endParaRPr lang="en-DK" sz="2000" dirty="0"/>
            </a:p>
          </dgm:t>
        </dgm:pt>
      </mc:Fallback>
    </mc:AlternateContent>
    <dgm:pt modelId="{148E89C0-DB7C-7A4A-93F5-71508F8B1B65}" type="parTrans" cxnId="{384A9632-1489-4C4B-9CCE-A13D78DFBDAF}">
      <dgm:prSet/>
      <dgm:spPr/>
      <dgm:t>
        <a:bodyPr/>
        <a:lstStyle/>
        <a:p>
          <a:endParaRPr lang="en-US"/>
        </a:p>
      </dgm:t>
    </dgm:pt>
    <dgm:pt modelId="{09459F1D-3D5A-E948-861B-20CA8FE844DE}" type="sibTrans" cxnId="{384A9632-1489-4C4B-9CCE-A13D78DFBDAF}">
      <dgm:prSet/>
      <dgm:spPr/>
      <dgm:t>
        <a:bodyPr/>
        <a:lstStyle/>
        <a:p>
          <a:endParaRPr lang="en-US"/>
        </a:p>
      </dgm:t>
    </dgm:pt>
    <dgm:pt modelId="{49761D66-0585-484A-BB59-378D9FF2DBC6}" type="pres">
      <dgm:prSet presAssocID="{6183D0DC-DB55-D346-A7D7-A35B630F66FB}" presName="Name0" presStyleCnt="0">
        <dgm:presLayoutVars>
          <dgm:dir/>
          <dgm:animLvl val="lvl"/>
          <dgm:resizeHandles val="exact"/>
        </dgm:presLayoutVars>
      </dgm:prSet>
      <dgm:spPr/>
    </dgm:pt>
    <dgm:pt modelId="{C633F25E-8C17-AD43-ABD8-321D78D3321E}" type="pres">
      <dgm:prSet presAssocID="{1E3DDDFF-9715-6E4D-885F-E1DD35BAC0E9}" presName="linNode" presStyleCnt="0"/>
      <dgm:spPr/>
    </dgm:pt>
    <dgm:pt modelId="{9F285121-88A9-1749-8809-5678F1E1EBBB}" type="pres">
      <dgm:prSet presAssocID="{1E3DDDFF-9715-6E4D-885F-E1DD35BAC0E9}" presName="parentText" presStyleLbl="node1" presStyleIdx="0" presStyleCnt="1">
        <dgm:presLayoutVars>
          <dgm:chMax val="1"/>
          <dgm:bulletEnabled val="1"/>
        </dgm:presLayoutVars>
      </dgm:prSet>
      <dgm:spPr/>
    </dgm:pt>
    <dgm:pt modelId="{0904EC37-B284-C848-B052-BA543E59BFEF}" type="pres">
      <dgm:prSet presAssocID="{1E3DDDFF-9715-6E4D-885F-E1DD35BAC0E9}" presName="descendantText" presStyleLbl="alignAccFollowNode1" presStyleIdx="0" presStyleCnt="1">
        <dgm:presLayoutVars>
          <dgm:bulletEnabled val="1"/>
        </dgm:presLayoutVars>
      </dgm:prSet>
      <dgm:spPr/>
    </dgm:pt>
  </dgm:ptLst>
  <dgm:cxnLst>
    <dgm:cxn modelId="{7B031C13-D40F-CE4F-A03F-A2F621C14236}" srcId="{6183D0DC-DB55-D346-A7D7-A35B630F66FB}" destId="{1E3DDDFF-9715-6E4D-885F-E1DD35BAC0E9}" srcOrd="0" destOrd="0" parTransId="{53D7AF92-0154-024D-A99E-660B60CA0738}" sibTransId="{D9A81B22-EC33-6442-B594-DACE3CABFEF0}"/>
    <dgm:cxn modelId="{AA0C2324-2FE5-8A46-B668-1EC2CD6AEBDB}" type="presOf" srcId="{6183D0DC-DB55-D346-A7D7-A35B630F66FB}" destId="{49761D66-0585-484A-BB59-378D9FF2DBC6}" srcOrd="0" destOrd="0" presId="urn:microsoft.com/office/officeart/2005/8/layout/vList5"/>
    <dgm:cxn modelId="{384A9632-1489-4C4B-9CCE-A13D78DFBDAF}" srcId="{1E3DDDFF-9715-6E4D-885F-E1DD35BAC0E9}" destId="{10FAED2C-FB8C-274E-B2F9-AF1C2BA6AC02}" srcOrd="0" destOrd="0" parTransId="{148E89C0-DB7C-7A4A-93F5-71508F8B1B65}" sibTransId="{09459F1D-3D5A-E948-861B-20CA8FE844DE}"/>
    <dgm:cxn modelId="{ACA0443B-EE82-AC41-BA55-D5C805A182AA}" type="presOf" srcId="{10FAED2C-FB8C-274E-B2F9-AF1C2BA6AC02}" destId="{0904EC37-B284-C848-B052-BA543E59BFEF}" srcOrd="0" destOrd="0" presId="urn:microsoft.com/office/officeart/2005/8/layout/vList5"/>
    <dgm:cxn modelId="{C6C63CDA-90B7-5C4F-9DA6-445DABCA5FD6}" type="presOf" srcId="{1E3DDDFF-9715-6E4D-885F-E1DD35BAC0E9}" destId="{9F285121-88A9-1749-8809-5678F1E1EBBB}" srcOrd="0" destOrd="0" presId="urn:microsoft.com/office/officeart/2005/8/layout/vList5"/>
    <dgm:cxn modelId="{7208FDE1-CE44-8C41-811A-BA018EB9E175}" type="presParOf" srcId="{49761D66-0585-484A-BB59-378D9FF2DBC6}" destId="{C633F25E-8C17-AD43-ABD8-321D78D3321E}" srcOrd="0" destOrd="0" presId="urn:microsoft.com/office/officeart/2005/8/layout/vList5"/>
    <dgm:cxn modelId="{631F7DDC-22F6-3241-9F15-FDB881E9B08A}" type="presParOf" srcId="{C633F25E-8C17-AD43-ABD8-321D78D3321E}" destId="{9F285121-88A9-1749-8809-5678F1E1EBBB}" srcOrd="0" destOrd="0" presId="urn:microsoft.com/office/officeart/2005/8/layout/vList5"/>
    <dgm:cxn modelId="{0AF1EF53-0B01-6A40-82B8-D287E6CB7C6E}" type="presParOf" srcId="{C633F25E-8C17-AD43-ABD8-321D78D3321E}" destId="{0904EC37-B284-C848-B052-BA543E59BFEF}" srcOrd="1" destOrd="0" presId="urn:microsoft.com/office/officeart/2005/8/layout/vList5"/>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6183D0DC-DB55-D346-A7D7-A35B630F66FB}"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1E3DDDFF-9715-6E4D-885F-E1DD35BAC0E9}">
      <dgm:prSet custT="1"/>
      <dgm:spPr/>
      <dgm:t>
        <a:bodyPr/>
        <a:lstStyle/>
        <a:p>
          <a:r>
            <a:rPr lang="en-US" sz="1400" dirty="0"/>
            <a:t>Integrated intensity ratio:</a:t>
          </a:r>
          <a:endParaRPr lang="en-DK" sz="1400" dirty="0"/>
        </a:p>
      </dgm:t>
    </dgm:pt>
    <dgm:pt modelId="{53D7AF92-0154-024D-A99E-660B60CA0738}" type="parTrans" cxnId="{7B031C13-D40F-CE4F-A03F-A2F621C14236}">
      <dgm:prSet/>
      <dgm:spPr/>
      <dgm:t>
        <a:bodyPr/>
        <a:lstStyle/>
        <a:p>
          <a:endParaRPr lang="en-US"/>
        </a:p>
      </dgm:t>
    </dgm:pt>
    <dgm:pt modelId="{D9A81B22-EC33-6442-B594-DACE3CABFEF0}" type="sibTrans" cxnId="{7B031C13-D40F-CE4F-A03F-A2F621C14236}">
      <dgm:prSet/>
      <dgm:spPr/>
      <dgm:t>
        <a:bodyPr/>
        <a:lstStyle/>
        <a:p>
          <a:endParaRPr lang="en-US"/>
        </a:p>
      </dgm:t>
    </dgm:pt>
    <dgm:pt modelId="{10FAED2C-FB8C-274E-B2F9-AF1C2BA6AC02}">
      <dgm:prSet custT="1"/>
      <dgm:spPr>
        <a:blipFill>
          <a:blip xmlns:r="http://schemas.openxmlformats.org/officeDocument/2006/relationships" r:embed="rId1"/>
          <a:stretch>
            <a:fillRect/>
          </a:stretch>
        </a:blipFill>
      </dgm:spPr>
      <dgm:t>
        <a:bodyPr/>
        <a:lstStyle/>
        <a:p>
          <a:r>
            <a:rPr lang="en-US">
              <a:noFill/>
            </a:rPr>
            <a:t> </a:t>
          </a:r>
        </a:p>
      </dgm:t>
    </dgm:pt>
    <dgm:pt modelId="{148E89C0-DB7C-7A4A-93F5-71508F8B1B65}" type="parTrans" cxnId="{384A9632-1489-4C4B-9CCE-A13D78DFBDAF}">
      <dgm:prSet/>
      <dgm:spPr/>
      <dgm:t>
        <a:bodyPr/>
        <a:lstStyle/>
        <a:p>
          <a:endParaRPr lang="en-US"/>
        </a:p>
      </dgm:t>
    </dgm:pt>
    <dgm:pt modelId="{09459F1D-3D5A-E948-861B-20CA8FE844DE}" type="sibTrans" cxnId="{384A9632-1489-4C4B-9CCE-A13D78DFBDAF}">
      <dgm:prSet/>
      <dgm:spPr/>
      <dgm:t>
        <a:bodyPr/>
        <a:lstStyle/>
        <a:p>
          <a:endParaRPr lang="en-US"/>
        </a:p>
      </dgm:t>
    </dgm:pt>
    <dgm:pt modelId="{49761D66-0585-484A-BB59-378D9FF2DBC6}" type="pres">
      <dgm:prSet presAssocID="{6183D0DC-DB55-D346-A7D7-A35B630F66FB}" presName="Name0" presStyleCnt="0">
        <dgm:presLayoutVars>
          <dgm:dir/>
          <dgm:animLvl val="lvl"/>
          <dgm:resizeHandles val="exact"/>
        </dgm:presLayoutVars>
      </dgm:prSet>
      <dgm:spPr/>
    </dgm:pt>
    <dgm:pt modelId="{C633F25E-8C17-AD43-ABD8-321D78D3321E}" type="pres">
      <dgm:prSet presAssocID="{1E3DDDFF-9715-6E4D-885F-E1DD35BAC0E9}" presName="linNode" presStyleCnt="0"/>
      <dgm:spPr/>
    </dgm:pt>
    <dgm:pt modelId="{9F285121-88A9-1749-8809-5678F1E1EBBB}" type="pres">
      <dgm:prSet presAssocID="{1E3DDDFF-9715-6E4D-885F-E1DD35BAC0E9}" presName="parentText" presStyleLbl="node1" presStyleIdx="0" presStyleCnt="1">
        <dgm:presLayoutVars>
          <dgm:chMax val="1"/>
          <dgm:bulletEnabled val="1"/>
        </dgm:presLayoutVars>
      </dgm:prSet>
      <dgm:spPr/>
    </dgm:pt>
    <dgm:pt modelId="{0904EC37-B284-C848-B052-BA543E59BFEF}" type="pres">
      <dgm:prSet presAssocID="{1E3DDDFF-9715-6E4D-885F-E1DD35BAC0E9}" presName="descendantText" presStyleLbl="alignAccFollowNode1" presStyleIdx="0" presStyleCnt="1">
        <dgm:presLayoutVars>
          <dgm:bulletEnabled val="1"/>
        </dgm:presLayoutVars>
      </dgm:prSet>
      <dgm:spPr/>
    </dgm:pt>
  </dgm:ptLst>
  <dgm:cxnLst>
    <dgm:cxn modelId="{7B031C13-D40F-CE4F-A03F-A2F621C14236}" srcId="{6183D0DC-DB55-D346-A7D7-A35B630F66FB}" destId="{1E3DDDFF-9715-6E4D-885F-E1DD35BAC0E9}" srcOrd="0" destOrd="0" parTransId="{53D7AF92-0154-024D-A99E-660B60CA0738}" sibTransId="{D9A81B22-EC33-6442-B594-DACE3CABFEF0}"/>
    <dgm:cxn modelId="{AA0C2324-2FE5-8A46-B668-1EC2CD6AEBDB}" type="presOf" srcId="{6183D0DC-DB55-D346-A7D7-A35B630F66FB}" destId="{49761D66-0585-484A-BB59-378D9FF2DBC6}" srcOrd="0" destOrd="0" presId="urn:microsoft.com/office/officeart/2005/8/layout/vList5"/>
    <dgm:cxn modelId="{384A9632-1489-4C4B-9CCE-A13D78DFBDAF}" srcId="{1E3DDDFF-9715-6E4D-885F-E1DD35BAC0E9}" destId="{10FAED2C-FB8C-274E-B2F9-AF1C2BA6AC02}" srcOrd="0" destOrd="0" parTransId="{148E89C0-DB7C-7A4A-93F5-71508F8B1B65}" sibTransId="{09459F1D-3D5A-E948-861B-20CA8FE844DE}"/>
    <dgm:cxn modelId="{ACA0443B-EE82-AC41-BA55-D5C805A182AA}" type="presOf" srcId="{10FAED2C-FB8C-274E-B2F9-AF1C2BA6AC02}" destId="{0904EC37-B284-C848-B052-BA543E59BFEF}" srcOrd="0" destOrd="0" presId="urn:microsoft.com/office/officeart/2005/8/layout/vList5"/>
    <dgm:cxn modelId="{C6C63CDA-90B7-5C4F-9DA6-445DABCA5FD6}" type="presOf" srcId="{1E3DDDFF-9715-6E4D-885F-E1DD35BAC0E9}" destId="{9F285121-88A9-1749-8809-5678F1E1EBBB}" srcOrd="0" destOrd="0" presId="urn:microsoft.com/office/officeart/2005/8/layout/vList5"/>
    <dgm:cxn modelId="{7208FDE1-CE44-8C41-811A-BA018EB9E175}" type="presParOf" srcId="{49761D66-0585-484A-BB59-378D9FF2DBC6}" destId="{C633F25E-8C17-AD43-ABD8-321D78D3321E}" srcOrd="0" destOrd="0" presId="urn:microsoft.com/office/officeart/2005/8/layout/vList5"/>
    <dgm:cxn modelId="{631F7DDC-22F6-3241-9F15-FDB881E9B08A}" type="presParOf" srcId="{C633F25E-8C17-AD43-ABD8-321D78D3321E}" destId="{9F285121-88A9-1749-8809-5678F1E1EBBB}" srcOrd="0" destOrd="0" presId="urn:microsoft.com/office/officeart/2005/8/layout/vList5"/>
    <dgm:cxn modelId="{0AF1EF53-0B01-6A40-82B8-D287E6CB7C6E}" type="presParOf" srcId="{C633F25E-8C17-AD43-ABD8-321D78D3321E}" destId="{0904EC37-B284-C848-B052-BA543E59BFEF}" srcOrd="1" destOrd="0" presId="urn:microsoft.com/office/officeart/2005/8/layout/vList5"/>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D92BA320-714C-7A4A-8BDE-23F763E7321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857DF7BD-8AB0-8943-AB25-3EF5AA0AD773}">
      <dgm:prSet custT="1"/>
      <dgm:spPr/>
      <dgm:t>
        <a:bodyPr/>
        <a:lstStyle/>
        <a:p>
          <a:r>
            <a:rPr lang="en-US" sz="1600" dirty="0"/>
            <a:t>Equator-cut correlation:</a:t>
          </a:r>
          <a:endParaRPr lang="en-DK" sz="1600" dirty="0"/>
        </a:p>
      </dgm:t>
    </dgm:pt>
    <dgm:pt modelId="{D4F84B00-207F-C247-ABF7-8A3558CE374C}" type="parTrans" cxnId="{66953541-CF1B-C047-8F32-1500BD4E88D0}">
      <dgm:prSet/>
      <dgm:spPr/>
      <dgm:t>
        <a:bodyPr/>
        <a:lstStyle/>
        <a:p>
          <a:endParaRPr lang="en-US"/>
        </a:p>
      </dgm:t>
    </dgm:pt>
    <dgm:pt modelId="{D2A5B4BC-53AF-D646-9F5C-2D09F85A3BAD}" type="sibTrans" cxnId="{66953541-CF1B-C047-8F32-1500BD4E88D0}">
      <dgm:prSet/>
      <dgm:spPr/>
      <dgm:t>
        <a:bodyPr/>
        <a:lstStyle/>
        <a:p>
          <a:endParaRPr lang="en-US"/>
        </a:p>
      </dgm:t>
    </dgm:pt>
    <mc:AlternateContent xmlns:mc="http://schemas.openxmlformats.org/markup-compatibility/2006" xmlns:a14="http://schemas.microsoft.com/office/drawing/2010/main">
      <mc:Choice Requires="a14">
        <dgm:pt modelId="{9538C32C-D806-324C-A4F4-3F9B7896E749}">
          <dgm:prSet custT="1"/>
          <dgm:spPr/>
          <dgm:t>
            <a:bodyPr/>
            <a:lstStyle/>
            <a:p>
              <a:pPr>
                <a:buNone/>
              </a:pPr>
              <a14:m>
                <m:oMathPara xmlns:m="http://schemas.openxmlformats.org/officeDocument/2006/math">
                  <m:oMathParaPr>
                    <m:jc m:val="centerGroup"/>
                  </m:oMathParaPr>
                  <m:oMath xmlns:m="http://schemas.openxmlformats.org/officeDocument/2006/math">
                    <m:r>
                      <a:rPr lang="da-DK" sz="2400" b="0" i="1" smtClean="0">
                        <a:latin typeface="Cambria Math" panose="02040503050406030204" pitchFamily="18" charset="0"/>
                        <a:ea typeface="Cambria Math" panose="02040503050406030204" pitchFamily="18" charset="0"/>
                      </a:rPr>
                      <m:t>𝜌</m:t>
                    </m:r>
                    <m:r>
                      <a:rPr lang="da-DK" sz="2400" b="0" i="1" smtClean="0">
                        <a:latin typeface="Cambria Math" panose="02040503050406030204" pitchFamily="18" charset="0"/>
                      </a:rPr>
                      <m:t>=</m:t>
                    </m:r>
                    <m:r>
                      <a:rPr lang="en-DK" sz="2400" i="1" smtClean="0">
                        <a:latin typeface="Cambria Math" panose="02040503050406030204" pitchFamily="18" charset="0"/>
                      </a:rPr>
                      <m:t>0.999961</m:t>
                    </m:r>
                  </m:oMath>
                </m:oMathPara>
              </a14:m>
              <a:endParaRPr lang="en-DK" sz="2400" dirty="0"/>
            </a:p>
          </dgm:t>
        </dgm:pt>
      </mc:Choice>
      <mc:Fallback xmlns="">
        <dgm:pt modelId="{9538C32C-D806-324C-A4F4-3F9B7896E749}">
          <dgm:prSet custT="1"/>
          <dgm:spPr/>
          <dgm:t>
            <a:bodyPr/>
            <a:lstStyle/>
            <a:p>
              <a:pPr>
                <a:buNone/>
              </a:pPr>
              <a:r>
                <a:rPr lang="da-DK" sz="2400" b="0" i="0">
                  <a:latin typeface="Cambria Math" panose="02040503050406030204" pitchFamily="18" charset="0"/>
                  <a:ea typeface="Cambria Math" panose="02040503050406030204" pitchFamily="18" charset="0"/>
                </a:rPr>
                <a:t>𝜌</a:t>
              </a:r>
              <a:r>
                <a:rPr lang="da-DK" sz="2400" b="0" i="0">
                  <a:latin typeface="Cambria Math" panose="02040503050406030204" pitchFamily="18" charset="0"/>
                </a:rPr>
                <a:t>=</a:t>
              </a:r>
              <a:r>
                <a:rPr lang="en-DK" sz="2400" i="0"/>
                <a:t>0.999961</a:t>
              </a:r>
              <a:endParaRPr lang="en-DK" sz="2400" dirty="0"/>
            </a:p>
          </dgm:t>
        </dgm:pt>
      </mc:Fallback>
    </mc:AlternateContent>
    <dgm:pt modelId="{FA399F79-03C6-2D47-901C-EB30C1B15339}" type="parTrans" cxnId="{0D05F88A-E357-4940-B007-6D82B2E684EF}">
      <dgm:prSet/>
      <dgm:spPr/>
      <dgm:t>
        <a:bodyPr/>
        <a:lstStyle/>
        <a:p>
          <a:endParaRPr lang="en-US"/>
        </a:p>
      </dgm:t>
    </dgm:pt>
    <dgm:pt modelId="{C3AAAEFC-E9A7-3442-BC1B-CAEB96F0E359}" type="sibTrans" cxnId="{0D05F88A-E357-4940-B007-6D82B2E684EF}">
      <dgm:prSet/>
      <dgm:spPr/>
      <dgm:t>
        <a:bodyPr/>
        <a:lstStyle/>
        <a:p>
          <a:endParaRPr lang="en-US"/>
        </a:p>
      </dgm:t>
    </dgm:pt>
    <dgm:pt modelId="{70FD4885-2BC8-4E46-B78A-029F18AB3F74}" type="pres">
      <dgm:prSet presAssocID="{D92BA320-714C-7A4A-8BDE-23F763E73217}" presName="Name0" presStyleCnt="0">
        <dgm:presLayoutVars>
          <dgm:dir/>
          <dgm:animLvl val="lvl"/>
          <dgm:resizeHandles val="exact"/>
        </dgm:presLayoutVars>
      </dgm:prSet>
      <dgm:spPr/>
    </dgm:pt>
    <dgm:pt modelId="{66285B3A-BC0C-314E-BA5F-480159741906}" type="pres">
      <dgm:prSet presAssocID="{857DF7BD-8AB0-8943-AB25-3EF5AA0AD773}" presName="linNode" presStyleCnt="0"/>
      <dgm:spPr/>
    </dgm:pt>
    <dgm:pt modelId="{65EDA51D-37AE-5A4F-995E-50092FCDEFE0}" type="pres">
      <dgm:prSet presAssocID="{857DF7BD-8AB0-8943-AB25-3EF5AA0AD773}" presName="parentText" presStyleLbl="node1" presStyleIdx="0" presStyleCnt="1">
        <dgm:presLayoutVars>
          <dgm:chMax val="1"/>
          <dgm:bulletEnabled val="1"/>
        </dgm:presLayoutVars>
      </dgm:prSet>
      <dgm:spPr/>
    </dgm:pt>
    <dgm:pt modelId="{9DADBE07-D6DD-AF4F-874A-38DE52C96EF2}" type="pres">
      <dgm:prSet presAssocID="{857DF7BD-8AB0-8943-AB25-3EF5AA0AD773}" presName="descendantText" presStyleLbl="alignAccFollowNode1" presStyleIdx="0" presStyleCnt="1">
        <dgm:presLayoutVars>
          <dgm:bulletEnabled val="1"/>
        </dgm:presLayoutVars>
      </dgm:prSet>
      <dgm:spPr/>
    </dgm:pt>
  </dgm:ptLst>
  <dgm:cxnLst>
    <dgm:cxn modelId="{66953541-CF1B-C047-8F32-1500BD4E88D0}" srcId="{D92BA320-714C-7A4A-8BDE-23F763E73217}" destId="{857DF7BD-8AB0-8943-AB25-3EF5AA0AD773}" srcOrd="0" destOrd="0" parTransId="{D4F84B00-207F-C247-ABF7-8A3558CE374C}" sibTransId="{D2A5B4BC-53AF-D646-9F5C-2D09F85A3BAD}"/>
    <dgm:cxn modelId="{4C0E5D7E-8A98-DA45-A4A4-05A615CBC13D}" type="presOf" srcId="{D92BA320-714C-7A4A-8BDE-23F763E73217}" destId="{70FD4885-2BC8-4E46-B78A-029F18AB3F74}" srcOrd="0" destOrd="0" presId="urn:microsoft.com/office/officeart/2005/8/layout/vList5"/>
    <dgm:cxn modelId="{13D82085-94D6-064B-853A-817606A2BEDD}" type="presOf" srcId="{9538C32C-D806-324C-A4F4-3F9B7896E749}" destId="{9DADBE07-D6DD-AF4F-874A-38DE52C96EF2}" srcOrd="0" destOrd="0" presId="urn:microsoft.com/office/officeart/2005/8/layout/vList5"/>
    <dgm:cxn modelId="{0D05F88A-E357-4940-B007-6D82B2E684EF}" srcId="{857DF7BD-8AB0-8943-AB25-3EF5AA0AD773}" destId="{9538C32C-D806-324C-A4F4-3F9B7896E749}" srcOrd="0" destOrd="0" parTransId="{FA399F79-03C6-2D47-901C-EB30C1B15339}" sibTransId="{C3AAAEFC-E9A7-3442-BC1B-CAEB96F0E359}"/>
    <dgm:cxn modelId="{3B548AED-A547-9148-B69D-04CDD7B1C9AD}" type="presOf" srcId="{857DF7BD-8AB0-8943-AB25-3EF5AA0AD773}" destId="{65EDA51D-37AE-5A4F-995E-50092FCDEFE0}" srcOrd="0" destOrd="0" presId="urn:microsoft.com/office/officeart/2005/8/layout/vList5"/>
    <dgm:cxn modelId="{4A63C841-9F68-224E-9595-51204F4F2778}" type="presParOf" srcId="{70FD4885-2BC8-4E46-B78A-029F18AB3F74}" destId="{66285B3A-BC0C-314E-BA5F-480159741906}" srcOrd="0" destOrd="0" presId="urn:microsoft.com/office/officeart/2005/8/layout/vList5"/>
    <dgm:cxn modelId="{FE38AE8F-E16E-AC43-8F82-66F0DE7A5E00}" type="presParOf" srcId="{66285B3A-BC0C-314E-BA5F-480159741906}" destId="{65EDA51D-37AE-5A4F-995E-50092FCDEFE0}" srcOrd="0" destOrd="0" presId="urn:microsoft.com/office/officeart/2005/8/layout/vList5"/>
    <dgm:cxn modelId="{17C89613-A52D-784F-A8D2-629BE13ED38B}" type="presParOf" srcId="{66285B3A-BC0C-314E-BA5F-480159741906}" destId="{9DADBE07-D6DD-AF4F-874A-38DE52C96EF2}" srcOrd="1" destOrd="0" presId="urn:microsoft.com/office/officeart/2005/8/layout/vList5"/>
  </dgm:cxnLst>
  <dgm:bg/>
  <dgm:whole/>
  <dgm:extLst>
    <a:ext uri="http://schemas.microsoft.com/office/drawing/2008/diagram">
      <dsp:dataModelExt xmlns:dsp="http://schemas.microsoft.com/office/drawing/2008/diagram" relId="rId33"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D92BA320-714C-7A4A-8BDE-23F763E7321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857DF7BD-8AB0-8943-AB25-3EF5AA0AD773}">
      <dgm:prSet custT="1"/>
      <dgm:spPr/>
      <dgm:t>
        <a:bodyPr/>
        <a:lstStyle/>
        <a:p>
          <a:r>
            <a:rPr lang="en-US" sz="1600" dirty="0"/>
            <a:t>Equator-cut correlation:</a:t>
          </a:r>
          <a:endParaRPr lang="en-DK" sz="1600" dirty="0"/>
        </a:p>
      </dgm:t>
    </dgm:pt>
    <dgm:pt modelId="{D4F84B00-207F-C247-ABF7-8A3558CE374C}" type="parTrans" cxnId="{66953541-CF1B-C047-8F32-1500BD4E88D0}">
      <dgm:prSet/>
      <dgm:spPr/>
      <dgm:t>
        <a:bodyPr/>
        <a:lstStyle/>
        <a:p>
          <a:endParaRPr lang="en-US"/>
        </a:p>
      </dgm:t>
    </dgm:pt>
    <dgm:pt modelId="{D2A5B4BC-53AF-D646-9F5C-2D09F85A3BAD}" type="sibTrans" cxnId="{66953541-CF1B-C047-8F32-1500BD4E88D0}">
      <dgm:prSet/>
      <dgm:spPr/>
      <dgm:t>
        <a:bodyPr/>
        <a:lstStyle/>
        <a:p>
          <a:endParaRPr lang="en-US"/>
        </a:p>
      </dgm:t>
    </dgm:pt>
    <dgm:pt modelId="{9538C32C-D806-324C-A4F4-3F9B7896E749}">
      <dgm:prSet custT="1"/>
      <dgm:spPr>
        <a:blipFill>
          <a:blip xmlns:r="http://schemas.openxmlformats.org/officeDocument/2006/relationships" r:embed="rId1"/>
          <a:stretch>
            <a:fillRect/>
          </a:stretch>
        </a:blipFill>
      </dgm:spPr>
      <dgm:t>
        <a:bodyPr/>
        <a:lstStyle/>
        <a:p>
          <a:r>
            <a:rPr lang="en-US">
              <a:noFill/>
            </a:rPr>
            <a:t> </a:t>
          </a:r>
        </a:p>
      </dgm:t>
    </dgm:pt>
    <dgm:pt modelId="{FA399F79-03C6-2D47-901C-EB30C1B15339}" type="parTrans" cxnId="{0D05F88A-E357-4940-B007-6D82B2E684EF}">
      <dgm:prSet/>
      <dgm:spPr/>
      <dgm:t>
        <a:bodyPr/>
        <a:lstStyle/>
        <a:p>
          <a:endParaRPr lang="en-US"/>
        </a:p>
      </dgm:t>
    </dgm:pt>
    <dgm:pt modelId="{C3AAAEFC-E9A7-3442-BC1B-CAEB96F0E359}" type="sibTrans" cxnId="{0D05F88A-E357-4940-B007-6D82B2E684EF}">
      <dgm:prSet/>
      <dgm:spPr/>
      <dgm:t>
        <a:bodyPr/>
        <a:lstStyle/>
        <a:p>
          <a:endParaRPr lang="en-US"/>
        </a:p>
      </dgm:t>
    </dgm:pt>
    <dgm:pt modelId="{70FD4885-2BC8-4E46-B78A-029F18AB3F74}" type="pres">
      <dgm:prSet presAssocID="{D92BA320-714C-7A4A-8BDE-23F763E73217}" presName="Name0" presStyleCnt="0">
        <dgm:presLayoutVars>
          <dgm:dir/>
          <dgm:animLvl val="lvl"/>
          <dgm:resizeHandles val="exact"/>
        </dgm:presLayoutVars>
      </dgm:prSet>
      <dgm:spPr/>
    </dgm:pt>
    <dgm:pt modelId="{66285B3A-BC0C-314E-BA5F-480159741906}" type="pres">
      <dgm:prSet presAssocID="{857DF7BD-8AB0-8943-AB25-3EF5AA0AD773}" presName="linNode" presStyleCnt="0"/>
      <dgm:spPr/>
    </dgm:pt>
    <dgm:pt modelId="{65EDA51D-37AE-5A4F-995E-50092FCDEFE0}" type="pres">
      <dgm:prSet presAssocID="{857DF7BD-8AB0-8943-AB25-3EF5AA0AD773}" presName="parentText" presStyleLbl="node1" presStyleIdx="0" presStyleCnt="1">
        <dgm:presLayoutVars>
          <dgm:chMax val="1"/>
          <dgm:bulletEnabled val="1"/>
        </dgm:presLayoutVars>
      </dgm:prSet>
      <dgm:spPr/>
    </dgm:pt>
    <dgm:pt modelId="{9DADBE07-D6DD-AF4F-874A-38DE52C96EF2}" type="pres">
      <dgm:prSet presAssocID="{857DF7BD-8AB0-8943-AB25-3EF5AA0AD773}" presName="descendantText" presStyleLbl="alignAccFollowNode1" presStyleIdx="0" presStyleCnt="1">
        <dgm:presLayoutVars>
          <dgm:bulletEnabled val="1"/>
        </dgm:presLayoutVars>
      </dgm:prSet>
      <dgm:spPr/>
    </dgm:pt>
  </dgm:ptLst>
  <dgm:cxnLst>
    <dgm:cxn modelId="{66953541-CF1B-C047-8F32-1500BD4E88D0}" srcId="{D92BA320-714C-7A4A-8BDE-23F763E73217}" destId="{857DF7BD-8AB0-8943-AB25-3EF5AA0AD773}" srcOrd="0" destOrd="0" parTransId="{D4F84B00-207F-C247-ABF7-8A3558CE374C}" sibTransId="{D2A5B4BC-53AF-D646-9F5C-2D09F85A3BAD}"/>
    <dgm:cxn modelId="{4C0E5D7E-8A98-DA45-A4A4-05A615CBC13D}" type="presOf" srcId="{D92BA320-714C-7A4A-8BDE-23F763E73217}" destId="{70FD4885-2BC8-4E46-B78A-029F18AB3F74}" srcOrd="0" destOrd="0" presId="urn:microsoft.com/office/officeart/2005/8/layout/vList5"/>
    <dgm:cxn modelId="{13D82085-94D6-064B-853A-817606A2BEDD}" type="presOf" srcId="{9538C32C-D806-324C-A4F4-3F9B7896E749}" destId="{9DADBE07-D6DD-AF4F-874A-38DE52C96EF2}" srcOrd="0" destOrd="0" presId="urn:microsoft.com/office/officeart/2005/8/layout/vList5"/>
    <dgm:cxn modelId="{0D05F88A-E357-4940-B007-6D82B2E684EF}" srcId="{857DF7BD-8AB0-8943-AB25-3EF5AA0AD773}" destId="{9538C32C-D806-324C-A4F4-3F9B7896E749}" srcOrd="0" destOrd="0" parTransId="{FA399F79-03C6-2D47-901C-EB30C1B15339}" sibTransId="{C3AAAEFC-E9A7-3442-BC1B-CAEB96F0E359}"/>
    <dgm:cxn modelId="{3B548AED-A547-9148-B69D-04CDD7B1C9AD}" type="presOf" srcId="{857DF7BD-8AB0-8943-AB25-3EF5AA0AD773}" destId="{65EDA51D-37AE-5A4F-995E-50092FCDEFE0}" srcOrd="0" destOrd="0" presId="urn:microsoft.com/office/officeart/2005/8/layout/vList5"/>
    <dgm:cxn modelId="{4A63C841-9F68-224E-9595-51204F4F2778}" type="presParOf" srcId="{70FD4885-2BC8-4E46-B78A-029F18AB3F74}" destId="{66285B3A-BC0C-314E-BA5F-480159741906}" srcOrd="0" destOrd="0" presId="urn:microsoft.com/office/officeart/2005/8/layout/vList5"/>
    <dgm:cxn modelId="{FE38AE8F-E16E-AC43-8F82-66F0DE7A5E00}" type="presParOf" srcId="{66285B3A-BC0C-314E-BA5F-480159741906}" destId="{65EDA51D-37AE-5A4F-995E-50092FCDEFE0}" srcOrd="0" destOrd="0" presId="urn:microsoft.com/office/officeart/2005/8/layout/vList5"/>
    <dgm:cxn modelId="{17C89613-A52D-784F-A8D2-629BE13ED38B}" type="presParOf" srcId="{66285B3A-BC0C-314E-BA5F-480159741906}" destId="{9DADBE07-D6DD-AF4F-874A-38DE52C96EF2}" srcOrd="1" destOrd="0" presId="urn:microsoft.com/office/officeart/2005/8/layout/vList5"/>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EDAC2A86-33B1-FE4E-90E9-E624DDC781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B83D5838-D629-B646-B8FD-ADE326B54F5B}">
          <dgm:prSet/>
          <dgm:spPr/>
          <dgm:t>
            <a:bodyPr/>
            <a:lstStyle/>
            <a:p>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dgm:t>
        </dgm:pt>
      </mc:Choice>
      <mc:Fallback xmlns="">
        <dgm:pt modelId="{B83D5838-D629-B646-B8FD-ADE326B54F5B}">
          <dgm:prSet/>
          <dgm:spPr/>
          <dgm:t>
            <a:bodyPr/>
            <a:lstStyle/>
            <a:p>
              <a:r>
                <a:rPr lang="en-US" dirty="0"/>
                <a:t>Raw total intensity ratio was: </a:t>
              </a:r>
              <a:r>
                <a:rPr lang="en-DK" i="0"/>
                <a:t>1+3×10^(−7)</a:t>
              </a:r>
              <a:endParaRPr lang="en-DK" dirty="0"/>
            </a:p>
          </dgm:t>
        </dgm:pt>
      </mc:Fallback>
    </mc:AlternateContent>
    <dgm:pt modelId="{F9D3308C-3E21-E44C-9D4C-E033035537DF}" type="parTrans" cxnId="{632CC41C-1555-E044-A16D-1BDF8BEF91CE}">
      <dgm:prSet/>
      <dgm:spPr/>
      <dgm:t>
        <a:bodyPr/>
        <a:lstStyle/>
        <a:p>
          <a:endParaRPr lang="en-US"/>
        </a:p>
      </dgm:t>
    </dgm:pt>
    <dgm:pt modelId="{99837E48-9A65-6F4C-A921-5C657A3C5694}" type="sibTrans" cxnId="{632CC41C-1555-E044-A16D-1BDF8BEF91CE}">
      <dgm:prSet/>
      <dgm:spPr/>
      <dgm:t>
        <a:bodyPr/>
        <a:lstStyle/>
        <a:p>
          <a:endParaRPr lang="en-US"/>
        </a:p>
      </dgm:t>
    </dgm:pt>
    <mc:AlternateContent xmlns:mc="http://schemas.openxmlformats.org/markup-compatibility/2006" xmlns:a14="http://schemas.microsoft.com/office/drawing/2010/main">
      <mc:Choice Requires="a14">
        <dgm:pt modelId="{2FB6D6C7-6604-7444-8E8B-3E997B4B749C}">
          <dgm:prSet/>
          <dgm:spPr/>
          <dgm:t>
            <a:bodyPr/>
            <a:lstStyle/>
            <a:p>
              <a:r>
                <a:rPr lang="en-US" dirty="0"/>
                <a:t>Equator-cut Pearson correlation: </a:t>
              </a:r>
              <a14:m>
                <m:oMath xmlns:m="http://schemas.openxmlformats.org/officeDocument/2006/math">
                  <m:r>
                    <a:rPr lang="en-DK" i="1">
                      <a:latin typeface="Cambria Math" panose="02040503050406030204" pitchFamily="18" charset="0"/>
                    </a:rPr>
                    <m:t>0.999961</m:t>
                  </m:r>
                </m:oMath>
              </a14:m>
              <a:endParaRPr lang="en-DK" dirty="0"/>
            </a:p>
          </dgm:t>
        </dgm:pt>
      </mc:Choice>
      <mc:Fallback xmlns="">
        <dgm:pt modelId="{2FB6D6C7-6604-7444-8E8B-3E997B4B749C}">
          <dgm:prSet/>
          <dgm:spPr/>
          <dgm:t>
            <a:bodyPr/>
            <a:lstStyle/>
            <a:p>
              <a:r>
                <a:rPr lang="en-US" dirty="0"/>
                <a:t>Equator-cut Pearson correlation: </a:t>
              </a:r>
              <a:r>
                <a:rPr lang="en-DK" i="0"/>
                <a:t>0.999961</a:t>
              </a:r>
              <a:endParaRPr lang="en-DK" dirty="0"/>
            </a:p>
          </dgm:t>
        </dgm:pt>
      </mc:Fallback>
    </mc:AlternateContent>
    <dgm:pt modelId="{5CF11EAF-18DB-EB4C-95A9-58026D8134C1}" type="parTrans" cxnId="{84A0EEAC-BFFB-954D-8A2E-44AF644A6A28}">
      <dgm:prSet/>
      <dgm:spPr/>
      <dgm:t>
        <a:bodyPr/>
        <a:lstStyle/>
        <a:p>
          <a:endParaRPr lang="en-US"/>
        </a:p>
      </dgm:t>
    </dgm:pt>
    <dgm:pt modelId="{0F10CAF1-A5DF-314C-997C-029769DC6AA8}" type="sibTrans" cxnId="{84A0EEAC-BFFB-954D-8A2E-44AF644A6A28}">
      <dgm:prSet/>
      <dgm:spPr/>
      <dgm:t>
        <a:bodyPr/>
        <a:lstStyle/>
        <a:p>
          <a:endParaRPr lang="en-US"/>
        </a:p>
      </dgm:t>
    </dgm:pt>
    <mc:AlternateContent xmlns:mc="http://schemas.openxmlformats.org/markup-compatibility/2006" xmlns:a14="http://schemas.microsoft.com/office/drawing/2010/main">
      <mc:Choice Requires="a14">
        <dgm:pt modelId="{7286C67C-A1C1-AC46-AD7F-3EC51F2DFE7F}">
          <dgm:prSet/>
          <dgm:spPr/>
          <dgm:t>
            <a:bodyPr/>
            <a:lstStyle/>
            <a:p>
              <a:r>
                <a:rPr lang="en-US" dirty="0"/>
                <a:t>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dgm:t>
        </dgm:pt>
      </mc:Choice>
      <mc:Fallback xmlns="">
        <dgm:pt modelId="{7286C67C-A1C1-AC46-AD7F-3EC51F2DFE7F}">
          <dgm:prSet/>
          <dgm:spPr/>
          <dgm:t>
            <a:bodyPr/>
            <a:lstStyle/>
            <a:p>
              <a:r>
                <a:rPr lang="en-US" dirty="0"/>
                <a:t>Equator-cut: </a:t>
              </a:r>
              <a:r>
                <a:rPr lang="en-DK" i="0"/>
                <a:t>𝜒_𝜐^2=3.02</a:t>
              </a:r>
              <a:endParaRPr lang="en-DK" dirty="0"/>
            </a:p>
          </dgm:t>
        </dgm:pt>
      </mc:Fallback>
    </mc:AlternateContent>
    <dgm:pt modelId="{C963D7CA-B7C1-8A45-A2EB-8F151172BBFE}" type="parTrans" cxnId="{D79C368D-91C5-AA41-9047-7DEF995683C1}">
      <dgm:prSet/>
      <dgm:spPr/>
      <dgm:t>
        <a:bodyPr/>
        <a:lstStyle/>
        <a:p>
          <a:endParaRPr lang="en-US"/>
        </a:p>
      </dgm:t>
    </dgm:pt>
    <dgm:pt modelId="{D22B98D9-A9EF-774D-809F-EF219963D810}" type="sibTrans" cxnId="{D79C368D-91C5-AA41-9047-7DEF995683C1}">
      <dgm:prSet/>
      <dgm:spPr/>
      <dgm:t>
        <a:bodyPr/>
        <a:lstStyle/>
        <a:p>
          <a:endParaRPr lang="en-US"/>
        </a:p>
      </dgm:t>
    </dgm:pt>
    <mc:AlternateContent xmlns:mc="http://schemas.openxmlformats.org/markup-compatibility/2006" xmlns:a14="http://schemas.microsoft.com/office/drawing/2010/main">
      <mc:Choice Requires="a14">
        <dgm:pt modelId="{6F9887C4-B249-C645-AAA6-BF6CAAF3D40D}">
          <dgm:prSet phldrT="[Text]"/>
          <dgm:spPr/>
          <dgm:t>
            <a:bodyPr/>
            <a:lstStyle/>
            <a:p>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dgm:t>
        </dgm:pt>
      </mc:Choice>
      <mc:Fallback xmlns="">
        <dgm:pt modelId="{6F9887C4-B249-C645-AAA6-BF6CAAF3D40D}">
          <dgm:prSet phldrT="[Text]"/>
          <dgm:spPr/>
          <dgm:t>
            <a:bodyPr/>
            <a:lstStyle/>
            <a:p>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dgm:t>
        </dgm:pt>
      </mc:Fallback>
    </mc:AlternateContent>
    <dgm:pt modelId="{C92294CA-34B2-A84A-ACCA-7B038511B78B}" type="parTrans" cxnId="{585226A8-9A0D-A54E-BAE5-726DED97E799}">
      <dgm:prSet/>
      <dgm:spPr/>
      <dgm:t>
        <a:bodyPr/>
        <a:lstStyle/>
        <a:p>
          <a:endParaRPr lang="en-US"/>
        </a:p>
      </dgm:t>
    </dgm:pt>
    <dgm:pt modelId="{F1531EF9-A413-B846-BBCF-62E0DB9031C2}" type="sibTrans" cxnId="{585226A8-9A0D-A54E-BAE5-726DED97E799}">
      <dgm:prSet/>
      <dgm:spPr/>
      <dgm:t>
        <a:bodyPr/>
        <a:lstStyle/>
        <a:p>
          <a:endParaRPr lang="en-US"/>
        </a:p>
      </dgm:t>
    </dgm:pt>
    <dgm:pt modelId="{D47FA422-528F-9347-BEB8-2CDC9F3AEC8E}" type="pres">
      <dgm:prSet presAssocID="{EDAC2A86-33B1-FE4E-90E9-E624DDC78165}" presName="linear" presStyleCnt="0">
        <dgm:presLayoutVars>
          <dgm:animLvl val="lvl"/>
          <dgm:resizeHandles val="exact"/>
        </dgm:presLayoutVars>
      </dgm:prSet>
      <dgm:spPr/>
    </dgm:pt>
    <dgm:pt modelId="{DE9857CE-8A93-C94E-BEA6-2424E7F3A969}" type="pres">
      <dgm:prSet presAssocID="{B83D5838-D629-B646-B8FD-ADE326B54F5B}" presName="parentText" presStyleLbl="node1" presStyleIdx="0" presStyleCnt="4">
        <dgm:presLayoutVars>
          <dgm:chMax val="0"/>
          <dgm:bulletEnabled val="1"/>
        </dgm:presLayoutVars>
      </dgm:prSet>
      <dgm:spPr/>
    </dgm:pt>
    <dgm:pt modelId="{030EFC0F-0063-934F-A3A9-7457E8F5C177}" type="pres">
      <dgm:prSet presAssocID="{99837E48-9A65-6F4C-A921-5C657A3C5694}" presName="spacer" presStyleCnt="0"/>
      <dgm:spPr/>
    </dgm:pt>
    <dgm:pt modelId="{6234AC52-2918-9143-8F92-836E6FE86B1D}" type="pres">
      <dgm:prSet presAssocID="{2FB6D6C7-6604-7444-8E8B-3E997B4B749C}" presName="parentText" presStyleLbl="node1" presStyleIdx="1" presStyleCnt="4">
        <dgm:presLayoutVars>
          <dgm:chMax val="0"/>
          <dgm:bulletEnabled val="1"/>
        </dgm:presLayoutVars>
      </dgm:prSet>
      <dgm:spPr/>
    </dgm:pt>
    <dgm:pt modelId="{2815A9EC-CD88-3648-9E3F-0E3F31F1329E}" type="pres">
      <dgm:prSet presAssocID="{0F10CAF1-A5DF-314C-997C-029769DC6AA8}" presName="spacer" presStyleCnt="0"/>
      <dgm:spPr/>
    </dgm:pt>
    <dgm:pt modelId="{9E173454-E394-C64F-B624-2E498778417C}" type="pres">
      <dgm:prSet presAssocID="{7286C67C-A1C1-AC46-AD7F-3EC51F2DFE7F}" presName="parentText" presStyleLbl="node1" presStyleIdx="2" presStyleCnt="4">
        <dgm:presLayoutVars>
          <dgm:chMax val="0"/>
          <dgm:bulletEnabled val="1"/>
        </dgm:presLayoutVars>
      </dgm:prSet>
      <dgm:spPr/>
    </dgm:pt>
    <dgm:pt modelId="{7FDA5D4B-B78C-A443-B3DB-0CDB68D5BBBD}" type="pres">
      <dgm:prSet presAssocID="{D22B98D9-A9EF-774D-809F-EF219963D810}" presName="spacer" presStyleCnt="0"/>
      <dgm:spPr/>
    </dgm:pt>
    <dgm:pt modelId="{8F0AB8AD-9421-3F4D-9636-4F5507F11D45}" type="pres">
      <dgm:prSet presAssocID="{6F9887C4-B249-C645-AAA6-BF6CAAF3D40D}" presName="parentText" presStyleLbl="node1" presStyleIdx="3" presStyleCnt="4">
        <dgm:presLayoutVars>
          <dgm:chMax val="0"/>
          <dgm:bulletEnabled val="1"/>
        </dgm:presLayoutVars>
      </dgm:prSet>
      <dgm:spPr/>
    </dgm:pt>
  </dgm:ptLst>
  <dgm:cxnLst>
    <dgm:cxn modelId="{632CC41C-1555-E044-A16D-1BDF8BEF91CE}" srcId="{EDAC2A86-33B1-FE4E-90E9-E624DDC78165}" destId="{B83D5838-D629-B646-B8FD-ADE326B54F5B}" srcOrd="0" destOrd="0" parTransId="{F9D3308C-3E21-E44C-9D4C-E033035537DF}" sibTransId="{99837E48-9A65-6F4C-A921-5C657A3C5694}"/>
    <dgm:cxn modelId="{DE632328-227B-C04B-A7BE-8831ECEC5BDB}" type="presOf" srcId="{7286C67C-A1C1-AC46-AD7F-3EC51F2DFE7F}" destId="{9E173454-E394-C64F-B624-2E498778417C}" srcOrd="0" destOrd="0" presId="urn:microsoft.com/office/officeart/2005/8/layout/vList2"/>
    <dgm:cxn modelId="{31373036-55A3-044B-B944-B89F4C8C5149}" type="presOf" srcId="{EDAC2A86-33B1-FE4E-90E9-E624DDC78165}" destId="{D47FA422-528F-9347-BEB8-2CDC9F3AEC8E}" srcOrd="0" destOrd="0" presId="urn:microsoft.com/office/officeart/2005/8/layout/vList2"/>
    <dgm:cxn modelId="{404BE556-C84F-EB4A-8E15-61219A582B0B}" type="presOf" srcId="{B83D5838-D629-B646-B8FD-ADE326B54F5B}" destId="{DE9857CE-8A93-C94E-BEA6-2424E7F3A969}" srcOrd="0" destOrd="0" presId="urn:microsoft.com/office/officeart/2005/8/layout/vList2"/>
    <dgm:cxn modelId="{D79C368D-91C5-AA41-9047-7DEF995683C1}" srcId="{EDAC2A86-33B1-FE4E-90E9-E624DDC78165}" destId="{7286C67C-A1C1-AC46-AD7F-3EC51F2DFE7F}" srcOrd="2" destOrd="0" parTransId="{C963D7CA-B7C1-8A45-A2EB-8F151172BBFE}" sibTransId="{D22B98D9-A9EF-774D-809F-EF219963D810}"/>
    <dgm:cxn modelId="{585226A8-9A0D-A54E-BAE5-726DED97E799}" srcId="{EDAC2A86-33B1-FE4E-90E9-E624DDC78165}" destId="{6F9887C4-B249-C645-AAA6-BF6CAAF3D40D}" srcOrd="3" destOrd="0" parTransId="{C92294CA-34B2-A84A-ACCA-7B038511B78B}" sibTransId="{F1531EF9-A413-B846-BBCF-62E0DB9031C2}"/>
    <dgm:cxn modelId="{84A0EEAC-BFFB-954D-8A2E-44AF644A6A28}" srcId="{EDAC2A86-33B1-FE4E-90E9-E624DDC78165}" destId="{2FB6D6C7-6604-7444-8E8B-3E997B4B749C}" srcOrd="1" destOrd="0" parTransId="{5CF11EAF-18DB-EB4C-95A9-58026D8134C1}" sibTransId="{0F10CAF1-A5DF-314C-997C-029769DC6AA8}"/>
    <dgm:cxn modelId="{0D9464AF-C15C-1B4F-9CE9-00ADDA1314B3}" type="presOf" srcId="{2FB6D6C7-6604-7444-8E8B-3E997B4B749C}" destId="{6234AC52-2918-9143-8F92-836E6FE86B1D}" srcOrd="0" destOrd="0" presId="urn:microsoft.com/office/officeart/2005/8/layout/vList2"/>
    <dgm:cxn modelId="{91CD99DE-38CE-F343-ABDD-4C5F2E971461}" type="presOf" srcId="{6F9887C4-B249-C645-AAA6-BF6CAAF3D40D}" destId="{8F0AB8AD-9421-3F4D-9636-4F5507F11D45}" srcOrd="0" destOrd="0" presId="urn:microsoft.com/office/officeart/2005/8/layout/vList2"/>
    <dgm:cxn modelId="{4023ABE8-46EA-194B-8687-8CC45F76B81E}" type="presParOf" srcId="{D47FA422-528F-9347-BEB8-2CDC9F3AEC8E}" destId="{DE9857CE-8A93-C94E-BEA6-2424E7F3A969}" srcOrd="0" destOrd="0" presId="urn:microsoft.com/office/officeart/2005/8/layout/vList2"/>
    <dgm:cxn modelId="{E0670B05-E737-4646-BA88-FC2CE9A36D2D}" type="presParOf" srcId="{D47FA422-528F-9347-BEB8-2CDC9F3AEC8E}" destId="{030EFC0F-0063-934F-A3A9-7457E8F5C177}" srcOrd="1" destOrd="0" presId="urn:microsoft.com/office/officeart/2005/8/layout/vList2"/>
    <dgm:cxn modelId="{4A7FE968-E74E-6644-960F-C09BCD62B407}" type="presParOf" srcId="{D47FA422-528F-9347-BEB8-2CDC9F3AEC8E}" destId="{6234AC52-2918-9143-8F92-836E6FE86B1D}" srcOrd="2" destOrd="0" presId="urn:microsoft.com/office/officeart/2005/8/layout/vList2"/>
    <dgm:cxn modelId="{EF93CE76-DF49-1E47-8419-C1C08CBE0BB2}" type="presParOf" srcId="{D47FA422-528F-9347-BEB8-2CDC9F3AEC8E}" destId="{2815A9EC-CD88-3648-9E3F-0E3F31F1329E}" srcOrd="3" destOrd="0" presId="urn:microsoft.com/office/officeart/2005/8/layout/vList2"/>
    <dgm:cxn modelId="{ED957FD9-F21B-A24F-91AA-07A417FBA679}" type="presParOf" srcId="{D47FA422-528F-9347-BEB8-2CDC9F3AEC8E}" destId="{9E173454-E394-C64F-B624-2E498778417C}" srcOrd="4" destOrd="0" presId="urn:microsoft.com/office/officeart/2005/8/layout/vList2"/>
    <dgm:cxn modelId="{7337A4EB-D426-CE44-8817-3999A979FE09}" type="presParOf" srcId="{D47FA422-528F-9347-BEB8-2CDC9F3AEC8E}" destId="{7FDA5D4B-B78C-A443-B3DB-0CDB68D5BBBD}" srcOrd="5" destOrd="0" presId="urn:microsoft.com/office/officeart/2005/8/layout/vList2"/>
    <dgm:cxn modelId="{B0D5606A-5608-4B47-B973-6B593FFAE5E9}" type="presParOf" srcId="{D47FA422-528F-9347-BEB8-2CDC9F3AEC8E}" destId="{8F0AB8AD-9421-3F4D-9636-4F5507F11D45}" srcOrd="6"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EDAC2A86-33B1-FE4E-90E9-E624DDC781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83D5838-D629-B646-B8FD-ADE326B54F5B}">
      <dgm:prSet/>
      <dgm:spPr>
        <a:blipFill>
          <a:blip xmlns:r="http://schemas.openxmlformats.org/officeDocument/2006/relationships" r:embed="rId1"/>
          <a:stretch>
            <a:fillRect l="-1111" b="-5263"/>
          </a:stretch>
        </a:blipFill>
      </dgm:spPr>
      <dgm:t>
        <a:bodyPr/>
        <a:lstStyle/>
        <a:p>
          <a:r>
            <a:rPr lang="en-US">
              <a:noFill/>
            </a:rPr>
            <a:t> </a:t>
          </a:r>
        </a:p>
      </dgm:t>
    </dgm:pt>
    <dgm:pt modelId="{F9D3308C-3E21-E44C-9D4C-E033035537DF}" type="parTrans" cxnId="{632CC41C-1555-E044-A16D-1BDF8BEF91CE}">
      <dgm:prSet/>
      <dgm:spPr/>
      <dgm:t>
        <a:bodyPr/>
        <a:lstStyle/>
        <a:p>
          <a:endParaRPr lang="en-US"/>
        </a:p>
      </dgm:t>
    </dgm:pt>
    <dgm:pt modelId="{99837E48-9A65-6F4C-A921-5C657A3C5694}" type="sibTrans" cxnId="{632CC41C-1555-E044-A16D-1BDF8BEF91CE}">
      <dgm:prSet/>
      <dgm:spPr/>
      <dgm:t>
        <a:bodyPr/>
        <a:lstStyle/>
        <a:p>
          <a:endParaRPr lang="en-US"/>
        </a:p>
      </dgm:t>
    </dgm:pt>
    <dgm:pt modelId="{2FB6D6C7-6604-7444-8E8B-3E997B4B749C}">
      <dgm:prSet/>
      <dgm:spPr>
        <a:blipFill>
          <a:blip xmlns:r="http://schemas.openxmlformats.org/officeDocument/2006/relationships" r:embed="rId2"/>
          <a:stretch>
            <a:fillRect l="-1111" b="-7895"/>
          </a:stretch>
        </a:blipFill>
      </dgm:spPr>
      <dgm:t>
        <a:bodyPr/>
        <a:lstStyle/>
        <a:p>
          <a:r>
            <a:rPr lang="en-US">
              <a:noFill/>
            </a:rPr>
            <a:t> </a:t>
          </a:r>
        </a:p>
      </dgm:t>
    </dgm:pt>
    <dgm:pt modelId="{5CF11EAF-18DB-EB4C-95A9-58026D8134C1}" type="parTrans" cxnId="{84A0EEAC-BFFB-954D-8A2E-44AF644A6A28}">
      <dgm:prSet/>
      <dgm:spPr/>
      <dgm:t>
        <a:bodyPr/>
        <a:lstStyle/>
        <a:p>
          <a:endParaRPr lang="en-US"/>
        </a:p>
      </dgm:t>
    </dgm:pt>
    <dgm:pt modelId="{0F10CAF1-A5DF-314C-997C-029769DC6AA8}" type="sibTrans" cxnId="{84A0EEAC-BFFB-954D-8A2E-44AF644A6A28}">
      <dgm:prSet/>
      <dgm:spPr/>
      <dgm:t>
        <a:bodyPr/>
        <a:lstStyle/>
        <a:p>
          <a:endParaRPr lang="en-US"/>
        </a:p>
      </dgm:t>
    </dgm:pt>
    <dgm:pt modelId="{7286C67C-A1C1-AC46-AD7F-3EC51F2DFE7F}">
      <dgm:prSet/>
      <dgm:spPr>
        <a:blipFill>
          <a:blip xmlns:r="http://schemas.openxmlformats.org/officeDocument/2006/relationships" r:embed="rId3"/>
          <a:stretch>
            <a:fillRect l="-1111" b="-5263"/>
          </a:stretch>
        </a:blipFill>
      </dgm:spPr>
      <dgm:t>
        <a:bodyPr/>
        <a:lstStyle/>
        <a:p>
          <a:r>
            <a:rPr lang="en-US">
              <a:noFill/>
            </a:rPr>
            <a:t> </a:t>
          </a:r>
        </a:p>
      </dgm:t>
    </dgm:pt>
    <dgm:pt modelId="{C963D7CA-B7C1-8A45-A2EB-8F151172BBFE}" type="parTrans" cxnId="{D79C368D-91C5-AA41-9047-7DEF995683C1}">
      <dgm:prSet/>
      <dgm:spPr/>
      <dgm:t>
        <a:bodyPr/>
        <a:lstStyle/>
        <a:p>
          <a:endParaRPr lang="en-US"/>
        </a:p>
      </dgm:t>
    </dgm:pt>
    <dgm:pt modelId="{D22B98D9-A9EF-774D-809F-EF219963D810}" type="sibTrans" cxnId="{D79C368D-91C5-AA41-9047-7DEF995683C1}">
      <dgm:prSet/>
      <dgm:spPr/>
      <dgm:t>
        <a:bodyPr/>
        <a:lstStyle/>
        <a:p>
          <a:endParaRPr lang="en-US"/>
        </a:p>
      </dgm:t>
    </dgm:pt>
    <dgm:pt modelId="{6F9887C4-B249-C645-AAA6-BF6CAAF3D40D}">
      <dgm:prSet phldrT="[Text]"/>
      <dgm:spPr>
        <a:blipFill>
          <a:blip xmlns:r="http://schemas.openxmlformats.org/officeDocument/2006/relationships" r:embed="rId4"/>
          <a:stretch>
            <a:fillRect l="-1111" b="-5263"/>
          </a:stretch>
        </a:blipFill>
      </dgm:spPr>
      <dgm:t>
        <a:bodyPr/>
        <a:lstStyle/>
        <a:p>
          <a:r>
            <a:rPr lang="en-US">
              <a:noFill/>
            </a:rPr>
            <a:t> </a:t>
          </a:r>
        </a:p>
      </dgm:t>
    </dgm:pt>
    <dgm:pt modelId="{C92294CA-34B2-A84A-ACCA-7B038511B78B}" type="parTrans" cxnId="{585226A8-9A0D-A54E-BAE5-726DED97E799}">
      <dgm:prSet/>
      <dgm:spPr/>
      <dgm:t>
        <a:bodyPr/>
        <a:lstStyle/>
        <a:p>
          <a:endParaRPr lang="en-US"/>
        </a:p>
      </dgm:t>
    </dgm:pt>
    <dgm:pt modelId="{F1531EF9-A413-B846-BBCF-62E0DB9031C2}" type="sibTrans" cxnId="{585226A8-9A0D-A54E-BAE5-726DED97E799}">
      <dgm:prSet/>
      <dgm:spPr/>
      <dgm:t>
        <a:bodyPr/>
        <a:lstStyle/>
        <a:p>
          <a:endParaRPr lang="en-US"/>
        </a:p>
      </dgm:t>
    </dgm:pt>
    <dgm:pt modelId="{D47FA422-528F-9347-BEB8-2CDC9F3AEC8E}" type="pres">
      <dgm:prSet presAssocID="{EDAC2A86-33B1-FE4E-90E9-E624DDC78165}" presName="linear" presStyleCnt="0">
        <dgm:presLayoutVars>
          <dgm:animLvl val="lvl"/>
          <dgm:resizeHandles val="exact"/>
        </dgm:presLayoutVars>
      </dgm:prSet>
      <dgm:spPr/>
    </dgm:pt>
    <dgm:pt modelId="{DE9857CE-8A93-C94E-BEA6-2424E7F3A969}" type="pres">
      <dgm:prSet presAssocID="{B83D5838-D629-B646-B8FD-ADE326B54F5B}" presName="parentText" presStyleLbl="node1" presStyleIdx="0" presStyleCnt="4">
        <dgm:presLayoutVars>
          <dgm:chMax val="0"/>
          <dgm:bulletEnabled val="1"/>
        </dgm:presLayoutVars>
      </dgm:prSet>
      <dgm:spPr/>
    </dgm:pt>
    <dgm:pt modelId="{030EFC0F-0063-934F-A3A9-7457E8F5C177}" type="pres">
      <dgm:prSet presAssocID="{99837E48-9A65-6F4C-A921-5C657A3C5694}" presName="spacer" presStyleCnt="0"/>
      <dgm:spPr/>
    </dgm:pt>
    <dgm:pt modelId="{6234AC52-2918-9143-8F92-836E6FE86B1D}" type="pres">
      <dgm:prSet presAssocID="{2FB6D6C7-6604-7444-8E8B-3E997B4B749C}" presName="parentText" presStyleLbl="node1" presStyleIdx="1" presStyleCnt="4">
        <dgm:presLayoutVars>
          <dgm:chMax val="0"/>
          <dgm:bulletEnabled val="1"/>
        </dgm:presLayoutVars>
      </dgm:prSet>
      <dgm:spPr/>
    </dgm:pt>
    <dgm:pt modelId="{2815A9EC-CD88-3648-9E3F-0E3F31F1329E}" type="pres">
      <dgm:prSet presAssocID="{0F10CAF1-A5DF-314C-997C-029769DC6AA8}" presName="spacer" presStyleCnt="0"/>
      <dgm:spPr/>
    </dgm:pt>
    <dgm:pt modelId="{9E173454-E394-C64F-B624-2E498778417C}" type="pres">
      <dgm:prSet presAssocID="{7286C67C-A1C1-AC46-AD7F-3EC51F2DFE7F}" presName="parentText" presStyleLbl="node1" presStyleIdx="2" presStyleCnt="4">
        <dgm:presLayoutVars>
          <dgm:chMax val="0"/>
          <dgm:bulletEnabled val="1"/>
        </dgm:presLayoutVars>
      </dgm:prSet>
      <dgm:spPr/>
    </dgm:pt>
    <dgm:pt modelId="{7FDA5D4B-B78C-A443-B3DB-0CDB68D5BBBD}" type="pres">
      <dgm:prSet presAssocID="{D22B98D9-A9EF-774D-809F-EF219963D810}" presName="spacer" presStyleCnt="0"/>
      <dgm:spPr/>
    </dgm:pt>
    <dgm:pt modelId="{8F0AB8AD-9421-3F4D-9636-4F5507F11D45}" type="pres">
      <dgm:prSet presAssocID="{6F9887C4-B249-C645-AAA6-BF6CAAF3D40D}" presName="parentText" presStyleLbl="node1" presStyleIdx="3" presStyleCnt="4">
        <dgm:presLayoutVars>
          <dgm:chMax val="0"/>
          <dgm:bulletEnabled val="1"/>
        </dgm:presLayoutVars>
      </dgm:prSet>
      <dgm:spPr/>
    </dgm:pt>
  </dgm:ptLst>
  <dgm:cxnLst>
    <dgm:cxn modelId="{632CC41C-1555-E044-A16D-1BDF8BEF91CE}" srcId="{EDAC2A86-33B1-FE4E-90E9-E624DDC78165}" destId="{B83D5838-D629-B646-B8FD-ADE326B54F5B}" srcOrd="0" destOrd="0" parTransId="{F9D3308C-3E21-E44C-9D4C-E033035537DF}" sibTransId="{99837E48-9A65-6F4C-A921-5C657A3C5694}"/>
    <dgm:cxn modelId="{DE632328-227B-C04B-A7BE-8831ECEC5BDB}" type="presOf" srcId="{7286C67C-A1C1-AC46-AD7F-3EC51F2DFE7F}" destId="{9E173454-E394-C64F-B624-2E498778417C}" srcOrd="0" destOrd="0" presId="urn:microsoft.com/office/officeart/2005/8/layout/vList2"/>
    <dgm:cxn modelId="{31373036-55A3-044B-B944-B89F4C8C5149}" type="presOf" srcId="{EDAC2A86-33B1-FE4E-90E9-E624DDC78165}" destId="{D47FA422-528F-9347-BEB8-2CDC9F3AEC8E}" srcOrd="0" destOrd="0" presId="urn:microsoft.com/office/officeart/2005/8/layout/vList2"/>
    <dgm:cxn modelId="{404BE556-C84F-EB4A-8E15-61219A582B0B}" type="presOf" srcId="{B83D5838-D629-B646-B8FD-ADE326B54F5B}" destId="{DE9857CE-8A93-C94E-BEA6-2424E7F3A969}" srcOrd="0" destOrd="0" presId="urn:microsoft.com/office/officeart/2005/8/layout/vList2"/>
    <dgm:cxn modelId="{D79C368D-91C5-AA41-9047-7DEF995683C1}" srcId="{EDAC2A86-33B1-FE4E-90E9-E624DDC78165}" destId="{7286C67C-A1C1-AC46-AD7F-3EC51F2DFE7F}" srcOrd="2" destOrd="0" parTransId="{C963D7CA-B7C1-8A45-A2EB-8F151172BBFE}" sibTransId="{D22B98D9-A9EF-774D-809F-EF219963D810}"/>
    <dgm:cxn modelId="{585226A8-9A0D-A54E-BAE5-726DED97E799}" srcId="{EDAC2A86-33B1-FE4E-90E9-E624DDC78165}" destId="{6F9887C4-B249-C645-AAA6-BF6CAAF3D40D}" srcOrd="3" destOrd="0" parTransId="{C92294CA-34B2-A84A-ACCA-7B038511B78B}" sibTransId="{F1531EF9-A413-B846-BBCF-62E0DB9031C2}"/>
    <dgm:cxn modelId="{84A0EEAC-BFFB-954D-8A2E-44AF644A6A28}" srcId="{EDAC2A86-33B1-FE4E-90E9-E624DDC78165}" destId="{2FB6D6C7-6604-7444-8E8B-3E997B4B749C}" srcOrd="1" destOrd="0" parTransId="{5CF11EAF-18DB-EB4C-95A9-58026D8134C1}" sibTransId="{0F10CAF1-A5DF-314C-997C-029769DC6AA8}"/>
    <dgm:cxn modelId="{0D9464AF-C15C-1B4F-9CE9-00ADDA1314B3}" type="presOf" srcId="{2FB6D6C7-6604-7444-8E8B-3E997B4B749C}" destId="{6234AC52-2918-9143-8F92-836E6FE86B1D}" srcOrd="0" destOrd="0" presId="urn:microsoft.com/office/officeart/2005/8/layout/vList2"/>
    <dgm:cxn modelId="{91CD99DE-38CE-F343-ABDD-4C5F2E971461}" type="presOf" srcId="{6F9887C4-B249-C645-AAA6-BF6CAAF3D40D}" destId="{8F0AB8AD-9421-3F4D-9636-4F5507F11D45}" srcOrd="0" destOrd="0" presId="urn:microsoft.com/office/officeart/2005/8/layout/vList2"/>
    <dgm:cxn modelId="{4023ABE8-46EA-194B-8687-8CC45F76B81E}" type="presParOf" srcId="{D47FA422-528F-9347-BEB8-2CDC9F3AEC8E}" destId="{DE9857CE-8A93-C94E-BEA6-2424E7F3A969}" srcOrd="0" destOrd="0" presId="urn:microsoft.com/office/officeart/2005/8/layout/vList2"/>
    <dgm:cxn modelId="{E0670B05-E737-4646-BA88-FC2CE9A36D2D}" type="presParOf" srcId="{D47FA422-528F-9347-BEB8-2CDC9F3AEC8E}" destId="{030EFC0F-0063-934F-A3A9-7457E8F5C177}" srcOrd="1" destOrd="0" presId="urn:microsoft.com/office/officeart/2005/8/layout/vList2"/>
    <dgm:cxn modelId="{4A7FE968-E74E-6644-960F-C09BCD62B407}" type="presParOf" srcId="{D47FA422-528F-9347-BEB8-2CDC9F3AEC8E}" destId="{6234AC52-2918-9143-8F92-836E6FE86B1D}" srcOrd="2" destOrd="0" presId="urn:microsoft.com/office/officeart/2005/8/layout/vList2"/>
    <dgm:cxn modelId="{EF93CE76-DF49-1E47-8419-C1C08CBE0BB2}" type="presParOf" srcId="{D47FA422-528F-9347-BEB8-2CDC9F3AEC8E}" destId="{2815A9EC-CD88-3648-9E3F-0E3F31F1329E}" srcOrd="3" destOrd="0" presId="urn:microsoft.com/office/officeart/2005/8/layout/vList2"/>
    <dgm:cxn modelId="{ED957FD9-F21B-A24F-91AA-07A417FBA679}" type="presParOf" srcId="{D47FA422-528F-9347-BEB8-2CDC9F3AEC8E}" destId="{9E173454-E394-C64F-B624-2E498778417C}" srcOrd="4" destOrd="0" presId="urn:microsoft.com/office/officeart/2005/8/layout/vList2"/>
    <dgm:cxn modelId="{7337A4EB-D426-CE44-8817-3999A979FE09}" type="presParOf" srcId="{D47FA422-528F-9347-BEB8-2CDC9F3AEC8E}" destId="{7FDA5D4B-B78C-A443-B3DB-0CDB68D5BBBD}" srcOrd="5" destOrd="0" presId="urn:microsoft.com/office/officeart/2005/8/layout/vList2"/>
    <dgm:cxn modelId="{B0D5606A-5608-4B47-B973-6B593FFAE5E9}" type="presParOf" srcId="{D47FA422-528F-9347-BEB8-2CDC9F3AEC8E}" destId="{8F0AB8AD-9421-3F4D-9636-4F5507F11D45}" srcOrd="6"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6183D0DC-DB55-D346-A7D7-A35B630F66FB}"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1E3DDDFF-9715-6E4D-885F-E1DD35BAC0E9}">
      <dgm:prSet custT="1"/>
      <dgm:spPr/>
      <dgm:t>
        <a:bodyPr/>
        <a:lstStyle/>
        <a:p>
          <a:r>
            <a:rPr lang="en-US" sz="1400" dirty="0"/>
            <a:t>Integrated intensity ratio:</a:t>
          </a:r>
          <a:endParaRPr lang="en-DK" sz="1400" dirty="0"/>
        </a:p>
      </dgm:t>
    </dgm:pt>
    <dgm:pt modelId="{53D7AF92-0154-024D-A99E-660B60CA0738}" type="parTrans" cxnId="{7B031C13-D40F-CE4F-A03F-A2F621C14236}">
      <dgm:prSet/>
      <dgm:spPr/>
      <dgm:t>
        <a:bodyPr/>
        <a:lstStyle/>
        <a:p>
          <a:endParaRPr lang="en-US"/>
        </a:p>
      </dgm:t>
    </dgm:pt>
    <dgm:pt modelId="{D9A81B22-EC33-6442-B594-DACE3CABFEF0}" type="sibTrans" cxnId="{7B031C13-D40F-CE4F-A03F-A2F621C14236}">
      <dgm:prSet/>
      <dgm:spPr/>
      <dgm:t>
        <a:bodyPr/>
        <a:lstStyle/>
        <a:p>
          <a:endParaRPr lang="en-US"/>
        </a:p>
      </dgm:t>
    </dgm:pt>
    <mc:AlternateContent xmlns:mc="http://schemas.openxmlformats.org/markup-compatibility/2006" xmlns:a14="http://schemas.microsoft.com/office/drawing/2010/main">
      <mc:Choice Requires="a14">
        <dgm:pt modelId="{10FAED2C-FB8C-274E-B2F9-AF1C2BA6AC02}">
          <dgm:prSet custT="1"/>
          <dgm:spPr/>
          <dgm:t>
            <a:bodyPr/>
            <a:lstStyle/>
            <a:p>
              <a:pPr>
                <a:buNone/>
              </a:pPr>
              <a14:m>
                <m:oMathPara xmlns:m="http://schemas.openxmlformats.org/officeDocument/2006/math">
                  <m:oMathParaPr>
                    <m:jc m:val="centerGroup"/>
                  </m:oMathParaPr>
                  <m:oMath xmlns:m="http://schemas.openxmlformats.org/officeDocument/2006/math">
                    <m:sSub>
                      <m:sSubPr>
                        <m:ctrlPr>
                          <a:rPr lang="da-DK" sz="2000" b="0" i="1" smtClean="0">
                            <a:latin typeface="Cambria Math" panose="02040503050406030204" pitchFamily="18" charset="0"/>
                          </a:rPr>
                        </m:ctrlPr>
                      </m:sSubPr>
                      <m:e>
                        <m:r>
                          <a:rPr lang="da-DK" sz="2000" b="0" i="1" smtClean="0">
                            <a:latin typeface="Cambria Math" panose="02040503050406030204" pitchFamily="18" charset="0"/>
                          </a:rPr>
                          <m:t>𝐼</m:t>
                        </m:r>
                      </m:e>
                      <m:sub>
                        <m:r>
                          <m:rPr>
                            <m:sty m:val="p"/>
                          </m:rPr>
                          <a:rPr lang="da-DK" sz="2000" b="0" i="0" smtClean="0">
                            <a:latin typeface="Cambria Math" panose="02040503050406030204" pitchFamily="18" charset="0"/>
                          </a:rPr>
                          <m:t>McMini</m:t>
                        </m:r>
                      </m:sub>
                    </m:sSub>
                    <m:r>
                      <a:rPr lang="da-DK" sz="2000" b="0" i="1" smtClean="0">
                        <a:latin typeface="Cambria Math" panose="02040503050406030204" pitchFamily="18" charset="0"/>
                      </a:rPr>
                      <m:t>/</m:t>
                    </m:r>
                    <m:sSub>
                      <m:sSubPr>
                        <m:ctrlPr>
                          <a:rPr lang="da-DK" sz="2000" b="0" i="1" smtClean="0">
                            <a:latin typeface="Cambria Math" panose="02040503050406030204" pitchFamily="18" charset="0"/>
                          </a:rPr>
                        </m:ctrlPr>
                      </m:sSubPr>
                      <m:e>
                        <m:r>
                          <a:rPr lang="da-DK" sz="2000" b="0" i="1" smtClean="0">
                            <a:latin typeface="Cambria Math" panose="02040503050406030204" pitchFamily="18" charset="0"/>
                          </a:rPr>
                          <m:t>𝐼</m:t>
                        </m:r>
                      </m:e>
                      <m:sub>
                        <m:r>
                          <m:rPr>
                            <m:sty m:val="p"/>
                          </m:rPr>
                          <a:rPr lang="da-DK" sz="2000" b="0" i="0" smtClean="0">
                            <a:latin typeface="Cambria Math" panose="02040503050406030204" pitchFamily="18" charset="0"/>
                          </a:rPr>
                          <m:t>Mc</m:t>
                        </m:r>
                        <m:r>
                          <a:rPr lang="da-DK" sz="2000" b="0" i="1" smtClean="0">
                            <a:latin typeface="Cambria Math" panose="02040503050406030204" pitchFamily="18" charset="0"/>
                          </a:rPr>
                          <m:t>𝑆𝑡𝑎𝑠</m:t>
                        </m:r>
                      </m:sub>
                    </m:sSub>
                    <m:r>
                      <a:rPr lang="da-DK" sz="2000" b="0" i="1" smtClean="0">
                        <a:latin typeface="Cambria Math" panose="02040503050406030204" pitchFamily="18" charset="0"/>
                      </a:rPr>
                      <m:t>=</m:t>
                    </m:r>
                    <m:r>
                      <a:rPr lang="en-DK" sz="2000" i="1" smtClean="0">
                        <a:latin typeface="Cambria Math" panose="02040503050406030204" pitchFamily="18" charset="0"/>
                      </a:rPr>
                      <m:t>1+3×</m:t>
                    </m:r>
                    <m:sSup>
                      <m:sSupPr>
                        <m:ctrlPr>
                          <a:rPr lang="en-DK" sz="2000" i="1">
                            <a:latin typeface="Cambria Math" panose="02040503050406030204" pitchFamily="18" charset="0"/>
                          </a:rPr>
                        </m:ctrlPr>
                      </m:sSupPr>
                      <m:e>
                        <m:r>
                          <a:rPr lang="en-DK" sz="2000" i="1">
                            <a:latin typeface="Cambria Math" panose="02040503050406030204" pitchFamily="18" charset="0"/>
                          </a:rPr>
                          <m:t>10</m:t>
                        </m:r>
                      </m:e>
                      <m:sup>
                        <m:r>
                          <a:rPr lang="en-DK" sz="2000" i="1">
                            <a:latin typeface="Cambria Math" panose="02040503050406030204" pitchFamily="18" charset="0"/>
                          </a:rPr>
                          <m:t>−7</m:t>
                        </m:r>
                      </m:sup>
                    </m:sSup>
                  </m:oMath>
                </m:oMathPara>
              </a14:m>
              <a:endParaRPr lang="en-DK" sz="2000" dirty="0"/>
            </a:p>
          </dgm:t>
        </dgm:pt>
      </mc:Choice>
      <mc:Fallback xmlns="">
        <dgm:pt modelId="{10FAED2C-FB8C-274E-B2F9-AF1C2BA6AC02}">
          <dgm:prSet custT="1"/>
          <dgm:spPr/>
          <dgm:t>
            <a:bodyPr/>
            <a:lstStyle/>
            <a:p>
              <a:pPr>
                <a:buNone/>
              </a:pPr>
              <a:r>
                <a:rPr lang="da-DK" sz="2000" b="0" i="0">
                  <a:latin typeface="Cambria Math" panose="02040503050406030204" pitchFamily="18" charset="0"/>
                </a:rPr>
                <a:t>𝐼_McMini/𝐼_Mc𝑆𝑡𝑎𝑠=</a:t>
              </a:r>
              <a:r>
                <a:rPr lang="en-DK" sz="2000" i="0"/>
                <a:t>1+3×10^(−7)</a:t>
              </a:r>
              <a:endParaRPr lang="en-DK" sz="2000" dirty="0"/>
            </a:p>
          </dgm:t>
        </dgm:pt>
      </mc:Fallback>
    </mc:AlternateContent>
    <dgm:pt modelId="{148E89C0-DB7C-7A4A-93F5-71508F8B1B65}" type="parTrans" cxnId="{384A9632-1489-4C4B-9CCE-A13D78DFBDAF}">
      <dgm:prSet/>
      <dgm:spPr/>
      <dgm:t>
        <a:bodyPr/>
        <a:lstStyle/>
        <a:p>
          <a:endParaRPr lang="en-US"/>
        </a:p>
      </dgm:t>
    </dgm:pt>
    <dgm:pt modelId="{09459F1D-3D5A-E948-861B-20CA8FE844DE}" type="sibTrans" cxnId="{384A9632-1489-4C4B-9CCE-A13D78DFBDAF}">
      <dgm:prSet/>
      <dgm:spPr/>
      <dgm:t>
        <a:bodyPr/>
        <a:lstStyle/>
        <a:p>
          <a:endParaRPr lang="en-US"/>
        </a:p>
      </dgm:t>
    </dgm:pt>
    <dgm:pt modelId="{49761D66-0585-484A-BB59-378D9FF2DBC6}" type="pres">
      <dgm:prSet presAssocID="{6183D0DC-DB55-D346-A7D7-A35B630F66FB}" presName="Name0" presStyleCnt="0">
        <dgm:presLayoutVars>
          <dgm:dir/>
          <dgm:animLvl val="lvl"/>
          <dgm:resizeHandles val="exact"/>
        </dgm:presLayoutVars>
      </dgm:prSet>
      <dgm:spPr/>
    </dgm:pt>
    <dgm:pt modelId="{C633F25E-8C17-AD43-ABD8-321D78D3321E}" type="pres">
      <dgm:prSet presAssocID="{1E3DDDFF-9715-6E4D-885F-E1DD35BAC0E9}" presName="linNode" presStyleCnt="0"/>
      <dgm:spPr/>
    </dgm:pt>
    <dgm:pt modelId="{9F285121-88A9-1749-8809-5678F1E1EBBB}" type="pres">
      <dgm:prSet presAssocID="{1E3DDDFF-9715-6E4D-885F-E1DD35BAC0E9}" presName="parentText" presStyleLbl="node1" presStyleIdx="0" presStyleCnt="1">
        <dgm:presLayoutVars>
          <dgm:chMax val="1"/>
          <dgm:bulletEnabled val="1"/>
        </dgm:presLayoutVars>
      </dgm:prSet>
      <dgm:spPr/>
    </dgm:pt>
    <dgm:pt modelId="{0904EC37-B284-C848-B052-BA543E59BFEF}" type="pres">
      <dgm:prSet presAssocID="{1E3DDDFF-9715-6E4D-885F-E1DD35BAC0E9}" presName="descendantText" presStyleLbl="alignAccFollowNode1" presStyleIdx="0" presStyleCnt="1">
        <dgm:presLayoutVars>
          <dgm:bulletEnabled val="1"/>
        </dgm:presLayoutVars>
      </dgm:prSet>
      <dgm:spPr/>
    </dgm:pt>
  </dgm:ptLst>
  <dgm:cxnLst>
    <dgm:cxn modelId="{7B031C13-D40F-CE4F-A03F-A2F621C14236}" srcId="{6183D0DC-DB55-D346-A7D7-A35B630F66FB}" destId="{1E3DDDFF-9715-6E4D-885F-E1DD35BAC0E9}" srcOrd="0" destOrd="0" parTransId="{53D7AF92-0154-024D-A99E-660B60CA0738}" sibTransId="{D9A81B22-EC33-6442-B594-DACE3CABFEF0}"/>
    <dgm:cxn modelId="{AA0C2324-2FE5-8A46-B668-1EC2CD6AEBDB}" type="presOf" srcId="{6183D0DC-DB55-D346-A7D7-A35B630F66FB}" destId="{49761D66-0585-484A-BB59-378D9FF2DBC6}" srcOrd="0" destOrd="0" presId="urn:microsoft.com/office/officeart/2005/8/layout/vList5"/>
    <dgm:cxn modelId="{384A9632-1489-4C4B-9CCE-A13D78DFBDAF}" srcId="{1E3DDDFF-9715-6E4D-885F-E1DD35BAC0E9}" destId="{10FAED2C-FB8C-274E-B2F9-AF1C2BA6AC02}" srcOrd="0" destOrd="0" parTransId="{148E89C0-DB7C-7A4A-93F5-71508F8B1B65}" sibTransId="{09459F1D-3D5A-E948-861B-20CA8FE844DE}"/>
    <dgm:cxn modelId="{ACA0443B-EE82-AC41-BA55-D5C805A182AA}" type="presOf" srcId="{10FAED2C-FB8C-274E-B2F9-AF1C2BA6AC02}" destId="{0904EC37-B284-C848-B052-BA543E59BFEF}" srcOrd="0" destOrd="0" presId="urn:microsoft.com/office/officeart/2005/8/layout/vList5"/>
    <dgm:cxn modelId="{C6C63CDA-90B7-5C4F-9DA6-445DABCA5FD6}" type="presOf" srcId="{1E3DDDFF-9715-6E4D-885F-E1DD35BAC0E9}" destId="{9F285121-88A9-1749-8809-5678F1E1EBBB}" srcOrd="0" destOrd="0" presId="urn:microsoft.com/office/officeart/2005/8/layout/vList5"/>
    <dgm:cxn modelId="{7208FDE1-CE44-8C41-811A-BA018EB9E175}" type="presParOf" srcId="{49761D66-0585-484A-BB59-378D9FF2DBC6}" destId="{C633F25E-8C17-AD43-ABD8-321D78D3321E}" srcOrd="0" destOrd="0" presId="urn:microsoft.com/office/officeart/2005/8/layout/vList5"/>
    <dgm:cxn modelId="{631F7DDC-22F6-3241-9F15-FDB881E9B08A}" type="presParOf" srcId="{C633F25E-8C17-AD43-ABD8-321D78D3321E}" destId="{9F285121-88A9-1749-8809-5678F1E1EBBB}" srcOrd="0" destOrd="0" presId="urn:microsoft.com/office/officeart/2005/8/layout/vList5"/>
    <dgm:cxn modelId="{0AF1EF53-0B01-6A40-82B8-D287E6CB7C6E}" type="presParOf" srcId="{C633F25E-8C17-AD43-ABD8-321D78D3321E}" destId="{0904EC37-B284-C848-B052-BA543E59BFEF}" srcOrd="1" destOrd="0" presId="urn:microsoft.com/office/officeart/2005/8/layout/vList5"/>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6183D0DC-DB55-D346-A7D7-A35B630F66FB}"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1E3DDDFF-9715-6E4D-885F-E1DD35BAC0E9}">
      <dgm:prSet custT="1"/>
      <dgm:spPr/>
      <dgm:t>
        <a:bodyPr/>
        <a:lstStyle/>
        <a:p>
          <a:r>
            <a:rPr lang="en-US" sz="1400" dirty="0"/>
            <a:t>Integrated intensity ratio:</a:t>
          </a:r>
          <a:endParaRPr lang="en-DK" sz="1400" dirty="0"/>
        </a:p>
      </dgm:t>
    </dgm:pt>
    <dgm:pt modelId="{53D7AF92-0154-024D-A99E-660B60CA0738}" type="parTrans" cxnId="{7B031C13-D40F-CE4F-A03F-A2F621C14236}">
      <dgm:prSet/>
      <dgm:spPr/>
      <dgm:t>
        <a:bodyPr/>
        <a:lstStyle/>
        <a:p>
          <a:endParaRPr lang="en-US"/>
        </a:p>
      </dgm:t>
    </dgm:pt>
    <dgm:pt modelId="{D9A81B22-EC33-6442-B594-DACE3CABFEF0}" type="sibTrans" cxnId="{7B031C13-D40F-CE4F-A03F-A2F621C14236}">
      <dgm:prSet/>
      <dgm:spPr/>
      <dgm:t>
        <a:bodyPr/>
        <a:lstStyle/>
        <a:p>
          <a:endParaRPr lang="en-US"/>
        </a:p>
      </dgm:t>
    </dgm:pt>
    <dgm:pt modelId="{10FAED2C-FB8C-274E-B2F9-AF1C2BA6AC02}">
      <dgm:prSet custT="1"/>
      <dgm:spPr>
        <a:blipFill>
          <a:blip xmlns:r="http://schemas.openxmlformats.org/officeDocument/2006/relationships" r:embed="rId1"/>
          <a:stretch>
            <a:fillRect/>
          </a:stretch>
        </a:blipFill>
      </dgm:spPr>
      <dgm:t>
        <a:bodyPr/>
        <a:lstStyle/>
        <a:p>
          <a:r>
            <a:rPr lang="en-US">
              <a:noFill/>
            </a:rPr>
            <a:t> </a:t>
          </a:r>
        </a:p>
      </dgm:t>
    </dgm:pt>
    <dgm:pt modelId="{148E89C0-DB7C-7A4A-93F5-71508F8B1B65}" type="parTrans" cxnId="{384A9632-1489-4C4B-9CCE-A13D78DFBDAF}">
      <dgm:prSet/>
      <dgm:spPr/>
      <dgm:t>
        <a:bodyPr/>
        <a:lstStyle/>
        <a:p>
          <a:endParaRPr lang="en-US"/>
        </a:p>
      </dgm:t>
    </dgm:pt>
    <dgm:pt modelId="{09459F1D-3D5A-E948-861B-20CA8FE844DE}" type="sibTrans" cxnId="{384A9632-1489-4C4B-9CCE-A13D78DFBDAF}">
      <dgm:prSet/>
      <dgm:spPr/>
      <dgm:t>
        <a:bodyPr/>
        <a:lstStyle/>
        <a:p>
          <a:endParaRPr lang="en-US"/>
        </a:p>
      </dgm:t>
    </dgm:pt>
    <dgm:pt modelId="{49761D66-0585-484A-BB59-378D9FF2DBC6}" type="pres">
      <dgm:prSet presAssocID="{6183D0DC-DB55-D346-A7D7-A35B630F66FB}" presName="Name0" presStyleCnt="0">
        <dgm:presLayoutVars>
          <dgm:dir/>
          <dgm:animLvl val="lvl"/>
          <dgm:resizeHandles val="exact"/>
        </dgm:presLayoutVars>
      </dgm:prSet>
      <dgm:spPr/>
    </dgm:pt>
    <dgm:pt modelId="{C633F25E-8C17-AD43-ABD8-321D78D3321E}" type="pres">
      <dgm:prSet presAssocID="{1E3DDDFF-9715-6E4D-885F-E1DD35BAC0E9}" presName="linNode" presStyleCnt="0"/>
      <dgm:spPr/>
    </dgm:pt>
    <dgm:pt modelId="{9F285121-88A9-1749-8809-5678F1E1EBBB}" type="pres">
      <dgm:prSet presAssocID="{1E3DDDFF-9715-6E4D-885F-E1DD35BAC0E9}" presName="parentText" presStyleLbl="node1" presStyleIdx="0" presStyleCnt="1">
        <dgm:presLayoutVars>
          <dgm:chMax val="1"/>
          <dgm:bulletEnabled val="1"/>
        </dgm:presLayoutVars>
      </dgm:prSet>
      <dgm:spPr/>
    </dgm:pt>
    <dgm:pt modelId="{0904EC37-B284-C848-B052-BA543E59BFEF}" type="pres">
      <dgm:prSet presAssocID="{1E3DDDFF-9715-6E4D-885F-E1DD35BAC0E9}" presName="descendantText" presStyleLbl="alignAccFollowNode1" presStyleIdx="0" presStyleCnt="1">
        <dgm:presLayoutVars>
          <dgm:bulletEnabled val="1"/>
        </dgm:presLayoutVars>
      </dgm:prSet>
      <dgm:spPr/>
    </dgm:pt>
  </dgm:ptLst>
  <dgm:cxnLst>
    <dgm:cxn modelId="{7B031C13-D40F-CE4F-A03F-A2F621C14236}" srcId="{6183D0DC-DB55-D346-A7D7-A35B630F66FB}" destId="{1E3DDDFF-9715-6E4D-885F-E1DD35BAC0E9}" srcOrd="0" destOrd="0" parTransId="{53D7AF92-0154-024D-A99E-660B60CA0738}" sibTransId="{D9A81B22-EC33-6442-B594-DACE3CABFEF0}"/>
    <dgm:cxn modelId="{AA0C2324-2FE5-8A46-B668-1EC2CD6AEBDB}" type="presOf" srcId="{6183D0DC-DB55-D346-A7D7-A35B630F66FB}" destId="{49761D66-0585-484A-BB59-378D9FF2DBC6}" srcOrd="0" destOrd="0" presId="urn:microsoft.com/office/officeart/2005/8/layout/vList5"/>
    <dgm:cxn modelId="{384A9632-1489-4C4B-9CCE-A13D78DFBDAF}" srcId="{1E3DDDFF-9715-6E4D-885F-E1DD35BAC0E9}" destId="{10FAED2C-FB8C-274E-B2F9-AF1C2BA6AC02}" srcOrd="0" destOrd="0" parTransId="{148E89C0-DB7C-7A4A-93F5-71508F8B1B65}" sibTransId="{09459F1D-3D5A-E948-861B-20CA8FE844DE}"/>
    <dgm:cxn modelId="{ACA0443B-EE82-AC41-BA55-D5C805A182AA}" type="presOf" srcId="{10FAED2C-FB8C-274E-B2F9-AF1C2BA6AC02}" destId="{0904EC37-B284-C848-B052-BA543E59BFEF}" srcOrd="0" destOrd="0" presId="urn:microsoft.com/office/officeart/2005/8/layout/vList5"/>
    <dgm:cxn modelId="{C6C63CDA-90B7-5C4F-9DA6-445DABCA5FD6}" type="presOf" srcId="{1E3DDDFF-9715-6E4D-885F-E1DD35BAC0E9}" destId="{9F285121-88A9-1749-8809-5678F1E1EBBB}" srcOrd="0" destOrd="0" presId="urn:microsoft.com/office/officeart/2005/8/layout/vList5"/>
    <dgm:cxn modelId="{7208FDE1-CE44-8C41-811A-BA018EB9E175}" type="presParOf" srcId="{49761D66-0585-484A-BB59-378D9FF2DBC6}" destId="{C633F25E-8C17-AD43-ABD8-321D78D3321E}" srcOrd="0" destOrd="0" presId="urn:microsoft.com/office/officeart/2005/8/layout/vList5"/>
    <dgm:cxn modelId="{631F7DDC-22F6-3241-9F15-FDB881E9B08A}" type="presParOf" srcId="{C633F25E-8C17-AD43-ABD8-321D78D3321E}" destId="{9F285121-88A9-1749-8809-5678F1E1EBBB}" srcOrd="0" destOrd="0" presId="urn:microsoft.com/office/officeart/2005/8/layout/vList5"/>
    <dgm:cxn modelId="{0AF1EF53-0B01-6A40-82B8-D287E6CB7C6E}" type="presParOf" srcId="{C633F25E-8C17-AD43-ABD8-321D78D3321E}" destId="{0904EC37-B284-C848-B052-BA543E59BFEF}" srcOrd="1" destOrd="0" presId="urn:microsoft.com/office/officeart/2005/8/layout/vList5"/>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D92BA320-714C-7A4A-8BDE-23F763E7321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857DF7BD-8AB0-8943-AB25-3EF5AA0AD773}">
      <dgm:prSet custT="1"/>
      <dgm:spPr/>
      <dgm:t>
        <a:bodyPr/>
        <a:lstStyle/>
        <a:p>
          <a:r>
            <a:rPr lang="en-US" sz="1400" dirty="0"/>
            <a:t>Equator-cut correlation:</a:t>
          </a:r>
          <a:endParaRPr lang="en-DK" sz="1400" dirty="0"/>
        </a:p>
      </dgm:t>
    </dgm:pt>
    <dgm:pt modelId="{D4F84B00-207F-C247-ABF7-8A3558CE374C}" type="parTrans" cxnId="{66953541-CF1B-C047-8F32-1500BD4E88D0}">
      <dgm:prSet/>
      <dgm:spPr/>
      <dgm:t>
        <a:bodyPr/>
        <a:lstStyle/>
        <a:p>
          <a:endParaRPr lang="en-US"/>
        </a:p>
      </dgm:t>
    </dgm:pt>
    <dgm:pt modelId="{D2A5B4BC-53AF-D646-9F5C-2D09F85A3BAD}" type="sibTrans" cxnId="{66953541-CF1B-C047-8F32-1500BD4E88D0}">
      <dgm:prSet/>
      <dgm:spPr/>
      <dgm:t>
        <a:bodyPr/>
        <a:lstStyle/>
        <a:p>
          <a:endParaRPr lang="en-US"/>
        </a:p>
      </dgm:t>
    </dgm:pt>
    <mc:AlternateContent xmlns:mc="http://schemas.openxmlformats.org/markup-compatibility/2006" xmlns:a14="http://schemas.microsoft.com/office/drawing/2010/main">
      <mc:Choice Requires="a14">
        <dgm:pt modelId="{9538C32C-D806-324C-A4F4-3F9B7896E749}">
          <dgm:prSet custT="1"/>
          <dgm:spPr/>
          <dgm:t>
            <a:bodyPr/>
            <a:lstStyle/>
            <a:p>
              <a:pPr>
                <a:buNone/>
              </a:pPr>
              <a14:m>
                <m:oMathPara xmlns:m="http://schemas.openxmlformats.org/officeDocument/2006/math">
                  <m:oMathParaPr>
                    <m:jc m:val="centerGroup"/>
                  </m:oMathParaPr>
                  <m:oMath xmlns:m="http://schemas.openxmlformats.org/officeDocument/2006/math">
                    <m:r>
                      <a:rPr lang="da-DK" sz="2000" b="0" i="1" smtClean="0">
                        <a:latin typeface="Cambria Math" panose="02040503050406030204" pitchFamily="18" charset="0"/>
                        <a:ea typeface="Cambria Math" panose="02040503050406030204" pitchFamily="18" charset="0"/>
                      </a:rPr>
                      <m:t>𝜌</m:t>
                    </m:r>
                    <m:r>
                      <a:rPr lang="da-DK" sz="2000" b="0" i="1" smtClean="0">
                        <a:latin typeface="Cambria Math" panose="02040503050406030204" pitchFamily="18" charset="0"/>
                      </a:rPr>
                      <m:t>=</m:t>
                    </m:r>
                    <m:r>
                      <a:rPr lang="en-DK" sz="2000" i="1" smtClean="0">
                        <a:latin typeface="Cambria Math" panose="02040503050406030204" pitchFamily="18" charset="0"/>
                      </a:rPr>
                      <m:t>0.999961</m:t>
                    </m:r>
                  </m:oMath>
                </m:oMathPara>
              </a14:m>
              <a:endParaRPr lang="en-DK" sz="2000" dirty="0"/>
            </a:p>
          </dgm:t>
        </dgm:pt>
      </mc:Choice>
      <mc:Fallback xmlns="">
        <dgm:pt modelId="{9538C32C-D806-324C-A4F4-3F9B7896E749}">
          <dgm:prSet custT="1"/>
          <dgm:spPr/>
          <dgm:t>
            <a:bodyPr/>
            <a:lstStyle/>
            <a:p>
              <a:pPr>
                <a:buNone/>
              </a:pPr>
              <a:r>
                <a:rPr lang="da-DK" sz="2000" b="0" i="0">
                  <a:latin typeface="Cambria Math" panose="02040503050406030204" pitchFamily="18" charset="0"/>
                  <a:ea typeface="Cambria Math" panose="02040503050406030204" pitchFamily="18" charset="0"/>
                </a:rPr>
                <a:t>𝜌</a:t>
              </a:r>
              <a:r>
                <a:rPr lang="da-DK" sz="2000" b="0" i="0">
                  <a:latin typeface="Cambria Math" panose="02040503050406030204" pitchFamily="18" charset="0"/>
                </a:rPr>
                <a:t>=</a:t>
              </a:r>
              <a:r>
                <a:rPr lang="en-DK" sz="2000" i="0"/>
                <a:t>0.999961</a:t>
              </a:r>
              <a:endParaRPr lang="en-DK" sz="2000" dirty="0"/>
            </a:p>
          </dgm:t>
        </dgm:pt>
      </mc:Fallback>
    </mc:AlternateContent>
    <dgm:pt modelId="{FA399F79-03C6-2D47-901C-EB30C1B15339}" type="parTrans" cxnId="{0D05F88A-E357-4940-B007-6D82B2E684EF}">
      <dgm:prSet/>
      <dgm:spPr/>
      <dgm:t>
        <a:bodyPr/>
        <a:lstStyle/>
        <a:p>
          <a:endParaRPr lang="en-US"/>
        </a:p>
      </dgm:t>
    </dgm:pt>
    <dgm:pt modelId="{C3AAAEFC-E9A7-3442-BC1B-CAEB96F0E359}" type="sibTrans" cxnId="{0D05F88A-E357-4940-B007-6D82B2E684EF}">
      <dgm:prSet/>
      <dgm:spPr/>
      <dgm:t>
        <a:bodyPr/>
        <a:lstStyle/>
        <a:p>
          <a:endParaRPr lang="en-US"/>
        </a:p>
      </dgm:t>
    </dgm:pt>
    <mc:AlternateContent xmlns:mc="http://schemas.openxmlformats.org/markup-compatibility/2006" xmlns:a14="http://schemas.microsoft.com/office/drawing/2010/main">
      <mc:Choice Requires="a14">
        <dgm:pt modelId="{5985F281-AF51-234F-AD36-4E363D339D4C}">
          <dgm:prSet custT="1"/>
          <dgm:spPr/>
          <dgm:t>
            <a:bodyPr/>
            <a:lstStyle/>
            <a:p>
              <a:r>
                <a:rPr lang="en-US" sz="1400" dirty="0"/>
                <a:t>Equator-cut </a:t>
              </a:r>
              <a14:m>
                <m:oMath xmlns:m="http://schemas.openxmlformats.org/officeDocument/2006/math">
                  <m:sSubSup>
                    <m:sSubSupPr>
                      <m:ctrlPr>
                        <a:rPr lang="en-DK" sz="1400" i="1" smtClean="0">
                          <a:latin typeface="Cambria Math" panose="02040503050406030204" pitchFamily="18" charset="0"/>
                        </a:rPr>
                      </m:ctrlPr>
                    </m:sSubSupPr>
                    <m:e>
                      <m:r>
                        <a:rPr lang="en-DK" sz="1400" i="1">
                          <a:latin typeface="Cambria Math" panose="02040503050406030204" pitchFamily="18" charset="0"/>
                        </a:rPr>
                        <m:t>𝜒</m:t>
                      </m:r>
                    </m:e>
                    <m:sub>
                      <m:r>
                        <a:rPr lang="en-DK" sz="1400" i="1">
                          <a:latin typeface="Cambria Math" panose="02040503050406030204" pitchFamily="18" charset="0"/>
                        </a:rPr>
                        <m:t>𝜐</m:t>
                      </m:r>
                    </m:sub>
                    <m:sup>
                      <m:r>
                        <a:rPr lang="en-DK" sz="1400" i="1">
                          <a:latin typeface="Cambria Math" panose="02040503050406030204" pitchFamily="18" charset="0"/>
                        </a:rPr>
                        <m:t>2</m:t>
                      </m:r>
                    </m:sup>
                  </m:sSubSup>
                </m:oMath>
              </a14:m>
              <a:r>
                <a:rPr lang="en-US" sz="1400" dirty="0"/>
                <a:t>: </a:t>
              </a:r>
              <a:endParaRPr lang="en-DK" sz="1400" dirty="0"/>
            </a:p>
          </dgm:t>
        </dgm:pt>
      </mc:Choice>
      <mc:Fallback xmlns="">
        <dgm:pt modelId="{5985F281-AF51-234F-AD36-4E363D339D4C}">
          <dgm:prSet custT="1"/>
          <dgm:spPr/>
          <dgm:t>
            <a:bodyPr/>
            <a:lstStyle/>
            <a:p>
              <a:r>
                <a:rPr lang="en-US" sz="1400" dirty="0"/>
                <a:t>Equator-cut </a:t>
              </a:r>
              <a:r>
                <a:rPr lang="en-DK" sz="1400" i="0">
                  <a:latin typeface="Cambria Math" panose="02040503050406030204" pitchFamily="18" charset="0"/>
                </a:rPr>
                <a:t>𝜒_𝜐^2</a:t>
              </a:r>
              <a:r>
                <a:rPr lang="en-US" sz="1400" dirty="0"/>
                <a:t>: </a:t>
              </a:r>
              <a:endParaRPr lang="en-DK" sz="1400" dirty="0"/>
            </a:p>
          </dgm:t>
        </dgm:pt>
      </mc:Fallback>
    </mc:AlternateContent>
    <dgm:pt modelId="{335EAF7B-D231-354D-A8CD-C0BFF1918B0C}" type="parTrans" cxnId="{C4216F3E-CD4C-7B45-80F9-B7A3828E6636}">
      <dgm:prSet/>
      <dgm:spPr/>
      <dgm:t>
        <a:bodyPr/>
        <a:lstStyle/>
        <a:p>
          <a:endParaRPr lang="en-US"/>
        </a:p>
      </dgm:t>
    </dgm:pt>
    <dgm:pt modelId="{3E169F13-FF8E-3640-B759-B77B8A9081EF}" type="sibTrans" cxnId="{C4216F3E-CD4C-7B45-80F9-B7A3828E6636}">
      <dgm:prSet/>
      <dgm:spPr/>
      <dgm:t>
        <a:bodyPr/>
        <a:lstStyle/>
        <a:p>
          <a:endParaRPr lang="en-US"/>
        </a:p>
      </dgm:t>
    </dgm:pt>
    <mc:AlternateContent xmlns:mc="http://schemas.openxmlformats.org/markup-compatibility/2006" xmlns:a14="http://schemas.microsoft.com/office/drawing/2010/main">
      <mc:Choice Requires="a14">
        <dgm:pt modelId="{4901B09F-A99A-514B-8DBA-059B9071AAAE}">
          <dgm:prSet custT="1"/>
          <dgm:spPr/>
          <dgm:t>
            <a:bodyPr/>
            <a:lstStyle/>
            <a:p>
              <a:pPr>
                <a:buNone/>
              </a:pPr>
              <a14:m>
                <m:oMathPara xmlns:m="http://schemas.openxmlformats.org/officeDocument/2006/math">
                  <m:oMathParaPr>
                    <m:jc m:val="centerGroup"/>
                  </m:oMathParaPr>
                  <m:oMath xmlns:m="http://schemas.openxmlformats.org/officeDocument/2006/math">
                    <m:sSubSup>
                      <m:sSubSupPr>
                        <m:ctrlPr>
                          <a:rPr lang="en-DK" sz="2000" i="1" smtClean="0">
                            <a:latin typeface="Cambria Math" panose="02040503050406030204" pitchFamily="18" charset="0"/>
                          </a:rPr>
                        </m:ctrlPr>
                      </m:sSubSupPr>
                      <m:e>
                        <m:r>
                          <a:rPr lang="en-DK" sz="2000" i="1">
                            <a:latin typeface="Cambria Math" panose="02040503050406030204" pitchFamily="18" charset="0"/>
                          </a:rPr>
                          <m:t>𝜒</m:t>
                        </m:r>
                      </m:e>
                      <m:sub>
                        <m:r>
                          <a:rPr lang="en-DK" sz="2000" i="1">
                            <a:latin typeface="Cambria Math" panose="02040503050406030204" pitchFamily="18" charset="0"/>
                          </a:rPr>
                          <m:t>𝜐</m:t>
                        </m:r>
                      </m:sub>
                      <m:sup>
                        <m:r>
                          <a:rPr lang="en-DK" sz="2000" i="1">
                            <a:latin typeface="Cambria Math" panose="02040503050406030204" pitchFamily="18" charset="0"/>
                          </a:rPr>
                          <m:t>2</m:t>
                        </m:r>
                      </m:sup>
                    </m:sSubSup>
                    <m:r>
                      <a:rPr lang="en-DK" sz="2000" i="1">
                        <a:latin typeface="Cambria Math" panose="02040503050406030204" pitchFamily="18" charset="0"/>
                      </a:rPr>
                      <m:t>=3.02</m:t>
                    </m:r>
                  </m:oMath>
                </m:oMathPara>
              </a14:m>
              <a:endParaRPr lang="en-DK" sz="2000" dirty="0"/>
            </a:p>
          </dgm:t>
        </dgm:pt>
      </mc:Choice>
      <mc:Fallback xmlns="">
        <dgm:pt modelId="{4901B09F-A99A-514B-8DBA-059B9071AAAE}">
          <dgm:prSet custT="1"/>
          <dgm:spPr/>
          <dgm:t>
            <a:bodyPr/>
            <a:lstStyle/>
            <a:p>
              <a:pPr>
                <a:buNone/>
              </a:pPr>
              <a:r>
                <a:rPr lang="en-DK" sz="2000" i="0"/>
                <a:t>𝜒_𝜐^2=3.02</a:t>
              </a:r>
              <a:endParaRPr lang="en-DK" sz="2000" dirty="0"/>
            </a:p>
          </dgm:t>
        </dgm:pt>
      </mc:Fallback>
    </mc:AlternateContent>
    <dgm:pt modelId="{4156EF64-3340-C94E-8DC7-CEF3A079BA5C}" type="parTrans" cxnId="{5B89AFD3-E8D6-F848-AF66-3EF7282AB5C4}">
      <dgm:prSet/>
      <dgm:spPr/>
      <dgm:t>
        <a:bodyPr/>
        <a:lstStyle/>
        <a:p>
          <a:endParaRPr lang="en-US"/>
        </a:p>
      </dgm:t>
    </dgm:pt>
    <dgm:pt modelId="{A5C519BD-F37A-E240-AECA-38ED90D8D371}" type="sibTrans" cxnId="{5B89AFD3-E8D6-F848-AF66-3EF7282AB5C4}">
      <dgm:prSet/>
      <dgm:spPr/>
      <dgm:t>
        <a:bodyPr/>
        <a:lstStyle/>
        <a:p>
          <a:endParaRPr lang="en-US"/>
        </a:p>
      </dgm:t>
    </dgm:pt>
    <dgm:pt modelId="{70FD4885-2BC8-4E46-B78A-029F18AB3F74}" type="pres">
      <dgm:prSet presAssocID="{D92BA320-714C-7A4A-8BDE-23F763E73217}" presName="Name0" presStyleCnt="0">
        <dgm:presLayoutVars>
          <dgm:dir/>
          <dgm:animLvl val="lvl"/>
          <dgm:resizeHandles val="exact"/>
        </dgm:presLayoutVars>
      </dgm:prSet>
      <dgm:spPr/>
    </dgm:pt>
    <dgm:pt modelId="{66285B3A-BC0C-314E-BA5F-480159741906}" type="pres">
      <dgm:prSet presAssocID="{857DF7BD-8AB0-8943-AB25-3EF5AA0AD773}" presName="linNode" presStyleCnt="0"/>
      <dgm:spPr/>
    </dgm:pt>
    <dgm:pt modelId="{65EDA51D-37AE-5A4F-995E-50092FCDEFE0}" type="pres">
      <dgm:prSet presAssocID="{857DF7BD-8AB0-8943-AB25-3EF5AA0AD773}" presName="parentText" presStyleLbl="node1" presStyleIdx="0" presStyleCnt="2">
        <dgm:presLayoutVars>
          <dgm:chMax val="1"/>
          <dgm:bulletEnabled val="1"/>
        </dgm:presLayoutVars>
      </dgm:prSet>
      <dgm:spPr/>
    </dgm:pt>
    <dgm:pt modelId="{9DADBE07-D6DD-AF4F-874A-38DE52C96EF2}" type="pres">
      <dgm:prSet presAssocID="{857DF7BD-8AB0-8943-AB25-3EF5AA0AD773}" presName="descendantText" presStyleLbl="alignAccFollowNode1" presStyleIdx="0" presStyleCnt="2">
        <dgm:presLayoutVars>
          <dgm:bulletEnabled val="1"/>
        </dgm:presLayoutVars>
      </dgm:prSet>
      <dgm:spPr/>
    </dgm:pt>
    <dgm:pt modelId="{E4F40011-DA70-8E46-8AB0-FDD487FE72FE}" type="pres">
      <dgm:prSet presAssocID="{D2A5B4BC-53AF-D646-9F5C-2D09F85A3BAD}" presName="sp" presStyleCnt="0"/>
      <dgm:spPr/>
    </dgm:pt>
    <dgm:pt modelId="{9E434917-EA96-5F45-8B18-C5D0618F2698}" type="pres">
      <dgm:prSet presAssocID="{5985F281-AF51-234F-AD36-4E363D339D4C}" presName="linNode" presStyleCnt="0"/>
      <dgm:spPr/>
    </dgm:pt>
    <dgm:pt modelId="{DAC57656-315C-3846-B7BE-FAF18FF2F35C}" type="pres">
      <dgm:prSet presAssocID="{5985F281-AF51-234F-AD36-4E363D339D4C}" presName="parentText" presStyleLbl="node1" presStyleIdx="1" presStyleCnt="2">
        <dgm:presLayoutVars>
          <dgm:chMax val="1"/>
          <dgm:bulletEnabled val="1"/>
        </dgm:presLayoutVars>
      </dgm:prSet>
      <dgm:spPr/>
    </dgm:pt>
    <dgm:pt modelId="{891A531F-2E95-FE40-BD84-898A7B33D2A7}" type="pres">
      <dgm:prSet presAssocID="{5985F281-AF51-234F-AD36-4E363D339D4C}" presName="descendantText" presStyleLbl="alignAccFollowNode1" presStyleIdx="1" presStyleCnt="2">
        <dgm:presLayoutVars>
          <dgm:bulletEnabled val="1"/>
        </dgm:presLayoutVars>
      </dgm:prSet>
      <dgm:spPr/>
    </dgm:pt>
  </dgm:ptLst>
  <dgm:cxnLst>
    <dgm:cxn modelId="{C4216F3E-CD4C-7B45-80F9-B7A3828E6636}" srcId="{D92BA320-714C-7A4A-8BDE-23F763E73217}" destId="{5985F281-AF51-234F-AD36-4E363D339D4C}" srcOrd="1" destOrd="0" parTransId="{335EAF7B-D231-354D-A8CD-C0BFF1918B0C}" sibTransId="{3E169F13-FF8E-3640-B759-B77B8A9081EF}"/>
    <dgm:cxn modelId="{66953541-CF1B-C047-8F32-1500BD4E88D0}" srcId="{D92BA320-714C-7A4A-8BDE-23F763E73217}" destId="{857DF7BD-8AB0-8943-AB25-3EF5AA0AD773}" srcOrd="0" destOrd="0" parTransId="{D4F84B00-207F-C247-ABF7-8A3558CE374C}" sibTransId="{D2A5B4BC-53AF-D646-9F5C-2D09F85A3BAD}"/>
    <dgm:cxn modelId="{91233745-2265-F143-B3D4-B2F9C4FBB847}" type="presOf" srcId="{5985F281-AF51-234F-AD36-4E363D339D4C}" destId="{DAC57656-315C-3846-B7BE-FAF18FF2F35C}" srcOrd="0" destOrd="0" presId="urn:microsoft.com/office/officeart/2005/8/layout/vList5"/>
    <dgm:cxn modelId="{4C0E5D7E-8A98-DA45-A4A4-05A615CBC13D}" type="presOf" srcId="{D92BA320-714C-7A4A-8BDE-23F763E73217}" destId="{70FD4885-2BC8-4E46-B78A-029F18AB3F74}" srcOrd="0" destOrd="0" presId="urn:microsoft.com/office/officeart/2005/8/layout/vList5"/>
    <dgm:cxn modelId="{13D82085-94D6-064B-853A-817606A2BEDD}" type="presOf" srcId="{9538C32C-D806-324C-A4F4-3F9B7896E749}" destId="{9DADBE07-D6DD-AF4F-874A-38DE52C96EF2}" srcOrd="0" destOrd="0" presId="urn:microsoft.com/office/officeart/2005/8/layout/vList5"/>
    <dgm:cxn modelId="{0D05F88A-E357-4940-B007-6D82B2E684EF}" srcId="{857DF7BD-8AB0-8943-AB25-3EF5AA0AD773}" destId="{9538C32C-D806-324C-A4F4-3F9B7896E749}" srcOrd="0" destOrd="0" parTransId="{FA399F79-03C6-2D47-901C-EB30C1B15339}" sibTransId="{C3AAAEFC-E9A7-3442-BC1B-CAEB96F0E359}"/>
    <dgm:cxn modelId="{5B89AFD3-E8D6-F848-AF66-3EF7282AB5C4}" srcId="{5985F281-AF51-234F-AD36-4E363D339D4C}" destId="{4901B09F-A99A-514B-8DBA-059B9071AAAE}" srcOrd="0" destOrd="0" parTransId="{4156EF64-3340-C94E-8DC7-CEF3A079BA5C}" sibTransId="{A5C519BD-F37A-E240-AECA-38ED90D8D371}"/>
    <dgm:cxn modelId="{3A879EE0-24E6-D34D-8B56-8C591BB20F79}" type="presOf" srcId="{4901B09F-A99A-514B-8DBA-059B9071AAAE}" destId="{891A531F-2E95-FE40-BD84-898A7B33D2A7}" srcOrd="0" destOrd="0" presId="urn:microsoft.com/office/officeart/2005/8/layout/vList5"/>
    <dgm:cxn modelId="{3B548AED-A547-9148-B69D-04CDD7B1C9AD}" type="presOf" srcId="{857DF7BD-8AB0-8943-AB25-3EF5AA0AD773}" destId="{65EDA51D-37AE-5A4F-995E-50092FCDEFE0}" srcOrd="0" destOrd="0" presId="urn:microsoft.com/office/officeart/2005/8/layout/vList5"/>
    <dgm:cxn modelId="{4A63C841-9F68-224E-9595-51204F4F2778}" type="presParOf" srcId="{70FD4885-2BC8-4E46-B78A-029F18AB3F74}" destId="{66285B3A-BC0C-314E-BA5F-480159741906}" srcOrd="0" destOrd="0" presId="urn:microsoft.com/office/officeart/2005/8/layout/vList5"/>
    <dgm:cxn modelId="{FE38AE8F-E16E-AC43-8F82-66F0DE7A5E00}" type="presParOf" srcId="{66285B3A-BC0C-314E-BA5F-480159741906}" destId="{65EDA51D-37AE-5A4F-995E-50092FCDEFE0}" srcOrd="0" destOrd="0" presId="urn:microsoft.com/office/officeart/2005/8/layout/vList5"/>
    <dgm:cxn modelId="{17C89613-A52D-784F-A8D2-629BE13ED38B}" type="presParOf" srcId="{66285B3A-BC0C-314E-BA5F-480159741906}" destId="{9DADBE07-D6DD-AF4F-874A-38DE52C96EF2}" srcOrd="1" destOrd="0" presId="urn:microsoft.com/office/officeart/2005/8/layout/vList5"/>
    <dgm:cxn modelId="{7ED9F178-CB56-C349-9D63-8E0764F9A5B8}" type="presParOf" srcId="{70FD4885-2BC8-4E46-B78A-029F18AB3F74}" destId="{E4F40011-DA70-8E46-8AB0-FDD487FE72FE}" srcOrd="1" destOrd="0" presId="urn:microsoft.com/office/officeart/2005/8/layout/vList5"/>
    <dgm:cxn modelId="{F80EAF0D-DF96-6B4A-9F8D-DB04DFD8DE0C}" type="presParOf" srcId="{70FD4885-2BC8-4E46-B78A-029F18AB3F74}" destId="{9E434917-EA96-5F45-8B18-C5D0618F2698}" srcOrd="2" destOrd="0" presId="urn:microsoft.com/office/officeart/2005/8/layout/vList5"/>
    <dgm:cxn modelId="{77C81464-8FAD-964E-B9B5-3BAFD992A101}" type="presParOf" srcId="{9E434917-EA96-5F45-8B18-C5D0618F2698}" destId="{DAC57656-315C-3846-B7BE-FAF18FF2F35C}" srcOrd="0" destOrd="0" presId="urn:microsoft.com/office/officeart/2005/8/layout/vList5"/>
    <dgm:cxn modelId="{4DED67E0-8810-8D4C-BE2C-FF2FEE0EB794}" type="presParOf" srcId="{9E434917-EA96-5F45-8B18-C5D0618F2698}" destId="{891A531F-2E95-FE40-BD84-898A7B33D2A7}" srcOrd="1" destOrd="0" presId="urn:microsoft.com/office/officeart/2005/8/layout/vList5"/>
  </dgm:cxnLst>
  <dgm:bg/>
  <dgm:whole/>
  <dgm:extLst>
    <a:ext uri="http://schemas.microsoft.com/office/drawing/2008/diagram">
      <dsp:dataModelExt xmlns:dsp="http://schemas.microsoft.com/office/drawing/2008/diagram" relId="rId33"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D92BA320-714C-7A4A-8BDE-23F763E7321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857DF7BD-8AB0-8943-AB25-3EF5AA0AD773}">
      <dgm:prSet custT="1"/>
      <dgm:spPr/>
      <dgm:t>
        <a:bodyPr/>
        <a:lstStyle/>
        <a:p>
          <a:r>
            <a:rPr lang="en-US" sz="1400" dirty="0"/>
            <a:t>Equator-cut correlation:</a:t>
          </a:r>
          <a:endParaRPr lang="en-DK" sz="1400" dirty="0"/>
        </a:p>
      </dgm:t>
    </dgm:pt>
    <dgm:pt modelId="{D4F84B00-207F-C247-ABF7-8A3558CE374C}" type="parTrans" cxnId="{66953541-CF1B-C047-8F32-1500BD4E88D0}">
      <dgm:prSet/>
      <dgm:spPr/>
      <dgm:t>
        <a:bodyPr/>
        <a:lstStyle/>
        <a:p>
          <a:endParaRPr lang="en-US"/>
        </a:p>
      </dgm:t>
    </dgm:pt>
    <dgm:pt modelId="{D2A5B4BC-53AF-D646-9F5C-2D09F85A3BAD}" type="sibTrans" cxnId="{66953541-CF1B-C047-8F32-1500BD4E88D0}">
      <dgm:prSet/>
      <dgm:spPr/>
      <dgm:t>
        <a:bodyPr/>
        <a:lstStyle/>
        <a:p>
          <a:endParaRPr lang="en-US"/>
        </a:p>
      </dgm:t>
    </dgm:pt>
    <dgm:pt modelId="{9538C32C-D806-324C-A4F4-3F9B7896E749}">
      <dgm:prSet custT="1"/>
      <dgm:spPr>
        <a:blipFill>
          <a:blip xmlns:r="http://schemas.openxmlformats.org/officeDocument/2006/relationships" r:embed="rId1"/>
          <a:stretch>
            <a:fillRect/>
          </a:stretch>
        </a:blipFill>
      </dgm:spPr>
      <dgm:t>
        <a:bodyPr/>
        <a:lstStyle/>
        <a:p>
          <a:r>
            <a:rPr lang="en-US">
              <a:noFill/>
            </a:rPr>
            <a:t> </a:t>
          </a:r>
        </a:p>
      </dgm:t>
    </dgm:pt>
    <dgm:pt modelId="{FA399F79-03C6-2D47-901C-EB30C1B15339}" type="parTrans" cxnId="{0D05F88A-E357-4940-B007-6D82B2E684EF}">
      <dgm:prSet/>
      <dgm:spPr/>
      <dgm:t>
        <a:bodyPr/>
        <a:lstStyle/>
        <a:p>
          <a:endParaRPr lang="en-US"/>
        </a:p>
      </dgm:t>
    </dgm:pt>
    <dgm:pt modelId="{C3AAAEFC-E9A7-3442-BC1B-CAEB96F0E359}" type="sibTrans" cxnId="{0D05F88A-E357-4940-B007-6D82B2E684EF}">
      <dgm:prSet/>
      <dgm:spPr/>
      <dgm:t>
        <a:bodyPr/>
        <a:lstStyle/>
        <a:p>
          <a:endParaRPr lang="en-US"/>
        </a:p>
      </dgm:t>
    </dgm:pt>
    <dgm:pt modelId="{5985F281-AF51-234F-AD36-4E363D339D4C}">
      <dgm:prSet custT="1"/>
      <dgm:spPr>
        <a:blipFill>
          <a:blip xmlns:r="http://schemas.openxmlformats.org/officeDocument/2006/relationships" r:embed="rId2"/>
          <a:stretch>
            <a:fillRect/>
          </a:stretch>
        </a:blipFill>
      </dgm:spPr>
      <dgm:t>
        <a:bodyPr/>
        <a:lstStyle/>
        <a:p>
          <a:r>
            <a:rPr lang="en-US">
              <a:noFill/>
            </a:rPr>
            <a:t> </a:t>
          </a:r>
        </a:p>
      </dgm:t>
    </dgm:pt>
    <dgm:pt modelId="{335EAF7B-D231-354D-A8CD-C0BFF1918B0C}" type="parTrans" cxnId="{C4216F3E-CD4C-7B45-80F9-B7A3828E6636}">
      <dgm:prSet/>
      <dgm:spPr/>
      <dgm:t>
        <a:bodyPr/>
        <a:lstStyle/>
        <a:p>
          <a:endParaRPr lang="en-US"/>
        </a:p>
      </dgm:t>
    </dgm:pt>
    <dgm:pt modelId="{3E169F13-FF8E-3640-B759-B77B8A9081EF}" type="sibTrans" cxnId="{C4216F3E-CD4C-7B45-80F9-B7A3828E6636}">
      <dgm:prSet/>
      <dgm:spPr/>
      <dgm:t>
        <a:bodyPr/>
        <a:lstStyle/>
        <a:p>
          <a:endParaRPr lang="en-US"/>
        </a:p>
      </dgm:t>
    </dgm:pt>
    <dgm:pt modelId="{4901B09F-A99A-514B-8DBA-059B9071AAAE}">
      <dgm:prSet custT="1"/>
      <dgm:spPr>
        <a:blipFill>
          <a:blip xmlns:r="http://schemas.openxmlformats.org/officeDocument/2006/relationships" r:embed="rId3"/>
          <a:stretch>
            <a:fillRect/>
          </a:stretch>
        </a:blipFill>
      </dgm:spPr>
      <dgm:t>
        <a:bodyPr/>
        <a:lstStyle/>
        <a:p>
          <a:r>
            <a:rPr lang="en-US">
              <a:noFill/>
            </a:rPr>
            <a:t> </a:t>
          </a:r>
        </a:p>
      </dgm:t>
    </dgm:pt>
    <dgm:pt modelId="{4156EF64-3340-C94E-8DC7-CEF3A079BA5C}" type="parTrans" cxnId="{5B89AFD3-E8D6-F848-AF66-3EF7282AB5C4}">
      <dgm:prSet/>
      <dgm:spPr/>
      <dgm:t>
        <a:bodyPr/>
        <a:lstStyle/>
        <a:p>
          <a:endParaRPr lang="en-US"/>
        </a:p>
      </dgm:t>
    </dgm:pt>
    <dgm:pt modelId="{A5C519BD-F37A-E240-AECA-38ED90D8D371}" type="sibTrans" cxnId="{5B89AFD3-E8D6-F848-AF66-3EF7282AB5C4}">
      <dgm:prSet/>
      <dgm:spPr/>
      <dgm:t>
        <a:bodyPr/>
        <a:lstStyle/>
        <a:p>
          <a:endParaRPr lang="en-US"/>
        </a:p>
      </dgm:t>
    </dgm:pt>
    <dgm:pt modelId="{70FD4885-2BC8-4E46-B78A-029F18AB3F74}" type="pres">
      <dgm:prSet presAssocID="{D92BA320-714C-7A4A-8BDE-23F763E73217}" presName="Name0" presStyleCnt="0">
        <dgm:presLayoutVars>
          <dgm:dir/>
          <dgm:animLvl val="lvl"/>
          <dgm:resizeHandles val="exact"/>
        </dgm:presLayoutVars>
      </dgm:prSet>
      <dgm:spPr/>
    </dgm:pt>
    <dgm:pt modelId="{66285B3A-BC0C-314E-BA5F-480159741906}" type="pres">
      <dgm:prSet presAssocID="{857DF7BD-8AB0-8943-AB25-3EF5AA0AD773}" presName="linNode" presStyleCnt="0"/>
      <dgm:spPr/>
    </dgm:pt>
    <dgm:pt modelId="{65EDA51D-37AE-5A4F-995E-50092FCDEFE0}" type="pres">
      <dgm:prSet presAssocID="{857DF7BD-8AB0-8943-AB25-3EF5AA0AD773}" presName="parentText" presStyleLbl="node1" presStyleIdx="0" presStyleCnt="2">
        <dgm:presLayoutVars>
          <dgm:chMax val="1"/>
          <dgm:bulletEnabled val="1"/>
        </dgm:presLayoutVars>
      </dgm:prSet>
      <dgm:spPr/>
    </dgm:pt>
    <dgm:pt modelId="{9DADBE07-D6DD-AF4F-874A-38DE52C96EF2}" type="pres">
      <dgm:prSet presAssocID="{857DF7BD-8AB0-8943-AB25-3EF5AA0AD773}" presName="descendantText" presStyleLbl="alignAccFollowNode1" presStyleIdx="0" presStyleCnt="2">
        <dgm:presLayoutVars>
          <dgm:bulletEnabled val="1"/>
        </dgm:presLayoutVars>
      </dgm:prSet>
      <dgm:spPr/>
    </dgm:pt>
    <dgm:pt modelId="{E4F40011-DA70-8E46-8AB0-FDD487FE72FE}" type="pres">
      <dgm:prSet presAssocID="{D2A5B4BC-53AF-D646-9F5C-2D09F85A3BAD}" presName="sp" presStyleCnt="0"/>
      <dgm:spPr/>
    </dgm:pt>
    <dgm:pt modelId="{9E434917-EA96-5F45-8B18-C5D0618F2698}" type="pres">
      <dgm:prSet presAssocID="{5985F281-AF51-234F-AD36-4E363D339D4C}" presName="linNode" presStyleCnt="0"/>
      <dgm:spPr/>
    </dgm:pt>
    <dgm:pt modelId="{DAC57656-315C-3846-B7BE-FAF18FF2F35C}" type="pres">
      <dgm:prSet presAssocID="{5985F281-AF51-234F-AD36-4E363D339D4C}" presName="parentText" presStyleLbl="node1" presStyleIdx="1" presStyleCnt="2">
        <dgm:presLayoutVars>
          <dgm:chMax val="1"/>
          <dgm:bulletEnabled val="1"/>
        </dgm:presLayoutVars>
      </dgm:prSet>
      <dgm:spPr/>
    </dgm:pt>
    <dgm:pt modelId="{891A531F-2E95-FE40-BD84-898A7B33D2A7}" type="pres">
      <dgm:prSet presAssocID="{5985F281-AF51-234F-AD36-4E363D339D4C}" presName="descendantText" presStyleLbl="alignAccFollowNode1" presStyleIdx="1" presStyleCnt="2">
        <dgm:presLayoutVars>
          <dgm:bulletEnabled val="1"/>
        </dgm:presLayoutVars>
      </dgm:prSet>
      <dgm:spPr/>
    </dgm:pt>
  </dgm:ptLst>
  <dgm:cxnLst>
    <dgm:cxn modelId="{C4216F3E-CD4C-7B45-80F9-B7A3828E6636}" srcId="{D92BA320-714C-7A4A-8BDE-23F763E73217}" destId="{5985F281-AF51-234F-AD36-4E363D339D4C}" srcOrd="1" destOrd="0" parTransId="{335EAF7B-D231-354D-A8CD-C0BFF1918B0C}" sibTransId="{3E169F13-FF8E-3640-B759-B77B8A9081EF}"/>
    <dgm:cxn modelId="{66953541-CF1B-C047-8F32-1500BD4E88D0}" srcId="{D92BA320-714C-7A4A-8BDE-23F763E73217}" destId="{857DF7BD-8AB0-8943-AB25-3EF5AA0AD773}" srcOrd="0" destOrd="0" parTransId="{D4F84B00-207F-C247-ABF7-8A3558CE374C}" sibTransId="{D2A5B4BC-53AF-D646-9F5C-2D09F85A3BAD}"/>
    <dgm:cxn modelId="{91233745-2265-F143-B3D4-B2F9C4FBB847}" type="presOf" srcId="{5985F281-AF51-234F-AD36-4E363D339D4C}" destId="{DAC57656-315C-3846-B7BE-FAF18FF2F35C}" srcOrd="0" destOrd="0" presId="urn:microsoft.com/office/officeart/2005/8/layout/vList5"/>
    <dgm:cxn modelId="{4C0E5D7E-8A98-DA45-A4A4-05A615CBC13D}" type="presOf" srcId="{D92BA320-714C-7A4A-8BDE-23F763E73217}" destId="{70FD4885-2BC8-4E46-B78A-029F18AB3F74}" srcOrd="0" destOrd="0" presId="urn:microsoft.com/office/officeart/2005/8/layout/vList5"/>
    <dgm:cxn modelId="{13D82085-94D6-064B-853A-817606A2BEDD}" type="presOf" srcId="{9538C32C-D806-324C-A4F4-3F9B7896E749}" destId="{9DADBE07-D6DD-AF4F-874A-38DE52C96EF2}" srcOrd="0" destOrd="0" presId="urn:microsoft.com/office/officeart/2005/8/layout/vList5"/>
    <dgm:cxn modelId="{0D05F88A-E357-4940-B007-6D82B2E684EF}" srcId="{857DF7BD-8AB0-8943-AB25-3EF5AA0AD773}" destId="{9538C32C-D806-324C-A4F4-3F9B7896E749}" srcOrd="0" destOrd="0" parTransId="{FA399F79-03C6-2D47-901C-EB30C1B15339}" sibTransId="{C3AAAEFC-E9A7-3442-BC1B-CAEB96F0E359}"/>
    <dgm:cxn modelId="{5B89AFD3-E8D6-F848-AF66-3EF7282AB5C4}" srcId="{5985F281-AF51-234F-AD36-4E363D339D4C}" destId="{4901B09F-A99A-514B-8DBA-059B9071AAAE}" srcOrd="0" destOrd="0" parTransId="{4156EF64-3340-C94E-8DC7-CEF3A079BA5C}" sibTransId="{A5C519BD-F37A-E240-AECA-38ED90D8D371}"/>
    <dgm:cxn modelId="{3A879EE0-24E6-D34D-8B56-8C591BB20F79}" type="presOf" srcId="{4901B09F-A99A-514B-8DBA-059B9071AAAE}" destId="{891A531F-2E95-FE40-BD84-898A7B33D2A7}" srcOrd="0" destOrd="0" presId="urn:microsoft.com/office/officeart/2005/8/layout/vList5"/>
    <dgm:cxn modelId="{3B548AED-A547-9148-B69D-04CDD7B1C9AD}" type="presOf" srcId="{857DF7BD-8AB0-8943-AB25-3EF5AA0AD773}" destId="{65EDA51D-37AE-5A4F-995E-50092FCDEFE0}" srcOrd="0" destOrd="0" presId="urn:microsoft.com/office/officeart/2005/8/layout/vList5"/>
    <dgm:cxn modelId="{4A63C841-9F68-224E-9595-51204F4F2778}" type="presParOf" srcId="{70FD4885-2BC8-4E46-B78A-029F18AB3F74}" destId="{66285B3A-BC0C-314E-BA5F-480159741906}" srcOrd="0" destOrd="0" presId="urn:microsoft.com/office/officeart/2005/8/layout/vList5"/>
    <dgm:cxn modelId="{FE38AE8F-E16E-AC43-8F82-66F0DE7A5E00}" type="presParOf" srcId="{66285B3A-BC0C-314E-BA5F-480159741906}" destId="{65EDA51D-37AE-5A4F-995E-50092FCDEFE0}" srcOrd="0" destOrd="0" presId="urn:microsoft.com/office/officeart/2005/8/layout/vList5"/>
    <dgm:cxn modelId="{17C89613-A52D-784F-A8D2-629BE13ED38B}" type="presParOf" srcId="{66285B3A-BC0C-314E-BA5F-480159741906}" destId="{9DADBE07-D6DD-AF4F-874A-38DE52C96EF2}" srcOrd="1" destOrd="0" presId="urn:microsoft.com/office/officeart/2005/8/layout/vList5"/>
    <dgm:cxn modelId="{7ED9F178-CB56-C349-9D63-8E0764F9A5B8}" type="presParOf" srcId="{70FD4885-2BC8-4E46-B78A-029F18AB3F74}" destId="{E4F40011-DA70-8E46-8AB0-FDD487FE72FE}" srcOrd="1" destOrd="0" presId="urn:microsoft.com/office/officeart/2005/8/layout/vList5"/>
    <dgm:cxn modelId="{F80EAF0D-DF96-6B4A-9F8D-DB04DFD8DE0C}" type="presParOf" srcId="{70FD4885-2BC8-4E46-B78A-029F18AB3F74}" destId="{9E434917-EA96-5F45-8B18-C5D0618F2698}" srcOrd="2" destOrd="0" presId="urn:microsoft.com/office/officeart/2005/8/layout/vList5"/>
    <dgm:cxn modelId="{77C81464-8FAD-964E-B9B5-3BAFD992A101}" type="presParOf" srcId="{9E434917-EA96-5F45-8B18-C5D0618F2698}" destId="{DAC57656-315C-3846-B7BE-FAF18FF2F35C}" srcOrd="0" destOrd="0" presId="urn:microsoft.com/office/officeart/2005/8/layout/vList5"/>
    <dgm:cxn modelId="{4DED67E0-8810-8D4C-BE2C-FF2FEE0EB794}" type="presParOf" srcId="{9E434917-EA96-5F45-8B18-C5D0618F2698}" destId="{891A531F-2E95-FE40-BD84-898A7B33D2A7}" srcOrd="1" destOrd="0" presId="urn:microsoft.com/office/officeart/2005/8/layout/vList5"/>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EDAC2A86-33B1-FE4E-90E9-E624DDC781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B83D5838-D629-B646-B8FD-ADE326B54F5B}">
          <dgm:prSet/>
          <dgm:spPr/>
          <dgm:t>
            <a:bodyPr/>
            <a:lstStyle/>
            <a:p>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dgm:t>
        </dgm:pt>
      </mc:Choice>
      <mc:Fallback xmlns="">
        <dgm:pt modelId="{B83D5838-D629-B646-B8FD-ADE326B54F5B}">
          <dgm:prSet/>
          <dgm:spPr/>
          <dgm:t>
            <a:bodyPr/>
            <a:lstStyle/>
            <a:p>
              <a:r>
                <a:rPr lang="en-US" dirty="0"/>
                <a:t>Raw total intensity ratio was: </a:t>
              </a:r>
              <a:r>
                <a:rPr lang="en-DK" i="0"/>
                <a:t>1+3×10^(−7)</a:t>
              </a:r>
              <a:endParaRPr lang="en-DK" dirty="0"/>
            </a:p>
          </dgm:t>
        </dgm:pt>
      </mc:Fallback>
    </mc:AlternateContent>
    <dgm:pt modelId="{F9D3308C-3E21-E44C-9D4C-E033035537DF}" type="parTrans" cxnId="{632CC41C-1555-E044-A16D-1BDF8BEF91CE}">
      <dgm:prSet/>
      <dgm:spPr/>
      <dgm:t>
        <a:bodyPr/>
        <a:lstStyle/>
        <a:p>
          <a:endParaRPr lang="en-US"/>
        </a:p>
      </dgm:t>
    </dgm:pt>
    <dgm:pt modelId="{99837E48-9A65-6F4C-A921-5C657A3C5694}" type="sibTrans" cxnId="{632CC41C-1555-E044-A16D-1BDF8BEF91CE}">
      <dgm:prSet/>
      <dgm:spPr/>
      <dgm:t>
        <a:bodyPr/>
        <a:lstStyle/>
        <a:p>
          <a:endParaRPr lang="en-US"/>
        </a:p>
      </dgm:t>
    </dgm:pt>
    <mc:AlternateContent xmlns:mc="http://schemas.openxmlformats.org/markup-compatibility/2006" xmlns:a14="http://schemas.microsoft.com/office/drawing/2010/main">
      <mc:Choice Requires="a14">
        <dgm:pt modelId="{2FB6D6C7-6604-7444-8E8B-3E997B4B749C}">
          <dgm:prSet/>
          <dgm:spPr/>
          <dgm:t>
            <a:bodyPr/>
            <a:lstStyle/>
            <a:p>
              <a:r>
                <a:rPr lang="en-US" dirty="0"/>
                <a:t>Equator-cut Pearson correlation: </a:t>
              </a:r>
              <a14:m>
                <m:oMath xmlns:m="http://schemas.openxmlformats.org/officeDocument/2006/math">
                  <m:r>
                    <a:rPr lang="en-DK" i="1">
                      <a:latin typeface="Cambria Math" panose="02040503050406030204" pitchFamily="18" charset="0"/>
                    </a:rPr>
                    <m:t>0.999961</m:t>
                  </m:r>
                </m:oMath>
              </a14:m>
              <a:endParaRPr lang="en-DK" dirty="0"/>
            </a:p>
          </dgm:t>
        </dgm:pt>
      </mc:Choice>
      <mc:Fallback xmlns="">
        <dgm:pt modelId="{2FB6D6C7-6604-7444-8E8B-3E997B4B749C}">
          <dgm:prSet/>
          <dgm:spPr/>
          <dgm:t>
            <a:bodyPr/>
            <a:lstStyle/>
            <a:p>
              <a:r>
                <a:rPr lang="en-US" dirty="0"/>
                <a:t>Equator-cut Pearson correlation: </a:t>
              </a:r>
              <a:r>
                <a:rPr lang="en-DK" i="0"/>
                <a:t>0.999961</a:t>
              </a:r>
              <a:endParaRPr lang="en-DK" dirty="0"/>
            </a:p>
          </dgm:t>
        </dgm:pt>
      </mc:Fallback>
    </mc:AlternateContent>
    <dgm:pt modelId="{5CF11EAF-18DB-EB4C-95A9-58026D8134C1}" type="parTrans" cxnId="{84A0EEAC-BFFB-954D-8A2E-44AF644A6A28}">
      <dgm:prSet/>
      <dgm:spPr/>
      <dgm:t>
        <a:bodyPr/>
        <a:lstStyle/>
        <a:p>
          <a:endParaRPr lang="en-US"/>
        </a:p>
      </dgm:t>
    </dgm:pt>
    <dgm:pt modelId="{0F10CAF1-A5DF-314C-997C-029769DC6AA8}" type="sibTrans" cxnId="{84A0EEAC-BFFB-954D-8A2E-44AF644A6A28}">
      <dgm:prSet/>
      <dgm:spPr/>
      <dgm:t>
        <a:bodyPr/>
        <a:lstStyle/>
        <a:p>
          <a:endParaRPr lang="en-US"/>
        </a:p>
      </dgm:t>
    </dgm:pt>
    <mc:AlternateContent xmlns:mc="http://schemas.openxmlformats.org/markup-compatibility/2006" xmlns:a14="http://schemas.microsoft.com/office/drawing/2010/main">
      <mc:Choice Requires="a14">
        <dgm:pt modelId="{7286C67C-A1C1-AC46-AD7F-3EC51F2DFE7F}">
          <dgm:prSet/>
          <dgm:spPr/>
          <dgm:t>
            <a:bodyPr/>
            <a:lstStyle/>
            <a:p>
              <a:r>
                <a:rPr lang="en-US" dirty="0"/>
                <a:t>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dgm:t>
        </dgm:pt>
      </mc:Choice>
      <mc:Fallback xmlns="">
        <dgm:pt modelId="{7286C67C-A1C1-AC46-AD7F-3EC51F2DFE7F}">
          <dgm:prSet/>
          <dgm:spPr/>
          <dgm:t>
            <a:bodyPr/>
            <a:lstStyle/>
            <a:p>
              <a:r>
                <a:rPr lang="en-US" dirty="0"/>
                <a:t>Equator-cut: </a:t>
              </a:r>
              <a:r>
                <a:rPr lang="en-DK" i="0"/>
                <a:t>𝜒_𝜐^2=3.02</a:t>
              </a:r>
              <a:endParaRPr lang="en-DK" dirty="0"/>
            </a:p>
          </dgm:t>
        </dgm:pt>
      </mc:Fallback>
    </mc:AlternateContent>
    <dgm:pt modelId="{C963D7CA-B7C1-8A45-A2EB-8F151172BBFE}" type="parTrans" cxnId="{D79C368D-91C5-AA41-9047-7DEF995683C1}">
      <dgm:prSet/>
      <dgm:spPr/>
      <dgm:t>
        <a:bodyPr/>
        <a:lstStyle/>
        <a:p>
          <a:endParaRPr lang="en-US"/>
        </a:p>
      </dgm:t>
    </dgm:pt>
    <dgm:pt modelId="{D22B98D9-A9EF-774D-809F-EF219963D810}" type="sibTrans" cxnId="{D79C368D-91C5-AA41-9047-7DEF995683C1}">
      <dgm:prSet/>
      <dgm:spPr/>
      <dgm:t>
        <a:bodyPr/>
        <a:lstStyle/>
        <a:p>
          <a:endParaRPr lang="en-US"/>
        </a:p>
      </dgm:t>
    </dgm:pt>
    <mc:AlternateContent xmlns:mc="http://schemas.openxmlformats.org/markup-compatibility/2006" xmlns:a14="http://schemas.microsoft.com/office/drawing/2010/main">
      <mc:Choice Requires="a14">
        <dgm:pt modelId="{6F9887C4-B249-C645-AAA6-BF6CAAF3D40D}">
          <dgm:prSet phldrT="[Text]"/>
          <dgm:spPr/>
          <dgm:t>
            <a:bodyPr/>
            <a:lstStyle/>
            <a:p>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dgm:t>
        </dgm:pt>
      </mc:Choice>
      <mc:Fallback xmlns="">
        <dgm:pt modelId="{6F9887C4-B249-C645-AAA6-BF6CAAF3D40D}">
          <dgm:prSet phldrT="[Text]"/>
          <dgm:spPr/>
          <dgm:t>
            <a:bodyPr/>
            <a:lstStyle/>
            <a:p>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dgm:t>
        </dgm:pt>
      </mc:Fallback>
    </mc:AlternateContent>
    <dgm:pt modelId="{C92294CA-34B2-A84A-ACCA-7B038511B78B}" type="parTrans" cxnId="{585226A8-9A0D-A54E-BAE5-726DED97E799}">
      <dgm:prSet/>
      <dgm:spPr/>
      <dgm:t>
        <a:bodyPr/>
        <a:lstStyle/>
        <a:p>
          <a:endParaRPr lang="en-US"/>
        </a:p>
      </dgm:t>
    </dgm:pt>
    <dgm:pt modelId="{F1531EF9-A413-B846-BBCF-62E0DB9031C2}" type="sibTrans" cxnId="{585226A8-9A0D-A54E-BAE5-726DED97E799}">
      <dgm:prSet/>
      <dgm:spPr/>
      <dgm:t>
        <a:bodyPr/>
        <a:lstStyle/>
        <a:p>
          <a:endParaRPr lang="en-US"/>
        </a:p>
      </dgm:t>
    </dgm:pt>
    <dgm:pt modelId="{D47FA422-528F-9347-BEB8-2CDC9F3AEC8E}" type="pres">
      <dgm:prSet presAssocID="{EDAC2A86-33B1-FE4E-90E9-E624DDC78165}" presName="linear" presStyleCnt="0">
        <dgm:presLayoutVars>
          <dgm:animLvl val="lvl"/>
          <dgm:resizeHandles val="exact"/>
        </dgm:presLayoutVars>
      </dgm:prSet>
      <dgm:spPr/>
    </dgm:pt>
    <dgm:pt modelId="{DE9857CE-8A93-C94E-BEA6-2424E7F3A969}" type="pres">
      <dgm:prSet presAssocID="{B83D5838-D629-B646-B8FD-ADE326B54F5B}" presName="parentText" presStyleLbl="node1" presStyleIdx="0" presStyleCnt="4">
        <dgm:presLayoutVars>
          <dgm:chMax val="0"/>
          <dgm:bulletEnabled val="1"/>
        </dgm:presLayoutVars>
      </dgm:prSet>
      <dgm:spPr/>
    </dgm:pt>
    <dgm:pt modelId="{030EFC0F-0063-934F-A3A9-7457E8F5C177}" type="pres">
      <dgm:prSet presAssocID="{99837E48-9A65-6F4C-A921-5C657A3C5694}" presName="spacer" presStyleCnt="0"/>
      <dgm:spPr/>
    </dgm:pt>
    <dgm:pt modelId="{6234AC52-2918-9143-8F92-836E6FE86B1D}" type="pres">
      <dgm:prSet presAssocID="{2FB6D6C7-6604-7444-8E8B-3E997B4B749C}" presName="parentText" presStyleLbl="node1" presStyleIdx="1" presStyleCnt="4">
        <dgm:presLayoutVars>
          <dgm:chMax val="0"/>
          <dgm:bulletEnabled val="1"/>
        </dgm:presLayoutVars>
      </dgm:prSet>
      <dgm:spPr/>
    </dgm:pt>
    <dgm:pt modelId="{2815A9EC-CD88-3648-9E3F-0E3F31F1329E}" type="pres">
      <dgm:prSet presAssocID="{0F10CAF1-A5DF-314C-997C-029769DC6AA8}" presName="spacer" presStyleCnt="0"/>
      <dgm:spPr/>
    </dgm:pt>
    <dgm:pt modelId="{9E173454-E394-C64F-B624-2E498778417C}" type="pres">
      <dgm:prSet presAssocID="{7286C67C-A1C1-AC46-AD7F-3EC51F2DFE7F}" presName="parentText" presStyleLbl="node1" presStyleIdx="2" presStyleCnt="4">
        <dgm:presLayoutVars>
          <dgm:chMax val="0"/>
          <dgm:bulletEnabled val="1"/>
        </dgm:presLayoutVars>
      </dgm:prSet>
      <dgm:spPr/>
    </dgm:pt>
    <dgm:pt modelId="{7FDA5D4B-B78C-A443-B3DB-0CDB68D5BBBD}" type="pres">
      <dgm:prSet presAssocID="{D22B98D9-A9EF-774D-809F-EF219963D810}" presName="spacer" presStyleCnt="0"/>
      <dgm:spPr/>
    </dgm:pt>
    <dgm:pt modelId="{8F0AB8AD-9421-3F4D-9636-4F5507F11D45}" type="pres">
      <dgm:prSet presAssocID="{6F9887C4-B249-C645-AAA6-BF6CAAF3D40D}" presName="parentText" presStyleLbl="node1" presStyleIdx="3" presStyleCnt="4">
        <dgm:presLayoutVars>
          <dgm:chMax val="0"/>
          <dgm:bulletEnabled val="1"/>
        </dgm:presLayoutVars>
      </dgm:prSet>
      <dgm:spPr/>
    </dgm:pt>
  </dgm:ptLst>
  <dgm:cxnLst>
    <dgm:cxn modelId="{632CC41C-1555-E044-A16D-1BDF8BEF91CE}" srcId="{EDAC2A86-33B1-FE4E-90E9-E624DDC78165}" destId="{B83D5838-D629-B646-B8FD-ADE326B54F5B}" srcOrd="0" destOrd="0" parTransId="{F9D3308C-3E21-E44C-9D4C-E033035537DF}" sibTransId="{99837E48-9A65-6F4C-A921-5C657A3C5694}"/>
    <dgm:cxn modelId="{DE632328-227B-C04B-A7BE-8831ECEC5BDB}" type="presOf" srcId="{7286C67C-A1C1-AC46-AD7F-3EC51F2DFE7F}" destId="{9E173454-E394-C64F-B624-2E498778417C}" srcOrd="0" destOrd="0" presId="urn:microsoft.com/office/officeart/2005/8/layout/vList2"/>
    <dgm:cxn modelId="{31373036-55A3-044B-B944-B89F4C8C5149}" type="presOf" srcId="{EDAC2A86-33B1-FE4E-90E9-E624DDC78165}" destId="{D47FA422-528F-9347-BEB8-2CDC9F3AEC8E}" srcOrd="0" destOrd="0" presId="urn:microsoft.com/office/officeart/2005/8/layout/vList2"/>
    <dgm:cxn modelId="{404BE556-C84F-EB4A-8E15-61219A582B0B}" type="presOf" srcId="{B83D5838-D629-B646-B8FD-ADE326B54F5B}" destId="{DE9857CE-8A93-C94E-BEA6-2424E7F3A969}" srcOrd="0" destOrd="0" presId="urn:microsoft.com/office/officeart/2005/8/layout/vList2"/>
    <dgm:cxn modelId="{D79C368D-91C5-AA41-9047-7DEF995683C1}" srcId="{EDAC2A86-33B1-FE4E-90E9-E624DDC78165}" destId="{7286C67C-A1C1-AC46-AD7F-3EC51F2DFE7F}" srcOrd="2" destOrd="0" parTransId="{C963D7CA-B7C1-8A45-A2EB-8F151172BBFE}" sibTransId="{D22B98D9-A9EF-774D-809F-EF219963D810}"/>
    <dgm:cxn modelId="{585226A8-9A0D-A54E-BAE5-726DED97E799}" srcId="{EDAC2A86-33B1-FE4E-90E9-E624DDC78165}" destId="{6F9887C4-B249-C645-AAA6-BF6CAAF3D40D}" srcOrd="3" destOrd="0" parTransId="{C92294CA-34B2-A84A-ACCA-7B038511B78B}" sibTransId="{F1531EF9-A413-B846-BBCF-62E0DB9031C2}"/>
    <dgm:cxn modelId="{84A0EEAC-BFFB-954D-8A2E-44AF644A6A28}" srcId="{EDAC2A86-33B1-FE4E-90E9-E624DDC78165}" destId="{2FB6D6C7-6604-7444-8E8B-3E997B4B749C}" srcOrd="1" destOrd="0" parTransId="{5CF11EAF-18DB-EB4C-95A9-58026D8134C1}" sibTransId="{0F10CAF1-A5DF-314C-997C-029769DC6AA8}"/>
    <dgm:cxn modelId="{0D9464AF-C15C-1B4F-9CE9-00ADDA1314B3}" type="presOf" srcId="{2FB6D6C7-6604-7444-8E8B-3E997B4B749C}" destId="{6234AC52-2918-9143-8F92-836E6FE86B1D}" srcOrd="0" destOrd="0" presId="urn:microsoft.com/office/officeart/2005/8/layout/vList2"/>
    <dgm:cxn modelId="{91CD99DE-38CE-F343-ABDD-4C5F2E971461}" type="presOf" srcId="{6F9887C4-B249-C645-AAA6-BF6CAAF3D40D}" destId="{8F0AB8AD-9421-3F4D-9636-4F5507F11D45}" srcOrd="0" destOrd="0" presId="urn:microsoft.com/office/officeart/2005/8/layout/vList2"/>
    <dgm:cxn modelId="{4023ABE8-46EA-194B-8687-8CC45F76B81E}" type="presParOf" srcId="{D47FA422-528F-9347-BEB8-2CDC9F3AEC8E}" destId="{DE9857CE-8A93-C94E-BEA6-2424E7F3A969}" srcOrd="0" destOrd="0" presId="urn:microsoft.com/office/officeart/2005/8/layout/vList2"/>
    <dgm:cxn modelId="{E0670B05-E737-4646-BA88-FC2CE9A36D2D}" type="presParOf" srcId="{D47FA422-528F-9347-BEB8-2CDC9F3AEC8E}" destId="{030EFC0F-0063-934F-A3A9-7457E8F5C177}" srcOrd="1" destOrd="0" presId="urn:microsoft.com/office/officeart/2005/8/layout/vList2"/>
    <dgm:cxn modelId="{4A7FE968-E74E-6644-960F-C09BCD62B407}" type="presParOf" srcId="{D47FA422-528F-9347-BEB8-2CDC9F3AEC8E}" destId="{6234AC52-2918-9143-8F92-836E6FE86B1D}" srcOrd="2" destOrd="0" presId="urn:microsoft.com/office/officeart/2005/8/layout/vList2"/>
    <dgm:cxn modelId="{EF93CE76-DF49-1E47-8419-C1C08CBE0BB2}" type="presParOf" srcId="{D47FA422-528F-9347-BEB8-2CDC9F3AEC8E}" destId="{2815A9EC-CD88-3648-9E3F-0E3F31F1329E}" srcOrd="3" destOrd="0" presId="urn:microsoft.com/office/officeart/2005/8/layout/vList2"/>
    <dgm:cxn modelId="{ED957FD9-F21B-A24F-91AA-07A417FBA679}" type="presParOf" srcId="{D47FA422-528F-9347-BEB8-2CDC9F3AEC8E}" destId="{9E173454-E394-C64F-B624-2E498778417C}" srcOrd="4" destOrd="0" presId="urn:microsoft.com/office/officeart/2005/8/layout/vList2"/>
    <dgm:cxn modelId="{7337A4EB-D426-CE44-8817-3999A979FE09}" type="presParOf" srcId="{D47FA422-528F-9347-BEB8-2CDC9F3AEC8E}" destId="{7FDA5D4B-B78C-A443-B3DB-0CDB68D5BBBD}" srcOrd="5" destOrd="0" presId="urn:microsoft.com/office/officeart/2005/8/layout/vList2"/>
    <dgm:cxn modelId="{B0D5606A-5608-4B47-B973-6B593FFAE5E9}" type="presParOf" srcId="{D47FA422-528F-9347-BEB8-2CDC9F3AEC8E}" destId="{8F0AB8AD-9421-3F4D-9636-4F5507F11D45}" srcOrd="6"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EDAC2A86-33B1-FE4E-90E9-E624DDC781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83D5838-D629-B646-B8FD-ADE326B54F5B}">
      <dgm:prSet/>
      <dgm:spPr>
        <a:blipFill>
          <a:blip xmlns:r="http://schemas.openxmlformats.org/officeDocument/2006/relationships" r:embed="rId1"/>
          <a:stretch>
            <a:fillRect l="-1111" b="-5263"/>
          </a:stretch>
        </a:blipFill>
      </dgm:spPr>
      <dgm:t>
        <a:bodyPr/>
        <a:lstStyle/>
        <a:p>
          <a:r>
            <a:rPr lang="en-US">
              <a:noFill/>
            </a:rPr>
            <a:t> </a:t>
          </a:r>
        </a:p>
      </dgm:t>
    </dgm:pt>
    <dgm:pt modelId="{F9D3308C-3E21-E44C-9D4C-E033035537DF}" type="parTrans" cxnId="{632CC41C-1555-E044-A16D-1BDF8BEF91CE}">
      <dgm:prSet/>
      <dgm:spPr/>
      <dgm:t>
        <a:bodyPr/>
        <a:lstStyle/>
        <a:p>
          <a:endParaRPr lang="en-US"/>
        </a:p>
      </dgm:t>
    </dgm:pt>
    <dgm:pt modelId="{99837E48-9A65-6F4C-A921-5C657A3C5694}" type="sibTrans" cxnId="{632CC41C-1555-E044-A16D-1BDF8BEF91CE}">
      <dgm:prSet/>
      <dgm:spPr/>
      <dgm:t>
        <a:bodyPr/>
        <a:lstStyle/>
        <a:p>
          <a:endParaRPr lang="en-US"/>
        </a:p>
      </dgm:t>
    </dgm:pt>
    <dgm:pt modelId="{2FB6D6C7-6604-7444-8E8B-3E997B4B749C}">
      <dgm:prSet/>
      <dgm:spPr>
        <a:blipFill>
          <a:blip xmlns:r="http://schemas.openxmlformats.org/officeDocument/2006/relationships" r:embed="rId2"/>
          <a:stretch>
            <a:fillRect l="-1111" b="-7895"/>
          </a:stretch>
        </a:blipFill>
      </dgm:spPr>
      <dgm:t>
        <a:bodyPr/>
        <a:lstStyle/>
        <a:p>
          <a:r>
            <a:rPr lang="en-US">
              <a:noFill/>
            </a:rPr>
            <a:t> </a:t>
          </a:r>
        </a:p>
      </dgm:t>
    </dgm:pt>
    <dgm:pt modelId="{5CF11EAF-18DB-EB4C-95A9-58026D8134C1}" type="parTrans" cxnId="{84A0EEAC-BFFB-954D-8A2E-44AF644A6A28}">
      <dgm:prSet/>
      <dgm:spPr/>
      <dgm:t>
        <a:bodyPr/>
        <a:lstStyle/>
        <a:p>
          <a:endParaRPr lang="en-US"/>
        </a:p>
      </dgm:t>
    </dgm:pt>
    <dgm:pt modelId="{0F10CAF1-A5DF-314C-997C-029769DC6AA8}" type="sibTrans" cxnId="{84A0EEAC-BFFB-954D-8A2E-44AF644A6A28}">
      <dgm:prSet/>
      <dgm:spPr/>
      <dgm:t>
        <a:bodyPr/>
        <a:lstStyle/>
        <a:p>
          <a:endParaRPr lang="en-US"/>
        </a:p>
      </dgm:t>
    </dgm:pt>
    <dgm:pt modelId="{7286C67C-A1C1-AC46-AD7F-3EC51F2DFE7F}">
      <dgm:prSet/>
      <dgm:spPr>
        <a:blipFill>
          <a:blip xmlns:r="http://schemas.openxmlformats.org/officeDocument/2006/relationships" r:embed="rId3"/>
          <a:stretch>
            <a:fillRect l="-1111" b="-5263"/>
          </a:stretch>
        </a:blipFill>
      </dgm:spPr>
      <dgm:t>
        <a:bodyPr/>
        <a:lstStyle/>
        <a:p>
          <a:r>
            <a:rPr lang="en-US">
              <a:noFill/>
            </a:rPr>
            <a:t> </a:t>
          </a:r>
        </a:p>
      </dgm:t>
    </dgm:pt>
    <dgm:pt modelId="{C963D7CA-B7C1-8A45-A2EB-8F151172BBFE}" type="parTrans" cxnId="{D79C368D-91C5-AA41-9047-7DEF995683C1}">
      <dgm:prSet/>
      <dgm:spPr/>
      <dgm:t>
        <a:bodyPr/>
        <a:lstStyle/>
        <a:p>
          <a:endParaRPr lang="en-US"/>
        </a:p>
      </dgm:t>
    </dgm:pt>
    <dgm:pt modelId="{D22B98D9-A9EF-774D-809F-EF219963D810}" type="sibTrans" cxnId="{D79C368D-91C5-AA41-9047-7DEF995683C1}">
      <dgm:prSet/>
      <dgm:spPr/>
      <dgm:t>
        <a:bodyPr/>
        <a:lstStyle/>
        <a:p>
          <a:endParaRPr lang="en-US"/>
        </a:p>
      </dgm:t>
    </dgm:pt>
    <dgm:pt modelId="{6F9887C4-B249-C645-AAA6-BF6CAAF3D40D}">
      <dgm:prSet phldrT="[Text]"/>
      <dgm:spPr>
        <a:blipFill>
          <a:blip xmlns:r="http://schemas.openxmlformats.org/officeDocument/2006/relationships" r:embed="rId4"/>
          <a:stretch>
            <a:fillRect l="-1111" b="-5263"/>
          </a:stretch>
        </a:blipFill>
      </dgm:spPr>
      <dgm:t>
        <a:bodyPr/>
        <a:lstStyle/>
        <a:p>
          <a:r>
            <a:rPr lang="en-US">
              <a:noFill/>
            </a:rPr>
            <a:t> </a:t>
          </a:r>
        </a:p>
      </dgm:t>
    </dgm:pt>
    <dgm:pt modelId="{C92294CA-34B2-A84A-ACCA-7B038511B78B}" type="parTrans" cxnId="{585226A8-9A0D-A54E-BAE5-726DED97E799}">
      <dgm:prSet/>
      <dgm:spPr/>
      <dgm:t>
        <a:bodyPr/>
        <a:lstStyle/>
        <a:p>
          <a:endParaRPr lang="en-US"/>
        </a:p>
      </dgm:t>
    </dgm:pt>
    <dgm:pt modelId="{F1531EF9-A413-B846-BBCF-62E0DB9031C2}" type="sibTrans" cxnId="{585226A8-9A0D-A54E-BAE5-726DED97E799}">
      <dgm:prSet/>
      <dgm:spPr/>
      <dgm:t>
        <a:bodyPr/>
        <a:lstStyle/>
        <a:p>
          <a:endParaRPr lang="en-US"/>
        </a:p>
      </dgm:t>
    </dgm:pt>
    <dgm:pt modelId="{D47FA422-528F-9347-BEB8-2CDC9F3AEC8E}" type="pres">
      <dgm:prSet presAssocID="{EDAC2A86-33B1-FE4E-90E9-E624DDC78165}" presName="linear" presStyleCnt="0">
        <dgm:presLayoutVars>
          <dgm:animLvl val="lvl"/>
          <dgm:resizeHandles val="exact"/>
        </dgm:presLayoutVars>
      </dgm:prSet>
      <dgm:spPr/>
    </dgm:pt>
    <dgm:pt modelId="{DE9857CE-8A93-C94E-BEA6-2424E7F3A969}" type="pres">
      <dgm:prSet presAssocID="{B83D5838-D629-B646-B8FD-ADE326B54F5B}" presName="parentText" presStyleLbl="node1" presStyleIdx="0" presStyleCnt="4">
        <dgm:presLayoutVars>
          <dgm:chMax val="0"/>
          <dgm:bulletEnabled val="1"/>
        </dgm:presLayoutVars>
      </dgm:prSet>
      <dgm:spPr/>
    </dgm:pt>
    <dgm:pt modelId="{030EFC0F-0063-934F-A3A9-7457E8F5C177}" type="pres">
      <dgm:prSet presAssocID="{99837E48-9A65-6F4C-A921-5C657A3C5694}" presName="spacer" presStyleCnt="0"/>
      <dgm:spPr/>
    </dgm:pt>
    <dgm:pt modelId="{6234AC52-2918-9143-8F92-836E6FE86B1D}" type="pres">
      <dgm:prSet presAssocID="{2FB6D6C7-6604-7444-8E8B-3E997B4B749C}" presName="parentText" presStyleLbl="node1" presStyleIdx="1" presStyleCnt="4">
        <dgm:presLayoutVars>
          <dgm:chMax val="0"/>
          <dgm:bulletEnabled val="1"/>
        </dgm:presLayoutVars>
      </dgm:prSet>
      <dgm:spPr/>
    </dgm:pt>
    <dgm:pt modelId="{2815A9EC-CD88-3648-9E3F-0E3F31F1329E}" type="pres">
      <dgm:prSet presAssocID="{0F10CAF1-A5DF-314C-997C-029769DC6AA8}" presName="spacer" presStyleCnt="0"/>
      <dgm:spPr/>
    </dgm:pt>
    <dgm:pt modelId="{9E173454-E394-C64F-B624-2E498778417C}" type="pres">
      <dgm:prSet presAssocID="{7286C67C-A1C1-AC46-AD7F-3EC51F2DFE7F}" presName="parentText" presStyleLbl="node1" presStyleIdx="2" presStyleCnt="4">
        <dgm:presLayoutVars>
          <dgm:chMax val="0"/>
          <dgm:bulletEnabled val="1"/>
        </dgm:presLayoutVars>
      </dgm:prSet>
      <dgm:spPr/>
    </dgm:pt>
    <dgm:pt modelId="{7FDA5D4B-B78C-A443-B3DB-0CDB68D5BBBD}" type="pres">
      <dgm:prSet presAssocID="{D22B98D9-A9EF-774D-809F-EF219963D810}" presName="spacer" presStyleCnt="0"/>
      <dgm:spPr/>
    </dgm:pt>
    <dgm:pt modelId="{8F0AB8AD-9421-3F4D-9636-4F5507F11D45}" type="pres">
      <dgm:prSet presAssocID="{6F9887C4-B249-C645-AAA6-BF6CAAF3D40D}" presName="parentText" presStyleLbl="node1" presStyleIdx="3" presStyleCnt="4">
        <dgm:presLayoutVars>
          <dgm:chMax val="0"/>
          <dgm:bulletEnabled val="1"/>
        </dgm:presLayoutVars>
      </dgm:prSet>
      <dgm:spPr/>
    </dgm:pt>
  </dgm:ptLst>
  <dgm:cxnLst>
    <dgm:cxn modelId="{632CC41C-1555-E044-A16D-1BDF8BEF91CE}" srcId="{EDAC2A86-33B1-FE4E-90E9-E624DDC78165}" destId="{B83D5838-D629-B646-B8FD-ADE326B54F5B}" srcOrd="0" destOrd="0" parTransId="{F9D3308C-3E21-E44C-9D4C-E033035537DF}" sibTransId="{99837E48-9A65-6F4C-A921-5C657A3C5694}"/>
    <dgm:cxn modelId="{DE632328-227B-C04B-A7BE-8831ECEC5BDB}" type="presOf" srcId="{7286C67C-A1C1-AC46-AD7F-3EC51F2DFE7F}" destId="{9E173454-E394-C64F-B624-2E498778417C}" srcOrd="0" destOrd="0" presId="urn:microsoft.com/office/officeart/2005/8/layout/vList2"/>
    <dgm:cxn modelId="{31373036-55A3-044B-B944-B89F4C8C5149}" type="presOf" srcId="{EDAC2A86-33B1-FE4E-90E9-E624DDC78165}" destId="{D47FA422-528F-9347-BEB8-2CDC9F3AEC8E}" srcOrd="0" destOrd="0" presId="urn:microsoft.com/office/officeart/2005/8/layout/vList2"/>
    <dgm:cxn modelId="{404BE556-C84F-EB4A-8E15-61219A582B0B}" type="presOf" srcId="{B83D5838-D629-B646-B8FD-ADE326B54F5B}" destId="{DE9857CE-8A93-C94E-BEA6-2424E7F3A969}" srcOrd="0" destOrd="0" presId="urn:microsoft.com/office/officeart/2005/8/layout/vList2"/>
    <dgm:cxn modelId="{D79C368D-91C5-AA41-9047-7DEF995683C1}" srcId="{EDAC2A86-33B1-FE4E-90E9-E624DDC78165}" destId="{7286C67C-A1C1-AC46-AD7F-3EC51F2DFE7F}" srcOrd="2" destOrd="0" parTransId="{C963D7CA-B7C1-8A45-A2EB-8F151172BBFE}" sibTransId="{D22B98D9-A9EF-774D-809F-EF219963D810}"/>
    <dgm:cxn modelId="{585226A8-9A0D-A54E-BAE5-726DED97E799}" srcId="{EDAC2A86-33B1-FE4E-90E9-E624DDC78165}" destId="{6F9887C4-B249-C645-AAA6-BF6CAAF3D40D}" srcOrd="3" destOrd="0" parTransId="{C92294CA-34B2-A84A-ACCA-7B038511B78B}" sibTransId="{F1531EF9-A413-B846-BBCF-62E0DB9031C2}"/>
    <dgm:cxn modelId="{84A0EEAC-BFFB-954D-8A2E-44AF644A6A28}" srcId="{EDAC2A86-33B1-FE4E-90E9-E624DDC78165}" destId="{2FB6D6C7-6604-7444-8E8B-3E997B4B749C}" srcOrd="1" destOrd="0" parTransId="{5CF11EAF-18DB-EB4C-95A9-58026D8134C1}" sibTransId="{0F10CAF1-A5DF-314C-997C-029769DC6AA8}"/>
    <dgm:cxn modelId="{0D9464AF-C15C-1B4F-9CE9-00ADDA1314B3}" type="presOf" srcId="{2FB6D6C7-6604-7444-8E8B-3E997B4B749C}" destId="{6234AC52-2918-9143-8F92-836E6FE86B1D}" srcOrd="0" destOrd="0" presId="urn:microsoft.com/office/officeart/2005/8/layout/vList2"/>
    <dgm:cxn modelId="{91CD99DE-38CE-F343-ABDD-4C5F2E971461}" type="presOf" srcId="{6F9887C4-B249-C645-AAA6-BF6CAAF3D40D}" destId="{8F0AB8AD-9421-3F4D-9636-4F5507F11D45}" srcOrd="0" destOrd="0" presId="urn:microsoft.com/office/officeart/2005/8/layout/vList2"/>
    <dgm:cxn modelId="{4023ABE8-46EA-194B-8687-8CC45F76B81E}" type="presParOf" srcId="{D47FA422-528F-9347-BEB8-2CDC9F3AEC8E}" destId="{DE9857CE-8A93-C94E-BEA6-2424E7F3A969}" srcOrd="0" destOrd="0" presId="urn:microsoft.com/office/officeart/2005/8/layout/vList2"/>
    <dgm:cxn modelId="{E0670B05-E737-4646-BA88-FC2CE9A36D2D}" type="presParOf" srcId="{D47FA422-528F-9347-BEB8-2CDC9F3AEC8E}" destId="{030EFC0F-0063-934F-A3A9-7457E8F5C177}" srcOrd="1" destOrd="0" presId="urn:microsoft.com/office/officeart/2005/8/layout/vList2"/>
    <dgm:cxn modelId="{4A7FE968-E74E-6644-960F-C09BCD62B407}" type="presParOf" srcId="{D47FA422-528F-9347-BEB8-2CDC9F3AEC8E}" destId="{6234AC52-2918-9143-8F92-836E6FE86B1D}" srcOrd="2" destOrd="0" presId="urn:microsoft.com/office/officeart/2005/8/layout/vList2"/>
    <dgm:cxn modelId="{EF93CE76-DF49-1E47-8419-C1C08CBE0BB2}" type="presParOf" srcId="{D47FA422-528F-9347-BEB8-2CDC9F3AEC8E}" destId="{2815A9EC-CD88-3648-9E3F-0E3F31F1329E}" srcOrd="3" destOrd="0" presId="urn:microsoft.com/office/officeart/2005/8/layout/vList2"/>
    <dgm:cxn modelId="{ED957FD9-F21B-A24F-91AA-07A417FBA679}" type="presParOf" srcId="{D47FA422-528F-9347-BEB8-2CDC9F3AEC8E}" destId="{9E173454-E394-C64F-B624-2E498778417C}" srcOrd="4" destOrd="0" presId="urn:microsoft.com/office/officeart/2005/8/layout/vList2"/>
    <dgm:cxn modelId="{7337A4EB-D426-CE44-8817-3999A979FE09}" type="presParOf" srcId="{D47FA422-528F-9347-BEB8-2CDC9F3AEC8E}" destId="{7FDA5D4B-B78C-A443-B3DB-0CDB68D5BBBD}" srcOrd="5" destOrd="0" presId="urn:microsoft.com/office/officeart/2005/8/layout/vList2"/>
    <dgm:cxn modelId="{B0D5606A-5608-4B47-B973-6B593FFAE5E9}" type="presParOf" srcId="{D47FA422-528F-9347-BEB8-2CDC9F3AEC8E}" destId="{8F0AB8AD-9421-3F4D-9636-4F5507F11D45}" srcOrd="6"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6183D0DC-DB55-D346-A7D7-A35B630F66FB}"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1E3DDDFF-9715-6E4D-885F-E1DD35BAC0E9}">
      <dgm:prSet custT="1"/>
      <dgm:spPr/>
      <dgm:t>
        <a:bodyPr/>
        <a:lstStyle/>
        <a:p>
          <a:r>
            <a:rPr lang="en-US" sz="1400" dirty="0"/>
            <a:t>Integrated intensity ratio:</a:t>
          </a:r>
          <a:endParaRPr lang="en-DK" sz="1400" dirty="0"/>
        </a:p>
      </dgm:t>
    </dgm:pt>
    <dgm:pt modelId="{53D7AF92-0154-024D-A99E-660B60CA0738}" type="parTrans" cxnId="{7B031C13-D40F-CE4F-A03F-A2F621C14236}">
      <dgm:prSet/>
      <dgm:spPr/>
      <dgm:t>
        <a:bodyPr/>
        <a:lstStyle/>
        <a:p>
          <a:endParaRPr lang="en-US"/>
        </a:p>
      </dgm:t>
    </dgm:pt>
    <dgm:pt modelId="{D9A81B22-EC33-6442-B594-DACE3CABFEF0}" type="sibTrans" cxnId="{7B031C13-D40F-CE4F-A03F-A2F621C14236}">
      <dgm:prSet/>
      <dgm:spPr/>
      <dgm:t>
        <a:bodyPr/>
        <a:lstStyle/>
        <a:p>
          <a:endParaRPr lang="en-US"/>
        </a:p>
      </dgm:t>
    </dgm:pt>
    <mc:AlternateContent xmlns:mc="http://schemas.openxmlformats.org/markup-compatibility/2006" xmlns:a14="http://schemas.microsoft.com/office/drawing/2010/main">
      <mc:Choice Requires="a14">
        <dgm:pt modelId="{10FAED2C-FB8C-274E-B2F9-AF1C2BA6AC02}">
          <dgm:prSet custT="1"/>
          <dgm:spPr/>
          <dgm:t>
            <a:bodyPr/>
            <a:lstStyle/>
            <a:p>
              <a:pPr>
                <a:buNone/>
              </a:pPr>
              <a14:m>
                <m:oMathPara xmlns:m="http://schemas.openxmlformats.org/officeDocument/2006/math">
                  <m:oMathParaPr>
                    <m:jc m:val="centerGroup"/>
                  </m:oMathParaPr>
                  <m:oMath xmlns:m="http://schemas.openxmlformats.org/officeDocument/2006/math">
                    <m:sSub>
                      <m:sSubPr>
                        <m:ctrlPr>
                          <a:rPr lang="da-DK" sz="2000" b="0" i="1" smtClean="0">
                            <a:latin typeface="Cambria Math" panose="02040503050406030204" pitchFamily="18" charset="0"/>
                          </a:rPr>
                        </m:ctrlPr>
                      </m:sSubPr>
                      <m:e>
                        <m:r>
                          <a:rPr lang="da-DK" sz="2000" b="0" i="1" smtClean="0">
                            <a:latin typeface="Cambria Math" panose="02040503050406030204" pitchFamily="18" charset="0"/>
                          </a:rPr>
                          <m:t>𝐼</m:t>
                        </m:r>
                      </m:e>
                      <m:sub>
                        <m:r>
                          <m:rPr>
                            <m:sty m:val="p"/>
                          </m:rPr>
                          <a:rPr lang="da-DK" sz="2000" b="0" i="0" smtClean="0">
                            <a:latin typeface="Cambria Math" panose="02040503050406030204" pitchFamily="18" charset="0"/>
                          </a:rPr>
                          <m:t>McMini</m:t>
                        </m:r>
                      </m:sub>
                    </m:sSub>
                    <m:r>
                      <a:rPr lang="da-DK" sz="2000" b="0" i="1" smtClean="0">
                        <a:latin typeface="Cambria Math" panose="02040503050406030204" pitchFamily="18" charset="0"/>
                      </a:rPr>
                      <m:t>/</m:t>
                    </m:r>
                    <m:sSub>
                      <m:sSubPr>
                        <m:ctrlPr>
                          <a:rPr lang="da-DK" sz="2000" b="0" i="1" smtClean="0">
                            <a:latin typeface="Cambria Math" panose="02040503050406030204" pitchFamily="18" charset="0"/>
                          </a:rPr>
                        </m:ctrlPr>
                      </m:sSubPr>
                      <m:e>
                        <m:r>
                          <a:rPr lang="da-DK" sz="2000" b="0" i="1" smtClean="0">
                            <a:latin typeface="Cambria Math" panose="02040503050406030204" pitchFamily="18" charset="0"/>
                          </a:rPr>
                          <m:t>𝐼</m:t>
                        </m:r>
                      </m:e>
                      <m:sub>
                        <m:r>
                          <m:rPr>
                            <m:sty m:val="p"/>
                          </m:rPr>
                          <a:rPr lang="da-DK" sz="2000" b="0" i="0" smtClean="0">
                            <a:latin typeface="Cambria Math" panose="02040503050406030204" pitchFamily="18" charset="0"/>
                          </a:rPr>
                          <m:t>Mc</m:t>
                        </m:r>
                        <m:r>
                          <a:rPr lang="da-DK" sz="2000" b="0" i="1" smtClean="0">
                            <a:latin typeface="Cambria Math" panose="02040503050406030204" pitchFamily="18" charset="0"/>
                          </a:rPr>
                          <m:t>𝑆𝑡𝑎𝑠</m:t>
                        </m:r>
                      </m:sub>
                    </m:sSub>
                    <m:r>
                      <a:rPr lang="da-DK" sz="2000" b="0" i="1" smtClean="0">
                        <a:latin typeface="Cambria Math" panose="02040503050406030204" pitchFamily="18" charset="0"/>
                      </a:rPr>
                      <m:t>=</m:t>
                    </m:r>
                    <m:r>
                      <a:rPr lang="en-DK" sz="2000" i="1" smtClean="0">
                        <a:latin typeface="Cambria Math" panose="02040503050406030204" pitchFamily="18" charset="0"/>
                      </a:rPr>
                      <m:t>1+3×</m:t>
                    </m:r>
                    <m:sSup>
                      <m:sSupPr>
                        <m:ctrlPr>
                          <a:rPr lang="en-DK" sz="2000" i="1">
                            <a:latin typeface="Cambria Math" panose="02040503050406030204" pitchFamily="18" charset="0"/>
                          </a:rPr>
                        </m:ctrlPr>
                      </m:sSupPr>
                      <m:e>
                        <m:r>
                          <a:rPr lang="en-DK" sz="2000" i="1">
                            <a:latin typeface="Cambria Math" panose="02040503050406030204" pitchFamily="18" charset="0"/>
                          </a:rPr>
                          <m:t>10</m:t>
                        </m:r>
                      </m:e>
                      <m:sup>
                        <m:r>
                          <a:rPr lang="en-DK" sz="2000" i="1">
                            <a:latin typeface="Cambria Math" panose="02040503050406030204" pitchFamily="18" charset="0"/>
                          </a:rPr>
                          <m:t>−7</m:t>
                        </m:r>
                      </m:sup>
                    </m:sSup>
                  </m:oMath>
                </m:oMathPara>
              </a14:m>
              <a:endParaRPr lang="en-DK" sz="2000" dirty="0"/>
            </a:p>
          </dgm:t>
        </dgm:pt>
      </mc:Choice>
      <mc:Fallback xmlns="">
        <dgm:pt modelId="{10FAED2C-FB8C-274E-B2F9-AF1C2BA6AC02}">
          <dgm:prSet custT="1"/>
          <dgm:spPr/>
          <dgm:t>
            <a:bodyPr/>
            <a:lstStyle/>
            <a:p>
              <a:pPr>
                <a:buNone/>
              </a:pPr>
              <a:r>
                <a:rPr lang="da-DK" sz="2000" b="0" i="0">
                  <a:latin typeface="Cambria Math" panose="02040503050406030204" pitchFamily="18" charset="0"/>
                </a:rPr>
                <a:t>𝐼_McMini/𝐼_Mc𝑆𝑡𝑎𝑠=</a:t>
              </a:r>
              <a:r>
                <a:rPr lang="en-DK" sz="2000" i="0"/>
                <a:t>1+3×10^(−7)</a:t>
              </a:r>
              <a:endParaRPr lang="en-DK" sz="2000" dirty="0"/>
            </a:p>
          </dgm:t>
        </dgm:pt>
      </mc:Fallback>
    </mc:AlternateContent>
    <dgm:pt modelId="{148E89C0-DB7C-7A4A-93F5-71508F8B1B65}" type="parTrans" cxnId="{384A9632-1489-4C4B-9CCE-A13D78DFBDAF}">
      <dgm:prSet/>
      <dgm:spPr/>
      <dgm:t>
        <a:bodyPr/>
        <a:lstStyle/>
        <a:p>
          <a:endParaRPr lang="en-US"/>
        </a:p>
      </dgm:t>
    </dgm:pt>
    <dgm:pt modelId="{09459F1D-3D5A-E948-861B-20CA8FE844DE}" type="sibTrans" cxnId="{384A9632-1489-4C4B-9CCE-A13D78DFBDAF}">
      <dgm:prSet/>
      <dgm:spPr/>
      <dgm:t>
        <a:bodyPr/>
        <a:lstStyle/>
        <a:p>
          <a:endParaRPr lang="en-US"/>
        </a:p>
      </dgm:t>
    </dgm:pt>
    <dgm:pt modelId="{49761D66-0585-484A-BB59-378D9FF2DBC6}" type="pres">
      <dgm:prSet presAssocID="{6183D0DC-DB55-D346-A7D7-A35B630F66FB}" presName="Name0" presStyleCnt="0">
        <dgm:presLayoutVars>
          <dgm:dir/>
          <dgm:animLvl val="lvl"/>
          <dgm:resizeHandles val="exact"/>
        </dgm:presLayoutVars>
      </dgm:prSet>
      <dgm:spPr/>
    </dgm:pt>
    <dgm:pt modelId="{C633F25E-8C17-AD43-ABD8-321D78D3321E}" type="pres">
      <dgm:prSet presAssocID="{1E3DDDFF-9715-6E4D-885F-E1DD35BAC0E9}" presName="linNode" presStyleCnt="0"/>
      <dgm:spPr/>
    </dgm:pt>
    <dgm:pt modelId="{9F285121-88A9-1749-8809-5678F1E1EBBB}" type="pres">
      <dgm:prSet presAssocID="{1E3DDDFF-9715-6E4D-885F-E1DD35BAC0E9}" presName="parentText" presStyleLbl="node1" presStyleIdx="0" presStyleCnt="1">
        <dgm:presLayoutVars>
          <dgm:chMax val="1"/>
          <dgm:bulletEnabled val="1"/>
        </dgm:presLayoutVars>
      </dgm:prSet>
      <dgm:spPr/>
    </dgm:pt>
    <dgm:pt modelId="{0904EC37-B284-C848-B052-BA543E59BFEF}" type="pres">
      <dgm:prSet presAssocID="{1E3DDDFF-9715-6E4D-885F-E1DD35BAC0E9}" presName="descendantText" presStyleLbl="alignAccFollowNode1" presStyleIdx="0" presStyleCnt="1">
        <dgm:presLayoutVars>
          <dgm:bulletEnabled val="1"/>
        </dgm:presLayoutVars>
      </dgm:prSet>
      <dgm:spPr/>
    </dgm:pt>
  </dgm:ptLst>
  <dgm:cxnLst>
    <dgm:cxn modelId="{7B031C13-D40F-CE4F-A03F-A2F621C14236}" srcId="{6183D0DC-DB55-D346-A7D7-A35B630F66FB}" destId="{1E3DDDFF-9715-6E4D-885F-E1DD35BAC0E9}" srcOrd="0" destOrd="0" parTransId="{53D7AF92-0154-024D-A99E-660B60CA0738}" sibTransId="{D9A81B22-EC33-6442-B594-DACE3CABFEF0}"/>
    <dgm:cxn modelId="{AA0C2324-2FE5-8A46-B668-1EC2CD6AEBDB}" type="presOf" srcId="{6183D0DC-DB55-D346-A7D7-A35B630F66FB}" destId="{49761D66-0585-484A-BB59-378D9FF2DBC6}" srcOrd="0" destOrd="0" presId="urn:microsoft.com/office/officeart/2005/8/layout/vList5"/>
    <dgm:cxn modelId="{384A9632-1489-4C4B-9CCE-A13D78DFBDAF}" srcId="{1E3DDDFF-9715-6E4D-885F-E1DD35BAC0E9}" destId="{10FAED2C-FB8C-274E-B2F9-AF1C2BA6AC02}" srcOrd="0" destOrd="0" parTransId="{148E89C0-DB7C-7A4A-93F5-71508F8B1B65}" sibTransId="{09459F1D-3D5A-E948-861B-20CA8FE844DE}"/>
    <dgm:cxn modelId="{ACA0443B-EE82-AC41-BA55-D5C805A182AA}" type="presOf" srcId="{10FAED2C-FB8C-274E-B2F9-AF1C2BA6AC02}" destId="{0904EC37-B284-C848-B052-BA543E59BFEF}" srcOrd="0" destOrd="0" presId="urn:microsoft.com/office/officeart/2005/8/layout/vList5"/>
    <dgm:cxn modelId="{C6C63CDA-90B7-5C4F-9DA6-445DABCA5FD6}" type="presOf" srcId="{1E3DDDFF-9715-6E4D-885F-E1DD35BAC0E9}" destId="{9F285121-88A9-1749-8809-5678F1E1EBBB}" srcOrd="0" destOrd="0" presId="urn:microsoft.com/office/officeart/2005/8/layout/vList5"/>
    <dgm:cxn modelId="{7208FDE1-CE44-8C41-811A-BA018EB9E175}" type="presParOf" srcId="{49761D66-0585-484A-BB59-378D9FF2DBC6}" destId="{C633F25E-8C17-AD43-ABD8-321D78D3321E}" srcOrd="0" destOrd="0" presId="urn:microsoft.com/office/officeart/2005/8/layout/vList5"/>
    <dgm:cxn modelId="{631F7DDC-22F6-3241-9F15-FDB881E9B08A}" type="presParOf" srcId="{C633F25E-8C17-AD43-ABD8-321D78D3321E}" destId="{9F285121-88A9-1749-8809-5678F1E1EBBB}" srcOrd="0" destOrd="0" presId="urn:microsoft.com/office/officeart/2005/8/layout/vList5"/>
    <dgm:cxn modelId="{0AF1EF53-0B01-6A40-82B8-D287E6CB7C6E}" type="presParOf" srcId="{C633F25E-8C17-AD43-ABD8-321D78D3321E}" destId="{0904EC37-B284-C848-B052-BA543E59BFEF}" srcOrd="1" destOrd="0" presId="urn:microsoft.com/office/officeart/2005/8/layout/vList5"/>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6183D0DC-DB55-D346-A7D7-A35B630F66FB}"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1E3DDDFF-9715-6E4D-885F-E1DD35BAC0E9}">
      <dgm:prSet custT="1"/>
      <dgm:spPr/>
      <dgm:t>
        <a:bodyPr/>
        <a:lstStyle/>
        <a:p>
          <a:r>
            <a:rPr lang="en-US" sz="1400" dirty="0"/>
            <a:t>Integrated intensity ratio:</a:t>
          </a:r>
          <a:endParaRPr lang="en-DK" sz="1400" dirty="0"/>
        </a:p>
      </dgm:t>
    </dgm:pt>
    <dgm:pt modelId="{53D7AF92-0154-024D-A99E-660B60CA0738}" type="parTrans" cxnId="{7B031C13-D40F-CE4F-A03F-A2F621C14236}">
      <dgm:prSet/>
      <dgm:spPr/>
      <dgm:t>
        <a:bodyPr/>
        <a:lstStyle/>
        <a:p>
          <a:endParaRPr lang="en-US"/>
        </a:p>
      </dgm:t>
    </dgm:pt>
    <dgm:pt modelId="{D9A81B22-EC33-6442-B594-DACE3CABFEF0}" type="sibTrans" cxnId="{7B031C13-D40F-CE4F-A03F-A2F621C14236}">
      <dgm:prSet/>
      <dgm:spPr/>
      <dgm:t>
        <a:bodyPr/>
        <a:lstStyle/>
        <a:p>
          <a:endParaRPr lang="en-US"/>
        </a:p>
      </dgm:t>
    </dgm:pt>
    <dgm:pt modelId="{10FAED2C-FB8C-274E-B2F9-AF1C2BA6AC02}">
      <dgm:prSet custT="1"/>
      <dgm:spPr>
        <a:blipFill>
          <a:blip xmlns:r="http://schemas.openxmlformats.org/officeDocument/2006/relationships" r:embed="rId1"/>
          <a:stretch>
            <a:fillRect/>
          </a:stretch>
        </a:blipFill>
      </dgm:spPr>
      <dgm:t>
        <a:bodyPr/>
        <a:lstStyle/>
        <a:p>
          <a:r>
            <a:rPr lang="en-US">
              <a:noFill/>
            </a:rPr>
            <a:t> </a:t>
          </a:r>
        </a:p>
      </dgm:t>
    </dgm:pt>
    <dgm:pt modelId="{148E89C0-DB7C-7A4A-93F5-71508F8B1B65}" type="parTrans" cxnId="{384A9632-1489-4C4B-9CCE-A13D78DFBDAF}">
      <dgm:prSet/>
      <dgm:spPr/>
      <dgm:t>
        <a:bodyPr/>
        <a:lstStyle/>
        <a:p>
          <a:endParaRPr lang="en-US"/>
        </a:p>
      </dgm:t>
    </dgm:pt>
    <dgm:pt modelId="{09459F1D-3D5A-E948-861B-20CA8FE844DE}" type="sibTrans" cxnId="{384A9632-1489-4C4B-9CCE-A13D78DFBDAF}">
      <dgm:prSet/>
      <dgm:spPr/>
      <dgm:t>
        <a:bodyPr/>
        <a:lstStyle/>
        <a:p>
          <a:endParaRPr lang="en-US"/>
        </a:p>
      </dgm:t>
    </dgm:pt>
    <dgm:pt modelId="{49761D66-0585-484A-BB59-378D9FF2DBC6}" type="pres">
      <dgm:prSet presAssocID="{6183D0DC-DB55-D346-A7D7-A35B630F66FB}" presName="Name0" presStyleCnt="0">
        <dgm:presLayoutVars>
          <dgm:dir/>
          <dgm:animLvl val="lvl"/>
          <dgm:resizeHandles val="exact"/>
        </dgm:presLayoutVars>
      </dgm:prSet>
      <dgm:spPr/>
    </dgm:pt>
    <dgm:pt modelId="{C633F25E-8C17-AD43-ABD8-321D78D3321E}" type="pres">
      <dgm:prSet presAssocID="{1E3DDDFF-9715-6E4D-885F-E1DD35BAC0E9}" presName="linNode" presStyleCnt="0"/>
      <dgm:spPr/>
    </dgm:pt>
    <dgm:pt modelId="{9F285121-88A9-1749-8809-5678F1E1EBBB}" type="pres">
      <dgm:prSet presAssocID="{1E3DDDFF-9715-6E4D-885F-E1DD35BAC0E9}" presName="parentText" presStyleLbl="node1" presStyleIdx="0" presStyleCnt="1">
        <dgm:presLayoutVars>
          <dgm:chMax val="1"/>
          <dgm:bulletEnabled val="1"/>
        </dgm:presLayoutVars>
      </dgm:prSet>
      <dgm:spPr/>
    </dgm:pt>
    <dgm:pt modelId="{0904EC37-B284-C848-B052-BA543E59BFEF}" type="pres">
      <dgm:prSet presAssocID="{1E3DDDFF-9715-6E4D-885F-E1DD35BAC0E9}" presName="descendantText" presStyleLbl="alignAccFollowNode1" presStyleIdx="0" presStyleCnt="1">
        <dgm:presLayoutVars>
          <dgm:bulletEnabled val="1"/>
        </dgm:presLayoutVars>
      </dgm:prSet>
      <dgm:spPr/>
    </dgm:pt>
  </dgm:ptLst>
  <dgm:cxnLst>
    <dgm:cxn modelId="{7B031C13-D40F-CE4F-A03F-A2F621C14236}" srcId="{6183D0DC-DB55-D346-A7D7-A35B630F66FB}" destId="{1E3DDDFF-9715-6E4D-885F-E1DD35BAC0E9}" srcOrd="0" destOrd="0" parTransId="{53D7AF92-0154-024D-A99E-660B60CA0738}" sibTransId="{D9A81B22-EC33-6442-B594-DACE3CABFEF0}"/>
    <dgm:cxn modelId="{AA0C2324-2FE5-8A46-B668-1EC2CD6AEBDB}" type="presOf" srcId="{6183D0DC-DB55-D346-A7D7-A35B630F66FB}" destId="{49761D66-0585-484A-BB59-378D9FF2DBC6}" srcOrd="0" destOrd="0" presId="urn:microsoft.com/office/officeart/2005/8/layout/vList5"/>
    <dgm:cxn modelId="{384A9632-1489-4C4B-9CCE-A13D78DFBDAF}" srcId="{1E3DDDFF-9715-6E4D-885F-E1DD35BAC0E9}" destId="{10FAED2C-FB8C-274E-B2F9-AF1C2BA6AC02}" srcOrd="0" destOrd="0" parTransId="{148E89C0-DB7C-7A4A-93F5-71508F8B1B65}" sibTransId="{09459F1D-3D5A-E948-861B-20CA8FE844DE}"/>
    <dgm:cxn modelId="{ACA0443B-EE82-AC41-BA55-D5C805A182AA}" type="presOf" srcId="{10FAED2C-FB8C-274E-B2F9-AF1C2BA6AC02}" destId="{0904EC37-B284-C848-B052-BA543E59BFEF}" srcOrd="0" destOrd="0" presId="urn:microsoft.com/office/officeart/2005/8/layout/vList5"/>
    <dgm:cxn modelId="{C6C63CDA-90B7-5C4F-9DA6-445DABCA5FD6}" type="presOf" srcId="{1E3DDDFF-9715-6E4D-885F-E1DD35BAC0E9}" destId="{9F285121-88A9-1749-8809-5678F1E1EBBB}" srcOrd="0" destOrd="0" presId="urn:microsoft.com/office/officeart/2005/8/layout/vList5"/>
    <dgm:cxn modelId="{7208FDE1-CE44-8C41-811A-BA018EB9E175}" type="presParOf" srcId="{49761D66-0585-484A-BB59-378D9FF2DBC6}" destId="{C633F25E-8C17-AD43-ABD8-321D78D3321E}" srcOrd="0" destOrd="0" presId="urn:microsoft.com/office/officeart/2005/8/layout/vList5"/>
    <dgm:cxn modelId="{631F7DDC-22F6-3241-9F15-FDB881E9B08A}" type="presParOf" srcId="{C633F25E-8C17-AD43-ABD8-321D78D3321E}" destId="{9F285121-88A9-1749-8809-5678F1E1EBBB}" srcOrd="0" destOrd="0" presId="urn:microsoft.com/office/officeart/2005/8/layout/vList5"/>
    <dgm:cxn modelId="{0AF1EF53-0B01-6A40-82B8-D287E6CB7C6E}" type="presParOf" srcId="{C633F25E-8C17-AD43-ABD8-321D78D3321E}" destId="{0904EC37-B284-C848-B052-BA543E59BFEF}" srcOrd="1" destOrd="0" presId="urn:microsoft.com/office/officeart/2005/8/layout/vList5"/>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D92BA320-714C-7A4A-8BDE-23F763E7321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857DF7BD-8AB0-8943-AB25-3EF5AA0AD773}">
      <dgm:prSet custT="1"/>
      <dgm:spPr/>
      <dgm:t>
        <a:bodyPr/>
        <a:lstStyle/>
        <a:p>
          <a:r>
            <a:rPr lang="en-US" sz="1400" dirty="0"/>
            <a:t>Equator-cut correlation:</a:t>
          </a:r>
          <a:endParaRPr lang="en-DK" sz="1400" dirty="0"/>
        </a:p>
      </dgm:t>
    </dgm:pt>
    <dgm:pt modelId="{D4F84B00-207F-C247-ABF7-8A3558CE374C}" type="parTrans" cxnId="{66953541-CF1B-C047-8F32-1500BD4E88D0}">
      <dgm:prSet/>
      <dgm:spPr/>
      <dgm:t>
        <a:bodyPr/>
        <a:lstStyle/>
        <a:p>
          <a:endParaRPr lang="en-US"/>
        </a:p>
      </dgm:t>
    </dgm:pt>
    <dgm:pt modelId="{D2A5B4BC-53AF-D646-9F5C-2D09F85A3BAD}" type="sibTrans" cxnId="{66953541-CF1B-C047-8F32-1500BD4E88D0}">
      <dgm:prSet/>
      <dgm:spPr/>
      <dgm:t>
        <a:bodyPr/>
        <a:lstStyle/>
        <a:p>
          <a:endParaRPr lang="en-US"/>
        </a:p>
      </dgm:t>
    </dgm:pt>
    <mc:AlternateContent xmlns:mc="http://schemas.openxmlformats.org/markup-compatibility/2006" xmlns:a14="http://schemas.microsoft.com/office/drawing/2010/main">
      <mc:Choice Requires="a14">
        <dgm:pt modelId="{9538C32C-D806-324C-A4F4-3F9B7896E749}">
          <dgm:prSet custT="1"/>
          <dgm:spPr/>
          <dgm:t>
            <a:bodyPr/>
            <a:lstStyle/>
            <a:p>
              <a:pPr>
                <a:buNone/>
              </a:pPr>
              <a14:m>
                <m:oMathPara xmlns:m="http://schemas.openxmlformats.org/officeDocument/2006/math">
                  <m:oMathParaPr>
                    <m:jc m:val="centerGroup"/>
                  </m:oMathParaPr>
                  <m:oMath xmlns:m="http://schemas.openxmlformats.org/officeDocument/2006/math">
                    <m:r>
                      <a:rPr lang="da-DK" sz="2000" b="0" i="1" smtClean="0">
                        <a:latin typeface="Cambria Math" panose="02040503050406030204" pitchFamily="18" charset="0"/>
                        <a:ea typeface="Cambria Math" panose="02040503050406030204" pitchFamily="18" charset="0"/>
                      </a:rPr>
                      <m:t>𝜌</m:t>
                    </m:r>
                    <m:r>
                      <a:rPr lang="da-DK" sz="2000" b="0" i="1" smtClean="0">
                        <a:latin typeface="Cambria Math" panose="02040503050406030204" pitchFamily="18" charset="0"/>
                      </a:rPr>
                      <m:t>=</m:t>
                    </m:r>
                    <m:r>
                      <a:rPr lang="en-DK" sz="2000" i="1" smtClean="0">
                        <a:latin typeface="Cambria Math" panose="02040503050406030204" pitchFamily="18" charset="0"/>
                      </a:rPr>
                      <m:t>0.999961</m:t>
                    </m:r>
                  </m:oMath>
                </m:oMathPara>
              </a14:m>
              <a:endParaRPr lang="en-DK" sz="2000" dirty="0"/>
            </a:p>
          </dgm:t>
        </dgm:pt>
      </mc:Choice>
      <mc:Fallback xmlns="">
        <dgm:pt modelId="{9538C32C-D806-324C-A4F4-3F9B7896E749}">
          <dgm:prSet custT="1"/>
          <dgm:spPr/>
          <dgm:t>
            <a:bodyPr/>
            <a:lstStyle/>
            <a:p>
              <a:pPr>
                <a:buNone/>
              </a:pPr>
              <a:r>
                <a:rPr lang="da-DK" sz="2000" b="0" i="0">
                  <a:latin typeface="Cambria Math" panose="02040503050406030204" pitchFamily="18" charset="0"/>
                  <a:ea typeface="Cambria Math" panose="02040503050406030204" pitchFamily="18" charset="0"/>
                </a:rPr>
                <a:t>𝜌</a:t>
              </a:r>
              <a:r>
                <a:rPr lang="da-DK" sz="2000" b="0" i="0">
                  <a:latin typeface="Cambria Math" panose="02040503050406030204" pitchFamily="18" charset="0"/>
                </a:rPr>
                <a:t>=</a:t>
              </a:r>
              <a:r>
                <a:rPr lang="en-DK" sz="2000" i="0"/>
                <a:t>0.999961</a:t>
              </a:r>
              <a:endParaRPr lang="en-DK" sz="2000" dirty="0"/>
            </a:p>
          </dgm:t>
        </dgm:pt>
      </mc:Fallback>
    </mc:AlternateContent>
    <dgm:pt modelId="{FA399F79-03C6-2D47-901C-EB30C1B15339}" type="parTrans" cxnId="{0D05F88A-E357-4940-B007-6D82B2E684EF}">
      <dgm:prSet/>
      <dgm:spPr/>
      <dgm:t>
        <a:bodyPr/>
        <a:lstStyle/>
        <a:p>
          <a:endParaRPr lang="en-US"/>
        </a:p>
      </dgm:t>
    </dgm:pt>
    <dgm:pt modelId="{C3AAAEFC-E9A7-3442-BC1B-CAEB96F0E359}" type="sibTrans" cxnId="{0D05F88A-E357-4940-B007-6D82B2E684EF}">
      <dgm:prSet/>
      <dgm:spPr/>
      <dgm:t>
        <a:bodyPr/>
        <a:lstStyle/>
        <a:p>
          <a:endParaRPr lang="en-US"/>
        </a:p>
      </dgm:t>
    </dgm:pt>
    <mc:AlternateContent xmlns:mc="http://schemas.openxmlformats.org/markup-compatibility/2006" xmlns:a14="http://schemas.microsoft.com/office/drawing/2010/main">
      <mc:Choice Requires="a14">
        <dgm:pt modelId="{5985F281-AF51-234F-AD36-4E363D339D4C}">
          <dgm:prSet custT="1"/>
          <dgm:spPr/>
          <dgm:t>
            <a:bodyPr/>
            <a:lstStyle/>
            <a:p>
              <a:r>
                <a:rPr lang="en-US" sz="1400" dirty="0"/>
                <a:t>Equator-cut </a:t>
              </a:r>
              <a14:m>
                <m:oMath xmlns:m="http://schemas.openxmlformats.org/officeDocument/2006/math">
                  <m:sSubSup>
                    <m:sSubSupPr>
                      <m:ctrlPr>
                        <a:rPr lang="en-DK" sz="1400" i="1" smtClean="0">
                          <a:latin typeface="Cambria Math" panose="02040503050406030204" pitchFamily="18" charset="0"/>
                        </a:rPr>
                      </m:ctrlPr>
                    </m:sSubSupPr>
                    <m:e>
                      <m:r>
                        <a:rPr lang="en-DK" sz="1400" i="1">
                          <a:latin typeface="Cambria Math" panose="02040503050406030204" pitchFamily="18" charset="0"/>
                        </a:rPr>
                        <m:t>𝜒</m:t>
                      </m:r>
                    </m:e>
                    <m:sub>
                      <m:r>
                        <a:rPr lang="en-DK" sz="1400" i="1">
                          <a:latin typeface="Cambria Math" panose="02040503050406030204" pitchFamily="18" charset="0"/>
                        </a:rPr>
                        <m:t>𝜐</m:t>
                      </m:r>
                    </m:sub>
                    <m:sup>
                      <m:r>
                        <a:rPr lang="en-DK" sz="1400" i="1">
                          <a:latin typeface="Cambria Math" panose="02040503050406030204" pitchFamily="18" charset="0"/>
                        </a:rPr>
                        <m:t>2</m:t>
                      </m:r>
                    </m:sup>
                  </m:sSubSup>
                </m:oMath>
              </a14:m>
              <a:r>
                <a:rPr lang="en-US" sz="1400" dirty="0"/>
                <a:t>: </a:t>
              </a:r>
              <a:endParaRPr lang="en-DK" sz="1400" dirty="0"/>
            </a:p>
          </dgm:t>
        </dgm:pt>
      </mc:Choice>
      <mc:Fallback xmlns="">
        <dgm:pt modelId="{5985F281-AF51-234F-AD36-4E363D339D4C}">
          <dgm:prSet custT="1"/>
          <dgm:spPr/>
          <dgm:t>
            <a:bodyPr/>
            <a:lstStyle/>
            <a:p>
              <a:r>
                <a:rPr lang="en-US" sz="1400" dirty="0"/>
                <a:t>Equator-cut </a:t>
              </a:r>
              <a:r>
                <a:rPr lang="en-DK" sz="1400" i="0">
                  <a:latin typeface="Cambria Math" panose="02040503050406030204" pitchFamily="18" charset="0"/>
                </a:rPr>
                <a:t>𝜒_𝜐^2</a:t>
              </a:r>
              <a:r>
                <a:rPr lang="en-US" sz="1400" dirty="0"/>
                <a:t>: </a:t>
              </a:r>
              <a:endParaRPr lang="en-DK" sz="1400" dirty="0"/>
            </a:p>
          </dgm:t>
        </dgm:pt>
      </mc:Fallback>
    </mc:AlternateContent>
    <dgm:pt modelId="{335EAF7B-D231-354D-A8CD-C0BFF1918B0C}" type="parTrans" cxnId="{C4216F3E-CD4C-7B45-80F9-B7A3828E6636}">
      <dgm:prSet/>
      <dgm:spPr/>
      <dgm:t>
        <a:bodyPr/>
        <a:lstStyle/>
        <a:p>
          <a:endParaRPr lang="en-US"/>
        </a:p>
      </dgm:t>
    </dgm:pt>
    <dgm:pt modelId="{3E169F13-FF8E-3640-B759-B77B8A9081EF}" type="sibTrans" cxnId="{C4216F3E-CD4C-7B45-80F9-B7A3828E6636}">
      <dgm:prSet/>
      <dgm:spPr/>
      <dgm:t>
        <a:bodyPr/>
        <a:lstStyle/>
        <a:p>
          <a:endParaRPr lang="en-US"/>
        </a:p>
      </dgm:t>
    </dgm:pt>
    <mc:AlternateContent xmlns:mc="http://schemas.openxmlformats.org/markup-compatibility/2006" xmlns:a14="http://schemas.microsoft.com/office/drawing/2010/main">
      <mc:Choice Requires="a14">
        <dgm:pt modelId="{4901B09F-A99A-514B-8DBA-059B9071AAAE}">
          <dgm:prSet custT="1"/>
          <dgm:spPr/>
          <dgm:t>
            <a:bodyPr/>
            <a:lstStyle/>
            <a:p>
              <a:pPr>
                <a:buNone/>
              </a:pPr>
              <a14:m>
                <m:oMathPara xmlns:m="http://schemas.openxmlformats.org/officeDocument/2006/math">
                  <m:oMathParaPr>
                    <m:jc m:val="centerGroup"/>
                  </m:oMathParaPr>
                  <m:oMath xmlns:m="http://schemas.openxmlformats.org/officeDocument/2006/math">
                    <m:sSubSup>
                      <m:sSubSupPr>
                        <m:ctrlPr>
                          <a:rPr lang="en-DK" sz="2000" i="1" smtClean="0">
                            <a:latin typeface="Cambria Math" panose="02040503050406030204" pitchFamily="18" charset="0"/>
                          </a:rPr>
                        </m:ctrlPr>
                      </m:sSubSupPr>
                      <m:e>
                        <m:r>
                          <a:rPr lang="en-DK" sz="2000" i="1">
                            <a:latin typeface="Cambria Math" panose="02040503050406030204" pitchFamily="18" charset="0"/>
                          </a:rPr>
                          <m:t>𝜒</m:t>
                        </m:r>
                      </m:e>
                      <m:sub>
                        <m:r>
                          <a:rPr lang="en-DK" sz="2000" i="1">
                            <a:latin typeface="Cambria Math" panose="02040503050406030204" pitchFamily="18" charset="0"/>
                          </a:rPr>
                          <m:t>𝜐</m:t>
                        </m:r>
                      </m:sub>
                      <m:sup>
                        <m:r>
                          <a:rPr lang="en-DK" sz="2000" i="1">
                            <a:latin typeface="Cambria Math" panose="02040503050406030204" pitchFamily="18" charset="0"/>
                          </a:rPr>
                          <m:t>2</m:t>
                        </m:r>
                      </m:sup>
                    </m:sSubSup>
                    <m:r>
                      <a:rPr lang="en-DK" sz="2000" i="1">
                        <a:latin typeface="Cambria Math" panose="02040503050406030204" pitchFamily="18" charset="0"/>
                      </a:rPr>
                      <m:t>=3.02</m:t>
                    </m:r>
                  </m:oMath>
                </m:oMathPara>
              </a14:m>
              <a:endParaRPr lang="en-DK" sz="2000" dirty="0"/>
            </a:p>
          </dgm:t>
        </dgm:pt>
      </mc:Choice>
      <mc:Fallback xmlns="">
        <dgm:pt modelId="{4901B09F-A99A-514B-8DBA-059B9071AAAE}">
          <dgm:prSet custT="1"/>
          <dgm:spPr/>
          <dgm:t>
            <a:bodyPr/>
            <a:lstStyle/>
            <a:p>
              <a:pPr>
                <a:buNone/>
              </a:pPr>
              <a:r>
                <a:rPr lang="en-DK" sz="2000" i="0"/>
                <a:t>𝜒_𝜐^2=3.02</a:t>
              </a:r>
              <a:endParaRPr lang="en-DK" sz="2000" dirty="0"/>
            </a:p>
          </dgm:t>
        </dgm:pt>
      </mc:Fallback>
    </mc:AlternateContent>
    <dgm:pt modelId="{4156EF64-3340-C94E-8DC7-CEF3A079BA5C}" type="parTrans" cxnId="{5B89AFD3-E8D6-F848-AF66-3EF7282AB5C4}">
      <dgm:prSet/>
      <dgm:spPr/>
      <dgm:t>
        <a:bodyPr/>
        <a:lstStyle/>
        <a:p>
          <a:endParaRPr lang="en-US"/>
        </a:p>
      </dgm:t>
    </dgm:pt>
    <dgm:pt modelId="{A5C519BD-F37A-E240-AECA-38ED90D8D371}" type="sibTrans" cxnId="{5B89AFD3-E8D6-F848-AF66-3EF7282AB5C4}">
      <dgm:prSet/>
      <dgm:spPr/>
      <dgm:t>
        <a:bodyPr/>
        <a:lstStyle/>
        <a:p>
          <a:endParaRPr lang="en-US"/>
        </a:p>
      </dgm:t>
    </dgm:pt>
    <dgm:pt modelId="{ECA9A26B-B402-4A40-B945-DEC8DEBECC57}">
      <dgm:prSet custT="1"/>
      <dgm:spPr/>
      <dgm:t>
        <a:bodyPr/>
        <a:lstStyle/>
        <a:p>
          <a:r>
            <a:rPr lang="da-DK" sz="1400" dirty="0"/>
            <a:t>RMS </a:t>
          </a:r>
          <a:r>
            <a:rPr lang="da-DK" sz="1400" dirty="0" err="1"/>
            <a:t>shape</a:t>
          </a:r>
          <a:r>
            <a:rPr lang="da-DK" sz="1400" dirty="0"/>
            <a:t> residual</a:t>
          </a:r>
          <a:endParaRPr lang="en-DK" sz="1400" dirty="0"/>
        </a:p>
      </dgm:t>
    </dgm:pt>
    <dgm:pt modelId="{4DDE230C-2245-0E49-813C-B21CF0D20DC1}" type="parTrans" cxnId="{669FD425-EE9C-6242-8F30-7CC95E1E2838}">
      <dgm:prSet/>
      <dgm:spPr/>
      <dgm:t>
        <a:bodyPr/>
        <a:lstStyle/>
        <a:p>
          <a:endParaRPr lang="en-US"/>
        </a:p>
      </dgm:t>
    </dgm:pt>
    <dgm:pt modelId="{912D4D03-A515-E740-8C35-743C24B6254D}" type="sibTrans" cxnId="{669FD425-EE9C-6242-8F30-7CC95E1E2838}">
      <dgm:prSet/>
      <dgm:spPr/>
      <dgm:t>
        <a:bodyPr/>
        <a:lstStyle/>
        <a:p>
          <a:endParaRPr lang="en-US"/>
        </a:p>
      </dgm:t>
    </dgm:pt>
    <mc:AlternateContent xmlns:mc="http://schemas.openxmlformats.org/markup-compatibility/2006">
      <mc:Choice xmlns:a14="http://schemas.microsoft.com/office/drawing/2010/main" Requires="a14">
        <dgm:pt modelId="{4DBB9EE0-FAD0-5245-A4DB-E0DC2E9BA754}">
          <dgm:prSet custT="1"/>
          <dgm:spPr/>
          <dgm:t>
            <a:bodyPr/>
            <a:lstStyle/>
            <a:p>
              <a:pPr>
                <a:buNone/>
              </a:pPr>
              <a14:m>
                <m:oMathPara xmlns:m="http://schemas.openxmlformats.org/officeDocument/2006/math">
                  <m:oMathParaPr>
                    <m:jc m:val="centerGroup"/>
                  </m:oMathParaPr>
                  <m:oMath xmlns:m="http://schemas.openxmlformats.org/officeDocument/2006/math">
                    <m:r>
                      <a:rPr lang="da-DK" sz="2000" b="0" i="1" smtClean="0">
                        <a:latin typeface="Cambria Math" panose="02040503050406030204" pitchFamily="18" charset="0"/>
                      </a:rPr>
                      <m:t>𝑅𝑀𝑆</m:t>
                    </m:r>
                    <m:r>
                      <a:rPr lang="en-DK" sz="2000" i="1">
                        <a:latin typeface="Cambria Math" panose="02040503050406030204" pitchFamily="18" charset="0"/>
                      </a:rPr>
                      <m:t>=1.74×</m:t>
                    </m:r>
                    <m:sSup>
                      <m:sSupPr>
                        <m:ctrlPr>
                          <a:rPr lang="en-DK" sz="2000" i="1">
                            <a:latin typeface="Cambria Math" panose="02040503050406030204" pitchFamily="18" charset="0"/>
                          </a:rPr>
                        </m:ctrlPr>
                      </m:sSupPr>
                      <m:e>
                        <m:r>
                          <a:rPr lang="en-DK" sz="2000" i="1">
                            <a:latin typeface="Cambria Math" panose="02040503050406030204" pitchFamily="18" charset="0"/>
                          </a:rPr>
                          <m:t>10</m:t>
                        </m:r>
                      </m:e>
                      <m:sup>
                        <m:r>
                          <a:rPr lang="en-DK" sz="2000" i="1">
                            <a:latin typeface="Cambria Math" panose="02040503050406030204" pitchFamily="18" charset="0"/>
                          </a:rPr>
                          <m:t>−8</m:t>
                        </m:r>
                      </m:sup>
                    </m:sSup>
                  </m:oMath>
                </m:oMathPara>
              </a14:m>
              <a:endParaRPr lang="en-DK" sz="2000" dirty="0"/>
            </a:p>
          </dgm:t>
        </dgm:pt>
      </mc:Choice>
      <mc:Fallback>
        <dgm:pt modelId="{4DBB9EE0-FAD0-5245-A4DB-E0DC2E9BA754}">
          <dgm:prSet custT="1"/>
          <dgm:spPr/>
          <dgm:t>
            <a:bodyPr/>
            <a:lstStyle/>
            <a:p>
              <a:pPr>
                <a:buNone/>
              </a:pPr>
              <a:r>
                <a:rPr lang="da-DK" sz="2000" b="0" i="0">
                  <a:latin typeface="Cambria Math" panose="02040503050406030204" pitchFamily="18" charset="0"/>
                </a:rPr>
                <a:t>𝑅𝑀𝑆</a:t>
              </a:r>
              <a:r>
                <a:rPr lang="en-DK" sz="2000" i="0">
                  <a:latin typeface="Cambria Math" panose="02040503050406030204" pitchFamily="18" charset="0"/>
                </a:rPr>
                <a:t>=1.74×10^(−8)</a:t>
              </a:r>
              <a:endParaRPr lang="en-DK" sz="2000" dirty="0"/>
            </a:p>
          </dgm:t>
        </dgm:pt>
      </mc:Fallback>
    </mc:AlternateContent>
    <dgm:pt modelId="{17341AF6-2D6C-CE40-A5CC-98983A9D2C3E}" type="parTrans" cxnId="{FF3E341D-1876-DB4B-BFA2-EE5BB4F64D3E}">
      <dgm:prSet/>
      <dgm:spPr/>
      <dgm:t>
        <a:bodyPr/>
        <a:lstStyle/>
        <a:p>
          <a:endParaRPr lang="en-US"/>
        </a:p>
      </dgm:t>
    </dgm:pt>
    <dgm:pt modelId="{A996D9D6-E0F5-2749-BC20-67F6CF89C07B}" type="sibTrans" cxnId="{FF3E341D-1876-DB4B-BFA2-EE5BB4F64D3E}">
      <dgm:prSet/>
      <dgm:spPr/>
      <dgm:t>
        <a:bodyPr/>
        <a:lstStyle/>
        <a:p>
          <a:endParaRPr lang="en-US"/>
        </a:p>
      </dgm:t>
    </dgm:pt>
    <dgm:pt modelId="{70FD4885-2BC8-4E46-B78A-029F18AB3F74}" type="pres">
      <dgm:prSet presAssocID="{D92BA320-714C-7A4A-8BDE-23F763E73217}" presName="Name0" presStyleCnt="0">
        <dgm:presLayoutVars>
          <dgm:dir/>
          <dgm:animLvl val="lvl"/>
          <dgm:resizeHandles val="exact"/>
        </dgm:presLayoutVars>
      </dgm:prSet>
      <dgm:spPr/>
    </dgm:pt>
    <dgm:pt modelId="{66285B3A-BC0C-314E-BA5F-480159741906}" type="pres">
      <dgm:prSet presAssocID="{857DF7BD-8AB0-8943-AB25-3EF5AA0AD773}" presName="linNode" presStyleCnt="0"/>
      <dgm:spPr/>
    </dgm:pt>
    <dgm:pt modelId="{65EDA51D-37AE-5A4F-995E-50092FCDEFE0}" type="pres">
      <dgm:prSet presAssocID="{857DF7BD-8AB0-8943-AB25-3EF5AA0AD773}" presName="parentText" presStyleLbl="node1" presStyleIdx="0" presStyleCnt="3">
        <dgm:presLayoutVars>
          <dgm:chMax val="1"/>
          <dgm:bulletEnabled val="1"/>
        </dgm:presLayoutVars>
      </dgm:prSet>
      <dgm:spPr/>
    </dgm:pt>
    <dgm:pt modelId="{9DADBE07-D6DD-AF4F-874A-38DE52C96EF2}" type="pres">
      <dgm:prSet presAssocID="{857DF7BD-8AB0-8943-AB25-3EF5AA0AD773}" presName="descendantText" presStyleLbl="alignAccFollowNode1" presStyleIdx="0" presStyleCnt="3">
        <dgm:presLayoutVars>
          <dgm:bulletEnabled val="1"/>
        </dgm:presLayoutVars>
      </dgm:prSet>
      <dgm:spPr/>
    </dgm:pt>
    <dgm:pt modelId="{E4F40011-DA70-8E46-8AB0-FDD487FE72FE}" type="pres">
      <dgm:prSet presAssocID="{D2A5B4BC-53AF-D646-9F5C-2D09F85A3BAD}" presName="sp" presStyleCnt="0"/>
      <dgm:spPr/>
    </dgm:pt>
    <dgm:pt modelId="{9E434917-EA96-5F45-8B18-C5D0618F2698}" type="pres">
      <dgm:prSet presAssocID="{5985F281-AF51-234F-AD36-4E363D339D4C}" presName="linNode" presStyleCnt="0"/>
      <dgm:spPr/>
    </dgm:pt>
    <dgm:pt modelId="{DAC57656-315C-3846-B7BE-FAF18FF2F35C}" type="pres">
      <dgm:prSet presAssocID="{5985F281-AF51-234F-AD36-4E363D339D4C}" presName="parentText" presStyleLbl="node1" presStyleIdx="1" presStyleCnt="3">
        <dgm:presLayoutVars>
          <dgm:chMax val="1"/>
          <dgm:bulletEnabled val="1"/>
        </dgm:presLayoutVars>
      </dgm:prSet>
      <dgm:spPr/>
    </dgm:pt>
    <dgm:pt modelId="{891A531F-2E95-FE40-BD84-898A7B33D2A7}" type="pres">
      <dgm:prSet presAssocID="{5985F281-AF51-234F-AD36-4E363D339D4C}" presName="descendantText" presStyleLbl="alignAccFollowNode1" presStyleIdx="1" presStyleCnt="3">
        <dgm:presLayoutVars>
          <dgm:bulletEnabled val="1"/>
        </dgm:presLayoutVars>
      </dgm:prSet>
      <dgm:spPr/>
    </dgm:pt>
    <dgm:pt modelId="{F818851B-A6D5-3541-9819-765EBF3DEA7A}" type="pres">
      <dgm:prSet presAssocID="{3E169F13-FF8E-3640-B759-B77B8A9081EF}" presName="sp" presStyleCnt="0"/>
      <dgm:spPr/>
    </dgm:pt>
    <dgm:pt modelId="{DDE46DDC-A8CE-4A42-9FD5-CBC6A02242FA}" type="pres">
      <dgm:prSet presAssocID="{ECA9A26B-B402-4A40-B945-DEC8DEBECC57}" presName="linNode" presStyleCnt="0"/>
      <dgm:spPr/>
    </dgm:pt>
    <dgm:pt modelId="{0933B6A8-AE6B-8240-AB40-6114323AE038}" type="pres">
      <dgm:prSet presAssocID="{ECA9A26B-B402-4A40-B945-DEC8DEBECC57}" presName="parentText" presStyleLbl="node1" presStyleIdx="2" presStyleCnt="3">
        <dgm:presLayoutVars>
          <dgm:chMax val="1"/>
          <dgm:bulletEnabled val="1"/>
        </dgm:presLayoutVars>
      </dgm:prSet>
      <dgm:spPr/>
    </dgm:pt>
    <dgm:pt modelId="{53010B2D-0F2C-A043-85F3-A6E951886B19}" type="pres">
      <dgm:prSet presAssocID="{ECA9A26B-B402-4A40-B945-DEC8DEBECC57}" presName="descendantText" presStyleLbl="alignAccFollowNode1" presStyleIdx="2" presStyleCnt="3">
        <dgm:presLayoutVars>
          <dgm:bulletEnabled val="1"/>
        </dgm:presLayoutVars>
      </dgm:prSet>
      <dgm:spPr/>
    </dgm:pt>
  </dgm:ptLst>
  <dgm:cxnLst>
    <dgm:cxn modelId="{EAFEAC03-A705-0542-B40B-B8FBDE3A2484}" type="presOf" srcId="{ECA9A26B-B402-4A40-B945-DEC8DEBECC57}" destId="{0933B6A8-AE6B-8240-AB40-6114323AE038}" srcOrd="0" destOrd="0" presId="urn:microsoft.com/office/officeart/2005/8/layout/vList5"/>
    <dgm:cxn modelId="{FF3E341D-1876-DB4B-BFA2-EE5BB4F64D3E}" srcId="{ECA9A26B-B402-4A40-B945-DEC8DEBECC57}" destId="{4DBB9EE0-FAD0-5245-A4DB-E0DC2E9BA754}" srcOrd="0" destOrd="0" parTransId="{17341AF6-2D6C-CE40-A5CC-98983A9D2C3E}" sibTransId="{A996D9D6-E0F5-2749-BC20-67F6CF89C07B}"/>
    <dgm:cxn modelId="{669FD425-EE9C-6242-8F30-7CC95E1E2838}" srcId="{D92BA320-714C-7A4A-8BDE-23F763E73217}" destId="{ECA9A26B-B402-4A40-B945-DEC8DEBECC57}" srcOrd="2" destOrd="0" parTransId="{4DDE230C-2245-0E49-813C-B21CF0D20DC1}" sibTransId="{912D4D03-A515-E740-8C35-743C24B6254D}"/>
    <dgm:cxn modelId="{C4216F3E-CD4C-7B45-80F9-B7A3828E6636}" srcId="{D92BA320-714C-7A4A-8BDE-23F763E73217}" destId="{5985F281-AF51-234F-AD36-4E363D339D4C}" srcOrd="1" destOrd="0" parTransId="{335EAF7B-D231-354D-A8CD-C0BFF1918B0C}" sibTransId="{3E169F13-FF8E-3640-B759-B77B8A9081EF}"/>
    <dgm:cxn modelId="{66953541-CF1B-C047-8F32-1500BD4E88D0}" srcId="{D92BA320-714C-7A4A-8BDE-23F763E73217}" destId="{857DF7BD-8AB0-8943-AB25-3EF5AA0AD773}" srcOrd="0" destOrd="0" parTransId="{D4F84B00-207F-C247-ABF7-8A3558CE374C}" sibTransId="{D2A5B4BC-53AF-D646-9F5C-2D09F85A3BAD}"/>
    <dgm:cxn modelId="{91233745-2265-F143-B3D4-B2F9C4FBB847}" type="presOf" srcId="{5985F281-AF51-234F-AD36-4E363D339D4C}" destId="{DAC57656-315C-3846-B7BE-FAF18FF2F35C}" srcOrd="0" destOrd="0" presId="urn:microsoft.com/office/officeart/2005/8/layout/vList5"/>
    <dgm:cxn modelId="{4C0E5D7E-8A98-DA45-A4A4-05A615CBC13D}" type="presOf" srcId="{D92BA320-714C-7A4A-8BDE-23F763E73217}" destId="{70FD4885-2BC8-4E46-B78A-029F18AB3F74}" srcOrd="0" destOrd="0" presId="urn:microsoft.com/office/officeart/2005/8/layout/vList5"/>
    <dgm:cxn modelId="{13D82085-94D6-064B-853A-817606A2BEDD}" type="presOf" srcId="{9538C32C-D806-324C-A4F4-3F9B7896E749}" destId="{9DADBE07-D6DD-AF4F-874A-38DE52C96EF2}" srcOrd="0" destOrd="0" presId="urn:microsoft.com/office/officeart/2005/8/layout/vList5"/>
    <dgm:cxn modelId="{0D05F88A-E357-4940-B007-6D82B2E684EF}" srcId="{857DF7BD-8AB0-8943-AB25-3EF5AA0AD773}" destId="{9538C32C-D806-324C-A4F4-3F9B7896E749}" srcOrd="0" destOrd="0" parTransId="{FA399F79-03C6-2D47-901C-EB30C1B15339}" sibTransId="{C3AAAEFC-E9A7-3442-BC1B-CAEB96F0E359}"/>
    <dgm:cxn modelId="{918F5BAC-E146-0A4E-ACC2-9D2CBA1BCCEE}" type="presOf" srcId="{4DBB9EE0-FAD0-5245-A4DB-E0DC2E9BA754}" destId="{53010B2D-0F2C-A043-85F3-A6E951886B19}" srcOrd="0" destOrd="0" presId="urn:microsoft.com/office/officeart/2005/8/layout/vList5"/>
    <dgm:cxn modelId="{5B89AFD3-E8D6-F848-AF66-3EF7282AB5C4}" srcId="{5985F281-AF51-234F-AD36-4E363D339D4C}" destId="{4901B09F-A99A-514B-8DBA-059B9071AAAE}" srcOrd="0" destOrd="0" parTransId="{4156EF64-3340-C94E-8DC7-CEF3A079BA5C}" sibTransId="{A5C519BD-F37A-E240-AECA-38ED90D8D371}"/>
    <dgm:cxn modelId="{3A879EE0-24E6-D34D-8B56-8C591BB20F79}" type="presOf" srcId="{4901B09F-A99A-514B-8DBA-059B9071AAAE}" destId="{891A531F-2E95-FE40-BD84-898A7B33D2A7}" srcOrd="0" destOrd="0" presId="urn:microsoft.com/office/officeart/2005/8/layout/vList5"/>
    <dgm:cxn modelId="{3B548AED-A547-9148-B69D-04CDD7B1C9AD}" type="presOf" srcId="{857DF7BD-8AB0-8943-AB25-3EF5AA0AD773}" destId="{65EDA51D-37AE-5A4F-995E-50092FCDEFE0}" srcOrd="0" destOrd="0" presId="urn:microsoft.com/office/officeart/2005/8/layout/vList5"/>
    <dgm:cxn modelId="{4A63C841-9F68-224E-9595-51204F4F2778}" type="presParOf" srcId="{70FD4885-2BC8-4E46-B78A-029F18AB3F74}" destId="{66285B3A-BC0C-314E-BA5F-480159741906}" srcOrd="0" destOrd="0" presId="urn:microsoft.com/office/officeart/2005/8/layout/vList5"/>
    <dgm:cxn modelId="{FE38AE8F-E16E-AC43-8F82-66F0DE7A5E00}" type="presParOf" srcId="{66285B3A-BC0C-314E-BA5F-480159741906}" destId="{65EDA51D-37AE-5A4F-995E-50092FCDEFE0}" srcOrd="0" destOrd="0" presId="urn:microsoft.com/office/officeart/2005/8/layout/vList5"/>
    <dgm:cxn modelId="{17C89613-A52D-784F-A8D2-629BE13ED38B}" type="presParOf" srcId="{66285B3A-BC0C-314E-BA5F-480159741906}" destId="{9DADBE07-D6DD-AF4F-874A-38DE52C96EF2}" srcOrd="1" destOrd="0" presId="urn:microsoft.com/office/officeart/2005/8/layout/vList5"/>
    <dgm:cxn modelId="{7ED9F178-CB56-C349-9D63-8E0764F9A5B8}" type="presParOf" srcId="{70FD4885-2BC8-4E46-B78A-029F18AB3F74}" destId="{E4F40011-DA70-8E46-8AB0-FDD487FE72FE}" srcOrd="1" destOrd="0" presId="urn:microsoft.com/office/officeart/2005/8/layout/vList5"/>
    <dgm:cxn modelId="{F80EAF0D-DF96-6B4A-9F8D-DB04DFD8DE0C}" type="presParOf" srcId="{70FD4885-2BC8-4E46-B78A-029F18AB3F74}" destId="{9E434917-EA96-5F45-8B18-C5D0618F2698}" srcOrd="2" destOrd="0" presId="urn:microsoft.com/office/officeart/2005/8/layout/vList5"/>
    <dgm:cxn modelId="{77C81464-8FAD-964E-B9B5-3BAFD992A101}" type="presParOf" srcId="{9E434917-EA96-5F45-8B18-C5D0618F2698}" destId="{DAC57656-315C-3846-B7BE-FAF18FF2F35C}" srcOrd="0" destOrd="0" presId="urn:microsoft.com/office/officeart/2005/8/layout/vList5"/>
    <dgm:cxn modelId="{4DED67E0-8810-8D4C-BE2C-FF2FEE0EB794}" type="presParOf" srcId="{9E434917-EA96-5F45-8B18-C5D0618F2698}" destId="{891A531F-2E95-FE40-BD84-898A7B33D2A7}" srcOrd="1" destOrd="0" presId="urn:microsoft.com/office/officeart/2005/8/layout/vList5"/>
    <dgm:cxn modelId="{3BBE3C42-6617-4742-A338-CCC10D26FDA8}" type="presParOf" srcId="{70FD4885-2BC8-4E46-B78A-029F18AB3F74}" destId="{F818851B-A6D5-3541-9819-765EBF3DEA7A}" srcOrd="3" destOrd="0" presId="urn:microsoft.com/office/officeart/2005/8/layout/vList5"/>
    <dgm:cxn modelId="{0A146C24-8D7E-E949-8AE9-108F2075CB20}" type="presParOf" srcId="{70FD4885-2BC8-4E46-B78A-029F18AB3F74}" destId="{DDE46DDC-A8CE-4A42-9FD5-CBC6A02242FA}" srcOrd="4" destOrd="0" presId="urn:microsoft.com/office/officeart/2005/8/layout/vList5"/>
    <dgm:cxn modelId="{C99EA22C-8D85-384D-B5DB-8038366FB6CE}" type="presParOf" srcId="{DDE46DDC-A8CE-4A42-9FD5-CBC6A02242FA}" destId="{0933B6A8-AE6B-8240-AB40-6114323AE038}" srcOrd="0" destOrd="0" presId="urn:microsoft.com/office/officeart/2005/8/layout/vList5"/>
    <dgm:cxn modelId="{547BEDAF-10C4-4848-892E-7CD27BDD1D45}" type="presParOf" srcId="{DDE46DDC-A8CE-4A42-9FD5-CBC6A02242FA}" destId="{53010B2D-0F2C-A043-85F3-A6E951886B19}" srcOrd="1" destOrd="0" presId="urn:microsoft.com/office/officeart/2005/8/layout/vList5"/>
  </dgm:cxnLst>
  <dgm:bg/>
  <dgm:whole/>
  <dgm:extLst>
    <a:ext uri="http://schemas.microsoft.com/office/drawing/2008/diagram">
      <dsp:dataModelExt xmlns:dsp="http://schemas.microsoft.com/office/drawing/2008/diagram" relId="rId33"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D92BA320-714C-7A4A-8BDE-23F763E7321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857DF7BD-8AB0-8943-AB25-3EF5AA0AD773}">
      <dgm:prSet custT="1"/>
      <dgm:spPr/>
      <dgm:t>
        <a:bodyPr/>
        <a:lstStyle/>
        <a:p>
          <a:r>
            <a:rPr lang="en-US" sz="1400" dirty="0"/>
            <a:t>Equator-cut correlation:</a:t>
          </a:r>
          <a:endParaRPr lang="en-DK" sz="1400" dirty="0"/>
        </a:p>
      </dgm:t>
    </dgm:pt>
    <dgm:pt modelId="{D4F84B00-207F-C247-ABF7-8A3558CE374C}" type="parTrans" cxnId="{66953541-CF1B-C047-8F32-1500BD4E88D0}">
      <dgm:prSet/>
      <dgm:spPr/>
      <dgm:t>
        <a:bodyPr/>
        <a:lstStyle/>
        <a:p>
          <a:endParaRPr lang="en-US"/>
        </a:p>
      </dgm:t>
    </dgm:pt>
    <dgm:pt modelId="{D2A5B4BC-53AF-D646-9F5C-2D09F85A3BAD}" type="sibTrans" cxnId="{66953541-CF1B-C047-8F32-1500BD4E88D0}">
      <dgm:prSet/>
      <dgm:spPr/>
      <dgm:t>
        <a:bodyPr/>
        <a:lstStyle/>
        <a:p>
          <a:endParaRPr lang="en-US"/>
        </a:p>
      </dgm:t>
    </dgm:pt>
    <dgm:pt modelId="{9538C32C-D806-324C-A4F4-3F9B7896E749}">
      <dgm:prSet custT="1"/>
      <dgm:spPr>
        <a:blipFill>
          <a:blip xmlns:r="http://schemas.openxmlformats.org/officeDocument/2006/relationships" r:embed="rId1"/>
          <a:stretch>
            <a:fillRect/>
          </a:stretch>
        </a:blipFill>
      </dgm:spPr>
      <dgm:t>
        <a:bodyPr/>
        <a:lstStyle/>
        <a:p>
          <a:r>
            <a:rPr lang="en-US">
              <a:noFill/>
            </a:rPr>
            <a:t> </a:t>
          </a:r>
        </a:p>
      </dgm:t>
    </dgm:pt>
    <dgm:pt modelId="{FA399F79-03C6-2D47-901C-EB30C1B15339}" type="parTrans" cxnId="{0D05F88A-E357-4940-B007-6D82B2E684EF}">
      <dgm:prSet/>
      <dgm:spPr/>
      <dgm:t>
        <a:bodyPr/>
        <a:lstStyle/>
        <a:p>
          <a:endParaRPr lang="en-US"/>
        </a:p>
      </dgm:t>
    </dgm:pt>
    <dgm:pt modelId="{C3AAAEFC-E9A7-3442-BC1B-CAEB96F0E359}" type="sibTrans" cxnId="{0D05F88A-E357-4940-B007-6D82B2E684EF}">
      <dgm:prSet/>
      <dgm:spPr/>
      <dgm:t>
        <a:bodyPr/>
        <a:lstStyle/>
        <a:p>
          <a:endParaRPr lang="en-US"/>
        </a:p>
      </dgm:t>
    </dgm:pt>
    <dgm:pt modelId="{5985F281-AF51-234F-AD36-4E363D339D4C}">
      <dgm:prSet custT="1"/>
      <dgm:spPr>
        <a:blipFill>
          <a:blip xmlns:r="http://schemas.openxmlformats.org/officeDocument/2006/relationships" r:embed="rId2"/>
          <a:stretch>
            <a:fillRect/>
          </a:stretch>
        </a:blipFill>
      </dgm:spPr>
      <dgm:t>
        <a:bodyPr/>
        <a:lstStyle/>
        <a:p>
          <a:r>
            <a:rPr lang="en-US">
              <a:noFill/>
            </a:rPr>
            <a:t> </a:t>
          </a:r>
        </a:p>
      </dgm:t>
    </dgm:pt>
    <dgm:pt modelId="{335EAF7B-D231-354D-A8CD-C0BFF1918B0C}" type="parTrans" cxnId="{C4216F3E-CD4C-7B45-80F9-B7A3828E6636}">
      <dgm:prSet/>
      <dgm:spPr/>
      <dgm:t>
        <a:bodyPr/>
        <a:lstStyle/>
        <a:p>
          <a:endParaRPr lang="en-US"/>
        </a:p>
      </dgm:t>
    </dgm:pt>
    <dgm:pt modelId="{3E169F13-FF8E-3640-B759-B77B8A9081EF}" type="sibTrans" cxnId="{C4216F3E-CD4C-7B45-80F9-B7A3828E6636}">
      <dgm:prSet/>
      <dgm:spPr/>
      <dgm:t>
        <a:bodyPr/>
        <a:lstStyle/>
        <a:p>
          <a:endParaRPr lang="en-US"/>
        </a:p>
      </dgm:t>
    </dgm:pt>
    <dgm:pt modelId="{4901B09F-A99A-514B-8DBA-059B9071AAAE}">
      <dgm:prSet custT="1"/>
      <dgm:spPr>
        <a:blipFill>
          <a:blip xmlns:r="http://schemas.openxmlformats.org/officeDocument/2006/relationships" r:embed="rId3"/>
          <a:stretch>
            <a:fillRect/>
          </a:stretch>
        </a:blipFill>
      </dgm:spPr>
      <dgm:t>
        <a:bodyPr/>
        <a:lstStyle/>
        <a:p>
          <a:r>
            <a:rPr lang="en-US">
              <a:noFill/>
            </a:rPr>
            <a:t> </a:t>
          </a:r>
        </a:p>
      </dgm:t>
    </dgm:pt>
    <dgm:pt modelId="{4156EF64-3340-C94E-8DC7-CEF3A079BA5C}" type="parTrans" cxnId="{5B89AFD3-E8D6-F848-AF66-3EF7282AB5C4}">
      <dgm:prSet/>
      <dgm:spPr/>
      <dgm:t>
        <a:bodyPr/>
        <a:lstStyle/>
        <a:p>
          <a:endParaRPr lang="en-US"/>
        </a:p>
      </dgm:t>
    </dgm:pt>
    <dgm:pt modelId="{A5C519BD-F37A-E240-AECA-38ED90D8D371}" type="sibTrans" cxnId="{5B89AFD3-E8D6-F848-AF66-3EF7282AB5C4}">
      <dgm:prSet/>
      <dgm:spPr/>
      <dgm:t>
        <a:bodyPr/>
        <a:lstStyle/>
        <a:p>
          <a:endParaRPr lang="en-US"/>
        </a:p>
      </dgm:t>
    </dgm:pt>
    <dgm:pt modelId="{ECA9A26B-B402-4A40-B945-DEC8DEBECC57}">
      <dgm:prSet custT="1"/>
      <dgm:spPr/>
      <dgm:t>
        <a:bodyPr/>
        <a:lstStyle/>
        <a:p>
          <a:r>
            <a:rPr lang="da-DK" sz="1400" dirty="0"/>
            <a:t>RMS </a:t>
          </a:r>
          <a:r>
            <a:rPr lang="da-DK" sz="1400" dirty="0" err="1"/>
            <a:t>shape</a:t>
          </a:r>
          <a:r>
            <a:rPr lang="da-DK" sz="1400" dirty="0"/>
            <a:t> residual</a:t>
          </a:r>
          <a:endParaRPr lang="en-DK" sz="1400" dirty="0"/>
        </a:p>
      </dgm:t>
    </dgm:pt>
    <dgm:pt modelId="{4DDE230C-2245-0E49-813C-B21CF0D20DC1}" type="parTrans" cxnId="{669FD425-EE9C-6242-8F30-7CC95E1E2838}">
      <dgm:prSet/>
      <dgm:spPr/>
      <dgm:t>
        <a:bodyPr/>
        <a:lstStyle/>
        <a:p>
          <a:endParaRPr lang="en-US"/>
        </a:p>
      </dgm:t>
    </dgm:pt>
    <dgm:pt modelId="{912D4D03-A515-E740-8C35-743C24B6254D}" type="sibTrans" cxnId="{669FD425-EE9C-6242-8F30-7CC95E1E2838}">
      <dgm:prSet/>
      <dgm:spPr/>
      <dgm:t>
        <a:bodyPr/>
        <a:lstStyle/>
        <a:p>
          <a:endParaRPr lang="en-US"/>
        </a:p>
      </dgm:t>
    </dgm:pt>
    <dgm:pt modelId="{4DBB9EE0-FAD0-5245-A4DB-E0DC2E9BA754}">
      <dgm:prSet custT="1"/>
      <dgm:spPr>
        <a:blipFill>
          <a:blip xmlns:r="http://schemas.openxmlformats.org/officeDocument/2006/relationships" r:embed="rId4"/>
          <a:stretch>
            <a:fillRect/>
          </a:stretch>
        </a:blipFill>
      </dgm:spPr>
      <dgm:t>
        <a:bodyPr/>
        <a:lstStyle/>
        <a:p>
          <a:r>
            <a:rPr lang="en-US">
              <a:noFill/>
            </a:rPr>
            <a:t> </a:t>
          </a:r>
        </a:p>
      </dgm:t>
    </dgm:pt>
    <dgm:pt modelId="{17341AF6-2D6C-CE40-A5CC-98983A9D2C3E}" type="parTrans" cxnId="{FF3E341D-1876-DB4B-BFA2-EE5BB4F64D3E}">
      <dgm:prSet/>
      <dgm:spPr/>
      <dgm:t>
        <a:bodyPr/>
        <a:lstStyle/>
        <a:p>
          <a:endParaRPr lang="en-US"/>
        </a:p>
      </dgm:t>
    </dgm:pt>
    <dgm:pt modelId="{A996D9D6-E0F5-2749-BC20-67F6CF89C07B}" type="sibTrans" cxnId="{FF3E341D-1876-DB4B-BFA2-EE5BB4F64D3E}">
      <dgm:prSet/>
      <dgm:spPr/>
      <dgm:t>
        <a:bodyPr/>
        <a:lstStyle/>
        <a:p>
          <a:endParaRPr lang="en-US"/>
        </a:p>
      </dgm:t>
    </dgm:pt>
    <dgm:pt modelId="{70FD4885-2BC8-4E46-B78A-029F18AB3F74}" type="pres">
      <dgm:prSet presAssocID="{D92BA320-714C-7A4A-8BDE-23F763E73217}" presName="Name0" presStyleCnt="0">
        <dgm:presLayoutVars>
          <dgm:dir/>
          <dgm:animLvl val="lvl"/>
          <dgm:resizeHandles val="exact"/>
        </dgm:presLayoutVars>
      </dgm:prSet>
      <dgm:spPr/>
    </dgm:pt>
    <dgm:pt modelId="{66285B3A-BC0C-314E-BA5F-480159741906}" type="pres">
      <dgm:prSet presAssocID="{857DF7BD-8AB0-8943-AB25-3EF5AA0AD773}" presName="linNode" presStyleCnt="0"/>
      <dgm:spPr/>
    </dgm:pt>
    <dgm:pt modelId="{65EDA51D-37AE-5A4F-995E-50092FCDEFE0}" type="pres">
      <dgm:prSet presAssocID="{857DF7BD-8AB0-8943-AB25-3EF5AA0AD773}" presName="parentText" presStyleLbl="node1" presStyleIdx="0" presStyleCnt="3">
        <dgm:presLayoutVars>
          <dgm:chMax val="1"/>
          <dgm:bulletEnabled val="1"/>
        </dgm:presLayoutVars>
      </dgm:prSet>
      <dgm:spPr/>
    </dgm:pt>
    <dgm:pt modelId="{9DADBE07-D6DD-AF4F-874A-38DE52C96EF2}" type="pres">
      <dgm:prSet presAssocID="{857DF7BD-8AB0-8943-AB25-3EF5AA0AD773}" presName="descendantText" presStyleLbl="alignAccFollowNode1" presStyleIdx="0" presStyleCnt="3">
        <dgm:presLayoutVars>
          <dgm:bulletEnabled val="1"/>
        </dgm:presLayoutVars>
      </dgm:prSet>
      <dgm:spPr/>
    </dgm:pt>
    <dgm:pt modelId="{E4F40011-DA70-8E46-8AB0-FDD487FE72FE}" type="pres">
      <dgm:prSet presAssocID="{D2A5B4BC-53AF-D646-9F5C-2D09F85A3BAD}" presName="sp" presStyleCnt="0"/>
      <dgm:spPr/>
    </dgm:pt>
    <dgm:pt modelId="{9E434917-EA96-5F45-8B18-C5D0618F2698}" type="pres">
      <dgm:prSet presAssocID="{5985F281-AF51-234F-AD36-4E363D339D4C}" presName="linNode" presStyleCnt="0"/>
      <dgm:spPr/>
    </dgm:pt>
    <dgm:pt modelId="{DAC57656-315C-3846-B7BE-FAF18FF2F35C}" type="pres">
      <dgm:prSet presAssocID="{5985F281-AF51-234F-AD36-4E363D339D4C}" presName="parentText" presStyleLbl="node1" presStyleIdx="1" presStyleCnt="3">
        <dgm:presLayoutVars>
          <dgm:chMax val="1"/>
          <dgm:bulletEnabled val="1"/>
        </dgm:presLayoutVars>
      </dgm:prSet>
      <dgm:spPr/>
    </dgm:pt>
    <dgm:pt modelId="{891A531F-2E95-FE40-BD84-898A7B33D2A7}" type="pres">
      <dgm:prSet presAssocID="{5985F281-AF51-234F-AD36-4E363D339D4C}" presName="descendantText" presStyleLbl="alignAccFollowNode1" presStyleIdx="1" presStyleCnt="3">
        <dgm:presLayoutVars>
          <dgm:bulletEnabled val="1"/>
        </dgm:presLayoutVars>
      </dgm:prSet>
      <dgm:spPr/>
    </dgm:pt>
    <dgm:pt modelId="{F818851B-A6D5-3541-9819-765EBF3DEA7A}" type="pres">
      <dgm:prSet presAssocID="{3E169F13-FF8E-3640-B759-B77B8A9081EF}" presName="sp" presStyleCnt="0"/>
      <dgm:spPr/>
    </dgm:pt>
    <dgm:pt modelId="{DDE46DDC-A8CE-4A42-9FD5-CBC6A02242FA}" type="pres">
      <dgm:prSet presAssocID="{ECA9A26B-B402-4A40-B945-DEC8DEBECC57}" presName="linNode" presStyleCnt="0"/>
      <dgm:spPr/>
    </dgm:pt>
    <dgm:pt modelId="{0933B6A8-AE6B-8240-AB40-6114323AE038}" type="pres">
      <dgm:prSet presAssocID="{ECA9A26B-B402-4A40-B945-DEC8DEBECC57}" presName="parentText" presStyleLbl="node1" presStyleIdx="2" presStyleCnt="3">
        <dgm:presLayoutVars>
          <dgm:chMax val="1"/>
          <dgm:bulletEnabled val="1"/>
        </dgm:presLayoutVars>
      </dgm:prSet>
      <dgm:spPr/>
    </dgm:pt>
    <dgm:pt modelId="{53010B2D-0F2C-A043-85F3-A6E951886B19}" type="pres">
      <dgm:prSet presAssocID="{ECA9A26B-B402-4A40-B945-DEC8DEBECC57}" presName="descendantText" presStyleLbl="alignAccFollowNode1" presStyleIdx="2" presStyleCnt="3">
        <dgm:presLayoutVars>
          <dgm:bulletEnabled val="1"/>
        </dgm:presLayoutVars>
      </dgm:prSet>
      <dgm:spPr/>
    </dgm:pt>
  </dgm:ptLst>
  <dgm:cxnLst>
    <dgm:cxn modelId="{EAFEAC03-A705-0542-B40B-B8FBDE3A2484}" type="presOf" srcId="{ECA9A26B-B402-4A40-B945-DEC8DEBECC57}" destId="{0933B6A8-AE6B-8240-AB40-6114323AE038}" srcOrd="0" destOrd="0" presId="urn:microsoft.com/office/officeart/2005/8/layout/vList5"/>
    <dgm:cxn modelId="{FF3E341D-1876-DB4B-BFA2-EE5BB4F64D3E}" srcId="{ECA9A26B-B402-4A40-B945-DEC8DEBECC57}" destId="{4DBB9EE0-FAD0-5245-A4DB-E0DC2E9BA754}" srcOrd="0" destOrd="0" parTransId="{17341AF6-2D6C-CE40-A5CC-98983A9D2C3E}" sibTransId="{A996D9D6-E0F5-2749-BC20-67F6CF89C07B}"/>
    <dgm:cxn modelId="{669FD425-EE9C-6242-8F30-7CC95E1E2838}" srcId="{D92BA320-714C-7A4A-8BDE-23F763E73217}" destId="{ECA9A26B-B402-4A40-B945-DEC8DEBECC57}" srcOrd="2" destOrd="0" parTransId="{4DDE230C-2245-0E49-813C-B21CF0D20DC1}" sibTransId="{912D4D03-A515-E740-8C35-743C24B6254D}"/>
    <dgm:cxn modelId="{C4216F3E-CD4C-7B45-80F9-B7A3828E6636}" srcId="{D92BA320-714C-7A4A-8BDE-23F763E73217}" destId="{5985F281-AF51-234F-AD36-4E363D339D4C}" srcOrd="1" destOrd="0" parTransId="{335EAF7B-D231-354D-A8CD-C0BFF1918B0C}" sibTransId="{3E169F13-FF8E-3640-B759-B77B8A9081EF}"/>
    <dgm:cxn modelId="{66953541-CF1B-C047-8F32-1500BD4E88D0}" srcId="{D92BA320-714C-7A4A-8BDE-23F763E73217}" destId="{857DF7BD-8AB0-8943-AB25-3EF5AA0AD773}" srcOrd="0" destOrd="0" parTransId="{D4F84B00-207F-C247-ABF7-8A3558CE374C}" sibTransId="{D2A5B4BC-53AF-D646-9F5C-2D09F85A3BAD}"/>
    <dgm:cxn modelId="{91233745-2265-F143-B3D4-B2F9C4FBB847}" type="presOf" srcId="{5985F281-AF51-234F-AD36-4E363D339D4C}" destId="{DAC57656-315C-3846-B7BE-FAF18FF2F35C}" srcOrd="0" destOrd="0" presId="urn:microsoft.com/office/officeart/2005/8/layout/vList5"/>
    <dgm:cxn modelId="{4C0E5D7E-8A98-DA45-A4A4-05A615CBC13D}" type="presOf" srcId="{D92BA320-714C-7A4A-8BDE-23F763E73217}" destId="{70FD4885-2BC8-4E46-B78A-029F18AB3F74}" srcOrd="0" destOrd="0" presId="urn:microsoft.com/office/officeart/2005/8/layout/vList5"/>
    <dgm:cxn modelId="{13D82085-94D6-064B-853A-817606A2BEDD}" type="presOf" srcId="{9538C32C-D806-324C-A4F4-3F9B7896E749}" destId="{9DADBE07-D6DD-AF4F-874A-38DE52C96EF2}" srcOrd="0" destOrd="0" presId="urn:microsoft.com/office/officeart/2005/8/layout/vList5"/>
    <dgm:cxn modelId="{0D05F88A-E357-4940-B007-6D82B2E684EF}" srcId="{857DF7BD-8AB0-8943-AB25-3EF5AA0AD773}" destId="{9538C32C-D806-324C-A4F4-3F9B7896E749}" srcOrd="0" destOrd="0" parTransId="{FA399F79-03C6-2D47-901C-EB30C1B15339}" sibTransId="{C3AAAEFC-E9A7-3442-BC1B-CAEB96F0E359}"/>
    <dgm:cxn modelId="{918F5BAC-E146-0A4E-ACC2-9D2CBA1BCCEE}" type="presOf" srcId="{4DBB9EE0-FAD0-5245-A4DB-E0DC2E9BA754}" destId="{53010B2D-0F2C-A043-85F3-A6E951886B19}" srcOrd="0" destOrd="0" presId="urn:microsoft.com/office/officeart/2005/8/layout/vList5"/>
    <dgm:cxn modelId="{5B89AFD3-E8D6-F848-AF66-3EF7282AB5C4}" srcId="{5985F281-AF51-234F-AD36-4E363D339D4C}" destId="{4901B09F-A99A-514B-8DBA-059B9071AAAE}" srcOrd="0" destOrd="0" parTransId="{4156EF64-3340-C94E-8DC7-CEF3A079BA5C}" sibTransId="{A5C519BD-F37A-E240-AECA-38ED90D8D371}"/>
    <dgm:cxn modelId="{3A879EE0-24E6-D34D-8B56-8C591BB20F79}" type="presOf" srcId="{4901B09F-A99A-514B-8DBA-059B9071AAAE}" destId="{891A531F-2E95-FE40-BD84-898A7B33D2A7}" srcOrd="0" destOrd="0" presId="urn:microsoft.com/office/officeart/2005/8/layout/vList5"/>
    <dgm:cxn modelId="{3B548AED-A547-9148-B69D-04CDD7B1C9AD}" type="presOf" srcId="{857DF7BD-8AB0-8943-AB25-3EF5AA0AD773}" destId="{65EDA51D-37AE-5A4F-995E-50092FCDEFE0}" srcOrd="0" destOrd="0" presId="urn:microsoft.com/office/officeart/2005/8/layout/vList5"/>
    <dgm:cxn modelId="{4A63C841-9F68-224E-9595-51204F4F2778}" type="presParOf" srcId="{70FD4885-2BC8-4E46-B78A-029F18AB3F74}" destId="{66285B3A-BC0C-314E-BA5F-480159741906}" srcOrd="0" destOrd="0" presId="urn:microsoft.com/office/officeart/2005/8/layout/vList5"/>
    <dgm:cxn modelId="{FE38AE8F-E16E-AC43-8F82-66F0DE7A5E00}" type="presParOf" srcId="{66285B3A-BC0C-314E-BA5F-480159741906}" destId="{65EDA51D-37AE-5A4F-995E-50092FCDEFE0}" srcOrd="0" destOrd="0" presId="urn:microsoft.com/office/officeart/2005/8/layout/vList5"/>
    <dgm:cxn modelId="{17C89613-A52D-784F-A8D2-629BE13ED38B}" type="presParOf" srcId="{66285B3A-BC0C-314E-BA5F-480159741906}" destId="{9DADBE07-D6DD-AF4F-874A-38DE52C96EF2}" srcOrd="1" destOrd="0" presId="urn:microsoft.com/office/officeart/2005/8/layout/vList5"/>
    <dgm:cxn modelId="{7ED9F178-CB56-C349-9D63-8E0764F9A5B8}" type="presParOf" srcId="{70FD4885-2BC8-4E46-B78A-029F18AB3F74}" destId="{E4F40011-DA70-8E46-8AB0-FDD487FE72FE}" srcOrd="1" destOrd="0" presId="urn:microsoft.com/office/officeart/2005/8/layout/vList5"/>
    <dgm:cxn modelId="{F80EAF0D-DF96-6B4A-9F8D-DB04DFD8DE0C}" type="presParOf" srcId="{70FD4885-2BC8-4E46-B78A-029F18AB3F74}" destId="{9E434917-EA96-5F45-8B18-C5D0618F2698}" srcOrd="2" destOrd="0" presId="urn:microsoft.com/office/officeart/2005/8/layout/vList5"/>
    <dgm:cxn modelId="{77C81464-8FAD-964E-B9B5-3BAFD992A101}" type="presParOf" srcId="{9E434917-EA96-5F45-8B18-C5D0618F2698}" destId="{DAC57656-315C-3846-B7BE-FAF18FF2F35C}" srcOrd="0" destOrd="0" presId="urn:microsoft.com/office/officeart/2005/8/layout/vList5"/>
    <dgm:cxn modelId="{4DED67E0-8810-8D4C-BE2C-FF2FEE0EB794}" type="presParOf" srcId="{9E434917-EA96-5F45-8B18-C5D0618F2698}" destId="{891A531F-2E95-FE40-BD84-898A7B33D2A7}" srcOrd="1" destOrd="0" presId="urn:microsoft.com/office/officeart/2005/8/layout/vList5"/>
    <dgm:cxn modelId="{3BBE3C42-6617-4742-A338-CCC10D26FDA8}" type="presParOf" srcId="{70FD4885-2BC8-4E46-B78A-029F18AB3F74}" destId="{F818851B-A6D5-3541-9819-765EBF3DEA7A}" srcOrd="3" destOrd="0" presId="urn:microsoft.com/office/officeart/2005/8/layout/vList5"/>
    <dgm:cxn modelId="{0A146C24-8D7E-E949-8AE9-108F2075CB20}" type="presParOf" srcId="{70FD4885-2BC8-4E46-B78A-029F18AB3F74}" destId="{DDE46DDC-A8CE-4A42-9FD5-CBC6A02242FA}" srcOrd="4" destOrd="0" presId="urn:microsoft.com/office/officeart/2005/8/layout/vList5"/>
    <dgm:cxn modelId="{C99EA22C-8D85-384D-B5DB-8038366FB6CE}" type="presParOf" srcId="{DDE46DDC-A8CE-4A42-9FD5-CBC6A02242FA}" destId="{0933B6A8-AE6B-8240-AB40-6114323AE038}" srcOrd="0" destOrd="0" presId="urn:microsoft.com/office/officeart/2005/8/layout/vList5"/>
    <dgm:cxn modelId="{547BEDAF-10C4-4848-892E-7CD27BDD1D45}" type="presParOf" srcId="{DDE46DDC-A8CE-4A42-9FD5-CBC6A02242FA}" destId="{53010B2D-0F2C-A043-85F3-A6E951886B19}" srcOrd="1" destOrd="0" presId="urn:microsoft.com/office/officeart/2005/8/layout/vList5"/>
  </dgm:cxnLst>
  <dgm:bg/>
  <dgm:whole/>
  <dgm:extLst>
    <a:ext uri="http://schemas.microsoft.com/office/drawing/2008/diagram">
      <dsp:dataModelExt xmlns:dsp="http://schemas.microsoft.com/office/drawing/2008/diagram" relId="rId33"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06937658-903B-F643-89E2-84F5C807923A}" type="doc">
      <dgm:prSet loTypeId="urn:microsoft.com/office/officeart/2005/8/layout/default"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E1D07B28-3863-F947-9DC8-EFDCCDD0061D}">
          <dgm:prSet/>
          <dgm:spPr/>
          <dgm:t>
            <a:bodyPr/>
            <a:lstStyle/>
            <a:p>
              <a:r>
                <a:rPr lang="en-US" dirty="0"/>
                <a:t>Asymmetry method:</a:t>
              </a:r>
            </a:p>
            <a:p>
              <a:pPr/>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r>
                      <a:rPr lang="en-DK" i="1">
                        <a:latin typeface="Cambria Math" panose="02040503050406030204" pitchFamily="18" charset="0"/>
                      </a:rPr>
                      <m:t>−</m:t>
                    </m:r>
                    <m:r>
                      <a:rPr lang="en-DK" i="1">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oMath>
                </m:oMathPara>
              </a14:m>
              <a:endParaRPr lang="en-DK" dirty="0"/>
            </a:p>
          </dgm:t>
        </dgm:pt>
      </mc:Choice>
      <mc:Fallback xmlns="">
        <dgm:pt modelId="{E1D07B28-3863-F947-9DC8-EFDCCDD0061D}">
          <dgm:prSet/>
          <dgm:spPr/>
          <dgm:t>
            <a:bodyPr/>
            <a:lstStyle/>
            <a:p>
              <a:r>
                <a:rPr lang="en-US" dirty="0"/>
                <a:t>Asymmetry method:</a:t>
              </a:r>
            </a:p>
            <a:p>
              <a:r>
                <a:rPr lang="en-DK" i="0">
                  <a:latin typeface="Cambria Math" panose="02040503050406030204" pitchFamily="18" charset="0"/>
                </a:rPr>
                <a:t>𝐼(𝜙,𝜃)−𝐼(𝜙,−𝜃)</a:t>
              </a:r>
              <a:endParaRPr lang="en-DK" dirty="0"/>
            </a:p>
          </dgm:t>
        </dgm:pt>
      </mc:Fallback>
    </mc:AlternateContent>
    <dgm:pt modelId="{2BE7BCCB-F3D3-D54C-A19B-52A5C236687D}" type="parTrans" cxnId="{C9577EC2-9244-8A4C-8803-F767EB5A77AB}">
      <dgm:prSet/>
      <dgm:spPr/>
      <dgm:t>
        <a:bodyPr/>
        <a:lstStyle/>
        <a:p>
          <a:endParaRPr lang="en-US"/>
        </a:p>
      </dgm:t>
    </dgm:pt>
    <dgm:pt modelId="{40372FF8-25FF-B942-B330-FD047B34B4E5}" type="sibTrans" cxnId="{C9577EC2-9244-8A4C-8803-F767EB5A77AB}">
      <dgm:prSet/>
      <dgm:spPr/>
      <dgm:t>
        <a:bodyPr/>
        <a:lstStyle/>
        <a:p>
          <a:endParaRPr lang="en-US"/>
        </a:p>
      </dgm:t>
    </dgm:pt>
    <dgm:pt modelId="{B77B6A14-D40F-5545-83CF-DCF599728618}" type="pres">
      <dgm:prSet presAssocID="{06937658-903B-F643-89E2-84F5C807923A}" presName="diagram" presStyleCnt="0">
        <dgm:presLayoutVars>
          <dgm:dir/>
          <dgm:resizeHandles val="exact"/>
        </dgm:presLayoutVars>
      </dgm:prSet>
      <dgm:spPr/>
    </dgm:pt>
    <dgm:pt modelId="{F289FE33-CB08-C842-9FB6-4FF678F75216}" type="pres">
      <dgm:prSet presAssocID="{E1D07B28-3863-F947-9DC8-EFDCCDD0061D}" presName="node" presStyleLbl="node1" presStyleIdx="0" presStyleCnt="1">
        <dgm:presLayoutVars>
          <dgm:bulletEnabled val="1"/>
        </dgm:presLayoutVars>
      </dgm:prSet>
      <dgm:spPr/>
    </dgm:pt>
  </dgm:ptLst>
  <dgm:cxnLst>
    <dgm:cxn modelId="{19F5A44D-FFD7-B64F-A1E6-8A4AB0E3CF8F}" type="presOf" srcId="{06937658-903B-F643-89E2-84F5C807923A}" destId="{B77B6A14-D40F-5545-83CF-DCF599728618}" srcOrd="0" destOrd="0" presId="urn:microsoft.com/office/officeart/2005/8/layout/default"/>
    <dgm:cxn modelId="{C9577EC2-9244-8A4C-8803-F767EB5A77AB}" srcId="{06937658-903B-F643-89E2-84F5C807923A}" destId="{E1D07B28-3863-F947-9DC8-EFDCCDD0061D}" srcOrd="0" destOrd="0" parTransId="{2BE7BCCB-F3D3-D54C-A19B-52A5C236687D}" sibTransId="{40372FF8-25FF-B942-B330-FD047B34B4E5}"/>
    <dgm:cxn modelId="{DEE944C4-2025-1940-BB36-DD93BCB298C2}" type="presOf" srcId="{E1D07B28-3863-F947-9DC8-EFDCCDD0061D}" destId="{F289FE33-CB08-C842-9FB6-4FF678F75216}" srcOrd="0" destOrd="0" presId="urn:microsoft.com/office/officeart/2005/8/layout/default"/>
    <dgm:cxn modelId="{1D452E02-A2A7-E849-8BEC-DB230BE80BFB}" type="presParOf" srcId="{B77B6A14-D40F-5545-83CF-DCF599728618}" destId="{F289FE33-CB08-C842-9FB6-4FF678F75216}" srcOrd="0"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83.xml><?xml version="1.0" encoding="utf-8"?>
<dgm:dataModel xmlns:dgm="http://schemas.openxmlformats.org/drawingml/2006/diagram" xmlns:a="http://schemas.openxmlformats.org/drawingml/2006/main">
  <dgm:ptLst>
    <dgm:pt modelId="{06937658-903B-F643-89E2-84F5C807923A}" type="doc">
      <dgm:prSet loTypeId="urn:microsoft.com/office/officeart/2005/8/layout/default" loCatId="process" qsTypeId="urn:microsoft.com/office/officeart/2005/8/quickstyle/simple1" qsCatId="simple" csTypeId="urn:microsoft.com/office/officeart/2005/8/colors/accent1_2" csCatId="accent1" phldr="1"/>
      <dgm:spPr/>
      <dgm:t>
        <a:bodyPr/>
        <a:lstStyle/>
        <a:p>
          <a:endParaRPr lang="en-US"/>
        </a:p>
      </dgm:t>
    </dgm:pt>
    <dgm:pt modelId="{E1D07B28-3863-F947-9DC8-EFDCCDD0061D}">
      <dgm:prSet/>
      <dgm:spPr>
        <a:blipFill>
          <a:blip xmlns:r="http://schemas.openxmlformats.org/officeDocument/2006/relationships" r:embed="rId1"/>
          <a:stretch>
            <a:fillRect/>
          </a:stretch>
        </a:blipFill>
      </dgm:spPr>
      <dgm:t>
        <a:bodyPr/>
        <a:lstStyle/>
        <a:p>
          <a:r>
            <a:rPr lang="en-US">
              <a:noFill/>
            </a:rPr>
            <a:t> </a:t>
          </a:r>
        </a:p>
      </dgm:t>
    </dgm:pt>
    <dgm:pt modelId="{2BE7BCCB-F3D3-D54C-A19B-52A5C236687D}" type="parTrans" cxnId="{C9577EC2-9244-8A4C-8803-F767EB5A77AB}">
      <dgm:prSet/>
      <dgm:spPr/>
      <dgm:t>
        <a:bodyPr/>
        <a:lstStyle/>
        <a:p>
          <a:endParaRPr lang="en-US"/>
        </a:p>
      </dgm:t>
    </dgm:pt>
    <dgm:pt modelId="{40372FF8-25FF-B942-B330-FD047B34B4E5}" type="sibTrans" cxnId="{C9577EC2-9244-8A4C-8803-F767EB5A77AB}">
      <dgm:prSet/>
      <dgm:spPr/>
      <dgm:t>
        <a:bodyPr/>
        <a:lstStyle/>
        <a:p>
          <a:endParaRPr lang="en-US"/>
        </a:p>
      </dgm:t>
    </dgm:pt>
    <dgm:pt modelId="{B77B6A14-D40F-5545-83CF-DCF599728618}" type="pres">
      <dgm:prSet presAssocID="{06937658-903B-F643-89E2-84F5C807923A}" presName="diagram" presStyleCnt="0">
        <dgm:presLayoutVars>
          <dgm:dir/>
          <dgm:resizeHandles val="exact"/>
        </dgm:presLayoutVars>
      </dgm:prSet>
      <dgm:spPr/>
    </dgm:pt>
    <dgm:pt modelId="{F289FE33-CB08-C842-9FB6-4FF678F75216}" type="pres">
      <dgm:prSet presAssocID="{E1D07B28-3863-F947-9DC8-EFDCCDD0061D}" presName="node" presStyleLbl="node1" presStyleIdx="0" presStyleCnt="1">
        <dgm:presLayoutVars>
          <dgm:bulletEnabled val="1"/>
        </dgm:presLayoutVars>
      </dgm:prSet>
      <dgm:spPr/>
    </dgm:pt>
  </dgm:ptLst>
  <dgm:cxnLst>
    <dgm:cxn modelId="{19F5A44D-FFD7-B64F-A1E6-8A4AB0E3CF8F}" type="presOf" srcId="{06937658-903B-F643-89E2-84F5C807923A}" destId="{B77B6A14-D40F-5545-83CF-DCF599728618}" srcOrd="0" destOrd="0" presId="urn:microsoft.com/office/officeart/2005/8/layout/default"/>
    <dgm:cxn modelId="{C9577EC2-9244-8A4C-8803-F767EB5A77AB}" srcId="{06937658-903B-F643-89E2-84F5C807923A}" destId="{E1D07B28-3863-F947-9DC8-EFDCCDD0061D}" srcOrd="0" destOrd="0" parTransId="{2BE7BCCB-F3D3-D54C-A19B-52A5C236687D}" sibTransId="{40372FF8-25FF-B942-B330-FD047B34B4E5}"/>
    <dgm:cxn modelId="{DEE944C4-2025-1940-BB36-DD93BCB298C2}" type="presOf" srcId="{E1D07B28-3863-F947-9DC8-EFDCCDD0061D}" destId="{F289FE33-CB08-C842-9FB6-4FF678F75216}" srcOrd="0" destOrd="0" presId="urn:microsoft.com/office/officeart/2005/8/layout/default"/>
    <dgm:cxn modelId="{1D452E02-A2A7-E849-8BEC-DB230BE80BFB}" type="presParOf" srcId="{B77B6A14-D40F-5545-83CF-DCF599728618}" destId="{F289FE33-CB08-C842-9FB6-4FF678F75216}" srcOrd="0"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84.xml><?xml version="1.0" encoding="utf-8"?>
<dgm:dataModel xmlns:dgm="http://schemas.openxmlformats.org/drawingml/2006/diagram" xmlns:a="http://schemas.openxmlformats.org/drawingml/2006/main">
  <dgm:ptLst>
    <dgm:pt modelId="{6183D0DC-DB55-D346-A7D7-A35B630F66FB}"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1E3DDDFF-9715-6E4D-885F-E1DD35BAC0E9}">
      <dgm:prSet custT="1"/>
      <dgm:spPr/>
      <dgm:t>
        <a:bodyPr/>
        <a:lstStyle/>
        <a:p>
          <a:r>
            <a:rPr lang="en-US" sz="1400" dirty="0"/>
            <a:t>Integrated intensity ratio:</a:t>
          </a:r>
          <a:endParaRPr lang="en-DK" sz="1400" dirty="0"/>
        </a:p>
      </dgm:t>
    </dgm:pt>
    <dgm:pt modelId="{53D7AF92-0154-024D-A99E-660B60CA0738}" type="parTrans" cxnId="{7B031C13-D40F-CE4F-A03F-A2F621C14236}">
      <dgm:prSet/>
      <dgm:spPr/>
      <dgm:t>
        <a:bodyPr/>
        <a:lstStyle/>
        <a:p>
          <a:endParaRPr lang="en-US"/>
        </a:p>
      </dgm:t>
    </dgm:pt>
    <dgm:pt modelId="{D9A81B22-EC33-6442-B594-DACE3CABFEF0}" type="sibTrans" cxnId="{7B031C13-D40F-CE4F-A03F-A2F621C14236}">
      <dgm:prSet/>
      <dgm:spPr/>
      <dgm:t>
        <a:bodyPr/>
        <a:lstStyle/>
        <a:p>
          <a:endParaRPr lang="en-US"/>
        </a:p>
      </dgm:t>
    </dgm:pt>
    <mc:AlternateContent xmlns:mc="http://schemas.openxmlformats.org/markup-compatibility/2006" xmlns:a14="http://schemas.microsoft.com/office/drawing/2010/main">
      <mc:Choice Requires="a14">
        <dgm:pt modelId="{10FAED2C-FB8C-274E-B2F9-AF1C2BA6AC02}">
          <dgm:prSet custT="1"/>
          <dgm:spPr/>
          <dgm:t>
            <a:bodyPr/>
            <a:lstStyle/>
            <a:p>
              <a:pPr>
                <a:buNone/>
              </a:pPr>
              <a14:m>
                <m:oMathPara xmlns:m="http://schemas.openxmlformats.org/officeDocument/2006/math">
                  <m:oMathParaPr>
                    <m:jc m:val="centerGroup"/>
                  </m:oMathParaPr>
                  <m:oMath xmlns:m="http://schemas.openxmlformats.org/officeDocument/2006/math">
                    <m:sSub>
                      <m:sSubPr>
                        <m:ctrlPr>
                          <a:rPr lang="da-DK" sz="2000" b="0" i="1" smtClean="0">
                            <a:latin typeface="Cambria Math" panose="02040503050406030204" pitchFamily="18" charset="0"/>
                          </a:rPr>
                        </m:ctrlPr>
                      </m:sSubPr>
                      <m:e>
                        <m:r>
                          <a:rPr lang="da-DK" sz="2000" b="0" i="1" smtClean="0">
                            <a:latin typeface="Cambria Math" panose="02040503050406030204" pitchFamily="18" charset="0"/>
                          </a:rPr>
                          <m:t>𝐼</m:t>
                        </m:r>
                      </m:e>
                      <m:sub>
                        <m:r>
                          <m:rPr>
                            <m:sty m:val="p"/>
                          </m:rPr>
                          <a:rPr lang="da-DK" sz="2000" b="0" i="0" smtClean="0">
                            <a:latin typeface="Cambria Math" panose="02040503050406030204" pitchFamily="18" charset="0"/>
                          </a:rPr>
                          <m:t>McMini</m:t>
                        </m:r>
                      </m:sub>
                    </m:sSub>
                    <m:r>
                      <a:rPr lang="da-DK" sz="2000" b="0" i="1" smtClean="0">
                        <a:latin typeface="Cambria Math" panose="02040503050406030204" pitchFamily="18" charset="0"/>
                      </a:rPr>
                      <m:t>/</m:t>
                    </m:r>
                    <m:sSub>
                      <m:sSubPr>
                        <m:ctrlPr>
                          <a:rPr lang="da-DK" sz="2000" b="0" i="1" smtClean="0">
                            <a:latin typeface="Cambria Math" panose="02040503050406030204" pitchFamily="18" charset="0"/>
                          </a:rPr>
                        </m:ctrlPr>
                      </m:sSubPr>
                      <m:e>
                        <m:r>
                          <a:rPr lang="da-DK" sz="2000" b="0" i="1" smtClean="0">
                            <a:latin typeface="Cambria Math" panose="02040503050406030204" pitchFamily="18" charset="0"/>
                          </a:rPr>
                          <m:t>𝐼</m:t>
                        </m:r>
                      </m:e>
                      <m:sub>
                        <m:r>
                          <m:rPr>
                            <m:sty m:val="p"/>
                          </m:rPr>
                          <a:rPr lang="da-DK" sz="2000" b="0" i="0" smtClean="0">
                            <a:latin typeface="Cambria Math" panose="02040503050406030204" pitchFamily="18" charset="0"/>
                          </a:rPr>
                          <m:t>Mc</m:t>
                        </m:r>
                        <m:r>
                          <a:rPr lang="da-DK" sz="2000" b="0" i="1" smtClean="0">
                            <a:latin typeface="Cambria Math" panose="02040503050406030204" pitchFamily="18" charset="0"/>
                          </a:rPr>
                          <m:t>𝑆𝑡𝑎𝑠</m:t>
                        </m:r>
                      </m:sub>
                    </m:sSub>
                    <m:r>
                      <a:rPr lang="da-DK" sz="2000" b="0" i="1" smtClean="0">
                        <a:latin typeface="Cambria Math" panose="02040503050406030204" pitchFamily="18" charset="0"/>
                      </a:rPr>
                      <m:t>=</m:t>
                    </m:r>
                    <m:r>
                      <a:rPr lang="en-DK" sz="2000" i="1" smtClean="0">
                        <a:latin typeface="Cambria Math" panose="02040503050406030204" pitchFamily="18" charset="0"/>
                      </a:rPr>
                      <m:t>1+3×</m:t>
                    </m:r>
                    <m:sSup>
                      <m:sSupPr>
                        <m:ctrlPr>
                          <a:rPr lang="en-DK" sz="2000" i="1">
                            <a:latin typeface="Cambria Math" panose="02040503050406030204" pitchFamily="18" charset="0"/>
                          </a:rPr>
                        </m:ctrlPr>
                      </m:sSupPr>
                      <m:e>
                        <m:r>
                          <a:rPr lang="en-DK" sz="2000" i="1">
                            <a:latin typeface="Cambria Math" panose="02040503050406030204" pitchFamily="18" charset="0"/>
                          </a:rPr>
                          <m:t>10</m:t>
                        </m:r>
                      </m:e>
                      <m:sup>
                        <m:r>
                          <a:rPr lang="en-DK" sz="2000" i="1">
                            <a:latin typeface="Cambria Math" panose="02040503050406030204" pitchFamily="18" charset="0"/>
                          </a:rPr>
                          <m:t>−7</m:t>
                        </m:r>
                      </m:sup>
                    </m:sSup>
                  </m:oMath>
                </m:oMathPara>
              </a14:m>
              <a:endParaRPr lang="en-DK" sz="2000" dirty="0"/>
            </a:p>
          </dgm:t>
        </dgm:pt>
      </mc:Choice>
      <mc:Fallback xmlns="">
        <dgm:pt modelId="{10FAED2C-FB8C-274E-B2F9-AF1C2BA6AC02}">
          <dgm:prSet custT="1"/>
          <dgm:spPr/>
          <dgm:t>
            <a:bodyPr/>
            <a:lstStyle/>
            <a:p>
              <a:pPr>
                <a:buNone/>
              </a:pPr>
              <a:r>
                <a:rPr lang="da-DK" sz="2000" b="0" i="0">
                  <a:latin typeface="Cambria Math" panose="02040503050406030204" pitchFamily="18" charset="0"/>
                </a:rPr>
                <a:t>𝐼_McMini/𝐼_Mc𝑆𝑡𝑎𝑠=</a:t>
              </a:r>
              <a:r>
                <a:rPr lang="en-DK" sz="2000" i="0"/>
                <a:t>1+3×10^(−7)</a:t>
              </a:r>
              <a:endParaRPr lang="en-DK" sz="2000" dirty="0"/>
            </a:p>
          </dgm:t>
        </dgm:pt>
      </mc:Fallback>
    </mc:AlternateContent>
    <dgm:pt modelId="{148E89C0-DB7C-7A4A-93F5-71508F8B1B65}" type="parTrans" cxnId="{384A9632-1489-4C4B-9CCE-A13D78DFBDAF}">
      <dgm:prSet/>
      <dgm:spPr/>
      <dgm:t>
        <a:bodyPr/>
        <a:lstStyle/>
        <a:p>
          <a:endParaRPr lang="en-US"/>
        </a:p>
      </dgm:t>
    </dgm:pt>
    <dgm:pt modelId="{09459F1D-3D5A-E948-861B-20CA8FE844DE}" type="sibTrans" cxnId="{384A9632-1489-4C4B-9CCE-A13D78DFBDAF}">
      <dgm:prSet/>
      <dgm:spPr/>
      <dgm:t>
        <a:bodyPr/>
        <a:lstStyle/>
        <a:p>
          <a:endParaRPr lang="en-US"/>
        </a:p>
      </dgm:t>
    </dgm:pt>
    <dgm:pt modelId="{49761D66-0585-484A-BB59-378D9FF2DBC6}" type="pres">
      <dgm:prSet presAssocID="{6183D0DC-DB55-D346-A7D7-A35B630F66FB}" presName="Name0" presStyleCnt="0">
        <dgm:presLayoutVars>
          <dgm:dir/>
          <dgm:animLvl val="lvl"/>
          <dgm:resizeHandles val="exact"/>
        </dgm:presLayoutVars>
      </dgm:prSet>
      <dgm:spPr/>
    </dgm:pt>
    <dgm:pt modelId="{C633F25E-8C17-AD43-ABD8-321D78D3321E}" type="pres">
      <dgm:prSet presAssocID="{1E3DDDFF-9715-6E4D-885F-E1DD35BAC0E9}" presName="linNode" presStyleCnt="0"/>
      <dgm:spPr/>
    </dgm:pt>
    <dgm:pt modelId="{9F285121-88A9-1749-8809-5678F1E1EBBB}" type="pres">
      <dgm:prSet presAssocID="{1E3DDDFF-9715-6E4D-885F-E1DD35BAC0E9}" presName="parentText" presStyleLbl="node1" presStyleIdx="0" presStyleCnt="1">
        <dgm:presLayoutVars>
          <dgm:chMax val="1"/>
          <dgm:bulletEnabled val="1"/>
        </dgm:presLayoutVars>
      </dgm:prSet>
      <dgm:spPr/>
    </dgm:pt>
    <dgm:pt modelId="{0904EC37-B284-C848-B052-BA543E59BFEF}" type="pres">
      <dgm:prSet presAssocID="{1E3DDDFF-9715-6E4D-885F-E1DD35BAC0E9}" presName="descendantText" presStyleLbl="alignAccFollowNode1" presStyleIdx="0" presStyleCnt="1">
        <dgm:presLayoutVars>
          <dgm:bulletEnabled val="1"/>
        </dgm:presLayoutVars>
      </dgm:prSet>
      <dgm:spPr/>
    </dgm:pt>
  </dgm:ptLst>
  <dgm:cxnLst>
    <dgm:cxn modelId="{7B031C13-D40F-CE4F-A03F-A2F621C14236}" srcId="{6183D0DC-DB55-D346-A7D7-A35B630F66FB}" destId="{1E3DDDFF-9715-6E4D-885F-E1DD35BAC0E9}" srcOrd="0" destOrd="0" parTransId="{53D7AF92-0154-024D-A99E-660B60CA0738}" sibTransId="{D9A81B22-EC33-6442-B594-DACE3CABFEF0}"/>
    <dgm:cxn modelId="{AA0C2324-2FE5-8A46-B668-1EC2CD6AEBDB}" type="presOf" srcId="{6183D0DC-DB55-D346-A7D7-A35B630F66FB}" destId="{49761D66-0585-484A-BB59-378D9FF2DBC6}" srcOrd="0" destOrd="0" presId="urn:microsoft.com/office/officeart/2005/8/layout/vList5"/>
    <dgm:cxn modelId="{384A9632-1489-4C4B-9CCE-A13D78DFBDAF}" srcId="{1E3DDDFF-9715-6E4D-885F-E1DD35BAC0E9}" destId="{10FAED2C-FB8C-274E-B2F9-AF1C2BA6AC02}" srcOrd="0" destOrd="0" parTransId="{148E89C0-DB7C-7A4A-93F5-71508F8B1B65}" sibTransId="{09459F1D-3D5A-E948-861B-20CA8FE844DE}"/>
    <dgm:cxn modelId="{ACA0443B-EE82-AC41-BA55-D5C805A182AA}" type="presOf" srcId="{10FAED2C-FB8C-274E-B2F9-AF1C2BA6AC02}" destId="{0904EC37-B284-C848-B052-BA543E59BFEF}" srcOrd="0" destOrd="0" presId="urn:microsoft.com/office/officeart/2005/8/layout/vList5"/>
    <dgm:cxn modelId="{C6C63CDA-90B7-5C4F-9DA6-445DABCA5FD6}" type="presOf" srcId="{1E3DDDFF-9715-6E4D-885F-E1DD35BAC0E9}" destId="{9F285121-88A9-1749-8809-5678F1E1EBBB}" srcOrd="0" destOrd="0" presId="urn:microsoft.com/office/officeart/2005/8/layout/vList5"/>
    <dgm:cxn modelId="{7208FDE1-CE44-8C41-811A-BA018EB9E175}" type="presParOf" srcId="{49761D66-0585-484A-BB59-378D9FF2DBC6}" destId="{C633F25E-8C17-AD43-ABD8-321D78D3321E}" srcOrd="0" destOrd="0" presId="urn:microsoft.com/office/officeart/2005/8/layout/vList5"/>
    <dgm:cxn modelId="{631F7DDC-22F6-3241-9F15-FDB881E9B08A}" type="presParOf" srcId="{C633F25E-8C17-AD43-ABD8-321D78D3321E}" destId="{9F285121-88A9-1749-8809-5678F1E1EBBB}" srcOrd="0" destOrd="0" presId="urn:microsoft.com/office/officeart/2005/8/layout/vList5"/>
    <dgm:cxn modelId="{0AF1EF53-0B01-6A40-82B8-D287E6CB7C6E}" type="presParOf" srcId="{C633F25E-8C17-AD43-ABD8-321D78D3321E}" destId="{0904EC37-B284-C848-B052-BA543E59BFEF}" srcOrd="1" destOrd="0" presId="urn:microsoft.com/office/officeart/2005/8/layout/vList5"/>
  </dgm:cxnLst>
  <dgm:bg/>
  <dgm:whole/>
  <dgm:extLst>
    <a:ext uri="http://schemas.microsoft.com/office/drawing/2008/diagram">
      <dsp:dataModelExt xmlns:dsp="http://schemas.microsoft.com/office/drawing/2008/diagram" relId="rId25" minVer="http://schemas.openxmlformats.org/drawingml/2006/diagram"/>
    </a:ext>
  </dgm:extLst>
</dgm:dataModel>
</file>

<file path=ppt/diagrams/data85.xml><?xml version="1.0" encoding="utf-8"?>
<dgm:dataModel xmlns:dgm="http://schemas.openxmlformats.org/drawingml/2006/diagram" xmlns:a="http://schemas.openxmlformats.org/drawingml/2006/main">
  <dgm:ptLst>
    <dgm:pt modelId="{6183D0DC-DB55-D346-A7D7-A35B630F66FB}"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1E3DDDFF-9715-6E4D-885F-E1DD35BAC0E9}">
      <dgm:prSet custT="1"/>
      <dgm:spPr/>
      <dgm:t>
        <a:bodyPr/>
        <a:lstStyle/>
        <a:p>
          <a:r>
            <a:rPr lang="en-US" sz="1400" dirty="0"/>
            <a:t>Integrated intensity ratio:</a:t>
          </a:r>
          <a:endParaRPr lang="en-DK" sz="1400" dirty="0"/>
        </a:p>
      </dgm:t>
    </dgm:pt>
    <dgm:pt modelId="{53D7AF92-0154-024D-A99E-660B60CA0738}" type="parTrans" cxnId="{7B031C13-D40F-CE4F-A03F-A2F621C14236}">
      <dgm:prSet/>
      <dgm:spPr/>
      <dgm:t>
        <a:bodyPr/>
        <a:lstStyle/>
        <a:p>
          <a:endParaRPr lang="en-US"/>
        </a:p>
      </dgm:t>
    </dgm:pt>
    <dgm:pt modelId="{D9A81B22-EC33-6442-B594-DACE3CABFEF0}" type="sibTrans" cxnId="{7B031C13-D40F-CE4F-A03F-A2F621C14236}">
      <dgm:prSet/>
      <dgm:spPr/>
      <dgm:t>
        <a:bodyPr/>
        <a:lstStyle/>
        <a:p>
          <a:endParaRPr lang="en-US"/>
        </a:p>
      </dgm:t>
    </dgm:pt>
    <dgm:pt modelId="{10FAED2C-FB8C-274E-B2F9-AF1C2BA6AC02}">
      <dgm:prSet custT="1"/>
      <dgm:spPr>
        <a:blipFill>
          <a:blip xmlns:r="http://schemas.openxmlformats.org/officeDocument/2006/relationships" r:embed="rId1"/>
          <a:stretch>
            <a:fillRect/>
          </a:stretch>
        </a:blipFill>
      </dgm:spPr>
      <dgm:t>
        <a:bodyPr/>
        <a:lstStyle/>
        <a:p>
          <a:r>
            <a:rPr lang="en-US">
              <a:noFill/>
            </a:rPr>
            <a:t> </a:t>
          </a:r>
        </a:p>
      </dgm:t>
    </dgm:pt>
    <dgm:pt modelId="{148E89C0-DB7C-7A4A-93F5-71508F8B1B65}" type="parTrans" cxnId="{384A9632-1489-4C4B-9CCE-A13D78DFBDAF}">
      <dgm:prSet/>
      <dgm:spPr/>
      <dgm:t>
        <a:bodyPr/>
        <a:lstStyle/>
        <a:p>
          <a:endParaRPr lang="en-US"/>
        </a:p>
      </dgm:t>
    </dgm:pt>
    <dgm:pt modelId="{09459F1D-3D5A-E948-861B-20CA8FE844DE}" type="sibTrans" cxnId="{384A9632-1489-4C4B-9CCE-A13D78DFBDAF}">
      <dgm:prSet/>
      <dgm:spPr/>
      <dgm:t>
        <a:bodyPr/>
        <a:lstStyle/>
        <a:p>
          <a:endParaRPr lang="en-US"/>
        </a:p>
      </dgm:t>
    </dgm:pt>
    <dgm:pt modelId="{49761D66-0585-484A-BB59-378D9FF2DBC6}" type="pres">
      <dgm:prSet presAssocID="{6183D0DC-DB55-D346-A7D7-A35B630F66FB}" presName="Name0" presStyleCnt="0">
        <dgm:presLayoutVars>
          <dgm:dir/>
          <dgm:animLvl val="lvl"/>
          <dgm:resizeHandles val="exact"/>
        </dgm:presLayoutVars>
      </dgm:prSet>
      <dgm:spPr/>
    </dgm:pt>
    <dgm:pt modelId="{C633F25E-8C17-AD43-ABD8-321D78D3321E}" type="pres">
      <dgm:prSet presAssocID="{1E3DDDFF-9715-6E4D-885F-E1DD35BAC0E9}" presName="linNode" presStyleCnt="0"/>
      <dgm:spPr/>
    </dgm:pt>
    <dgm:pt modelId="{9F285121-88A9-1749-8809-5678F1E1EBBB}" type="pres">
      <dgm:prSet presAssocID="{1E3DDDFF-9715-6E4D-885F-E1DD35BAC0E9}" presName="parentText" presStyleLbl="node1" presStyleIdx="0" presStyleCnt="1">
        <dgm:presLayoutVars>
          <dgm:chMax val="1"/>
          <dgm:bulletEnabled val="1"/>
        </dgm:presLayoutVars>
      </dgm:prSet>
      <dgm:spPr/>
    </dgm:pt>
    <dgm:pt modelId="{0904EC37-B284-C848-B052-BA543E59BFEF}" type="pres">
      <dgm:prSet presAssocID="{1E3DDDFF-9715-6E4D-885F-E1DD35BAC0E9}" presName="descendantText" presStyleLbl="alignAccFollowNode1" presStyleIdx="0" presStyleCnt="1">
        <dgm:presLayoutVars>
          <dgm:bulletEnabled val="1"/>
        </dgm:presLayoutVars>
      </dgm:prSet>
      <dgm:spPr/>
    </dgm:pt>
  </dgm:ptLst>
  <dgm:cxnLst>
    <dgm:cxn modelId="{7B031C13-D40F-CE4F-A03F-A2F621C14236}" srcId="{6183D0DC-DB55-D346-A7D7-A35B630F66FB}" destId="{1E3DDDFF-9715-6E4D-885F-E1DD35BAC0E9}" srcOrd="0" destOrd="0" parTransId="{53D7AF92-0154-024D-A99E-660B60CA0738}" sibTransId="{D9A81B22-EC33-6442-B594-DACE3CABFEF0}"/>
    <dgm:cxn modelId="{AA0C2324-2FE5-8A46-B668-1EC2CD6AEBDB}" type="presOf" srcId="{6183D0DC-DB55-D346-A7D7-A35B630F66FB}" destId="{49761D66-0585-484A-BB59-378D9FF2DBC6}" srcOrd="0" destOrd="0" presId="urn:microsoft.com/office/officeart/2005/8/layout/vList5"/>
    <dgm:cxn modelId="{384A9632-1489-4C4B-9CCE-A13D78DFBDAF}" srcId="{1E3DDDFF-9715-6E4D-885F-E1DD35BAC0E9}" destId="{10FAED2C-FB8C-274E-B2F9-AF1C2BA6AC02}" srcOrd="0" destOrd="0" parTransId="{148E89C0-DB7C-7A4A-93F5-71508F8B1B65}" sibTransId="{09459F1D-3D5A-E948-861B-20CA8FE844DE}"/>
    <dgm:cxn modelId="{ACA0443B-EE82-AC41-BA55-D5C805A182AA}" type="presOf" srcId="{10FAED2C-FB8C-274E-B2F9-AF1C2BA6AC02}" destId="{0904EC37-B284-C848-B052-BA543E59BFEF}" srcOrd="0" destOrd="0" presId="urn:microsoft.com/office/officeart/2005/8/layout/vList5"/>
    <dgm:cxn modelId="{C6C63CDA-90B7-5C4F-9DA6-445DABCA5FD6}" type="presOf" srcId="{1E3DDDFF-9715-6E4D-885F-E1DD35BAC0E9}" destId="{9F285121-88A9-1749-8809-5678F1E1EBBB}" srcOrd="0" destOrd="0" presId="urn:microsoft.com/office/officeart/2005/8/layout/vList5"/>
    <dgm:cxn modelId="{7208FDE1-CE44-8C41-811A-BA018EB9E175}" type="presParOf" srcId="{49761D66-0585-484A-BB59-378D9FF2DBC6}" destId="{C633F25E-8C17-AD43-ABD8-321D78D3321E}" srcOrd="0" destOrd="0" presId="urn:microsoft.com/office/officeart/2005/8/layout/vList5"/>
    <dgm:cxn modelId="{631F7DDC-22F6-3241-9F15-FDB881E9B08A}" type="presParOf" srcId="{C633F25E-8C17-AD43-ABD8-321D78D3321E}" destId="{9F285121-88A9-1749-8809-5678F1E1EBBB}" srcOrd="0" destOrd="0" presId="urn:microsoft.com/office/officeart/2005/8/layout/vList5"/>
    <dgm:cxn modelId="{0AF1EF53-0B01-6A40-82B8-D287E6CB7C6E}" type="presParOf" srcId="{C633F25E-8C17-AD43-ABD8-321D78D3321E}" destId="{0904EC37-B284-C848-B052-BA543E59BFEF}" srcOrd="1" destOrd="0" presId="urn:microsoft.com/office/officeart/2005/8/layout/vList5"/>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86.xml><?xml version="1.0" encoding="utf-8"?>
<dgm:dataModel xmlns:dgm="http://schemas.openxmlformats.org/drawingml/2006/diagram" xmlns:a="http://schemas.openxmlformats.org/drawingml/2006/main">
  <dgm:ptLst>
    <dgm:pt modelId="{D92BA320-714C-7A4A-8BDE-23F763E7321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857DF7BD-8AB0-8943-AB25-3EF5AA0AD773}">
      <dgm:prSet custT="1"/>
      <dgm:spPr/>
      <dgm:t>
        <a:bodyPr/>
        <a:lstStyle/>
        <a:p>
          <a:r>
            <a:rPr lang="en-US" sz="1400" dirty="0"/>
            <a:t>Equator-cut correlation:</a:t>
          </a:r>
          <a:endParaRPr lang="en-DK" sz="1400" dirty="0"/>
        </a:p>
      </dgm:t>
    </dgm:pt>
    <dgm:pt modelId="{D4F84B00-207F-C247-ABF7-8A3558CE374C}" type="parTrans" cxnId="{66953541-CF1B-C047-8F32-1500BD4E88D0}">
      <dgm:prSet/>
      <dgm:spPr/>
      <dgm:t>
        <a:bodyPr/>
        <a:lstStyle/>
        <a:p>
          <a:endParaRPr lang="en-US"/>
        </a:p>
      </dgm:t>
    </dgm:pt>
    <dgm:pt modelId="{D2A5B4BC-53AF-D646-9F5C-2D09F85A3BAD}" type="sibTrans" cxnId="{66953541-CF1B-C047-8F32-1500BD4E88D0}">
      <dgm:prSet/>
      <dgm:spPr/>
      <dgm:t>
        <a:bodyPr/>
        <a:lstStyle/>
        <a:p>
          <a:endParaRPr lang="en-US"/>
        </a:p>
      </dgm:t>
    </dgm:pt>
    <mc:AlternateContent xmlns:mc="http://schemas.openxmlformats.org/markup-compatibility/2006" xmlns:a14="http://schemas.microsoft.com/office/drawing/2010/main">
      <mc:Choice Requires="a14">
        <dgm:pt modelId="{9538C32C-D806-324C-A4F4-3F9B7896E749}">
          <dgm:prSet custT="1"/>
          <dgm:spPr/>
          <dgm:t>
            <a:bodyPr/>
            <a:lstStyle/>
            <a:p>
              <a:pPr>
                <a:buNone/>
              </a:pPr>
              <a14:m>
                <m:oMathPara xmlns:m="http://schemas.openxmlformats.org/officeDocument/2006/math">
                  <m:oMathParaPr>
                    <m:jc m:val="centerGroup"/>
                  </m:oMathParaPr>
                  <m:oMath xmlns:m="http://schemas.openxmlformats.org/officeDocument/2006/math">
                    <m:r>
                      <a:rPr lang="da-DK" sz="2000" b="0" i="1" smtClean="0">
                        <a:latin typeface="Cambria Math" panose="02040503050406030204" pitchFamily="18" charset="0"/>
                        <a:ea typeface="Cambria Math" panose="02040503050406030204" pitchFamily="18" charset="0"/>
                      </a:rPr>
                      <m:t>𝜌</m:t>
                    </m:r>
                    <m:r>
                      <a:rPr lang="da-DK" sz="2000" b="0" i="1" smtClean="0">
                        <a:latin typeface="Cambria Math" panose="02040503050406030204" pitchFamily="18" charset="0"/>
                      </a:rPr>
                      <m:t>=</m:t>
                    </m:r>
                    <m:r>
                      <a:rPr lang="en-DK" sz="2000" i="1" smtClean="0">
                        <a:latin typeface="Cambria Math" panose="02040503050406030204" pitchFamily="18" charset="0"/>
                      </a:rPr>
                      <m:t>0.999961</m:t>
                    </m:r>
                  </m:oMath>
                </m:oMathPara>
              </a14:m>
              <a:endParaRPr lang="en-DK" sz="2000" dirty="0"/>
            </a:p>
          </dgm:t>
        </dgm:pt>
      </mc:Choice>
      <mc:Fallback xmlns="">
        <dgm:pt modelId="{9538C32C-D806-324C-A4F4-3F9B7896E749}">
          <dgm:prSet custT="1"/>
          <dgm:spPr/>
          <dgm:t>
            <a:bodyPr/>
            <a:lstStyle/>
            <a:p>
              <a:pPr>
                <a:buNone/>
              </a:pPr>
              <a:r>
                <a:rPr lang="da-DK" sz="2000" b="0" i="0">
                  <a:latin typeface="Cambria Math" panose="02040503050406030204" pitchFamily="18" charset="0"/>
                  <a:ea typeface="Cambria Math" panose="02040503050406030204" pitchFamily="18" charset="0"/>
                </a:rPr>
                <a:t>𝜌</a:t>
              </a:r>
              <a:r>
                <a:rPr lang="da-DK" sz="2000" b="0" i="0">
                  <a:latin typeface="Cambria Math" panose="02040503050406030204" pitchFamily="18" charset="0"/>
                </a:rPr>
                <a:t>=</a:t>
              </a:r>
              <a:r>
                <a:rPr lang="en-DK" sz="2000" i="0"/>
                <a:t>0.999961</a:t>
              </a:r>
              <a:endParaRPr lang="en-DK" sz="2000" dirty="0"/>
            </a:p>
          </dgm:t>
        </dgm:pt>
      </mc:Fallback>
    </mc:AlternateContent>
    <dgm:pt modelId="{FA399F79-03C6-2D47-901C-EB30C1B15339}" type="parTrans" cxnId="{0D05F88A-E357-4940-B007-6D82B2E684EF}">
      <dgm:prSet/>
      <dgm:spPr/>
      <dgm:t>
        <a:bodyPr/>
        <a:lstStyle/>
        <a:p>
          <a:endParaRPr lang="en-US"/>
        </a:p>
      </dgm:t>
    </dgm:pt>
    <dgm:pt modelId="{C3AAAEFC-E9A7-3442-BC1B-CAEB96F0E359}" type="sibTrans" cxnId="{0D05F88A-E357-4940-B007-6D82B2E684EF}">
      <dgm:prSet/>
      <dgm:spPr/>
      <dgm:t>
        <a:bodyPr/>
        <a:lstStyle/>
        <a:p>
          <a:endParaRPr lang="en-US"/>
        </a:p>
      </dgm:t>
    </dgm:pt>
    <mc:AlternateContent xmlns:mc="http://schemas.openxmlformats.org/markup-compatibility/2006" xmlns:a14="http://schemas.microsoft.com/office/drawing/2010/main">
      <mc:Choice Requires="a14">
        <dgm:pt modelId="{5985F281-AF51-234F-AD36-4E363D339D4C}">
          <dgm:prSet custT="1"/>
          <dgm:spPr/>
          <dgm:t>
            <a:bodyPr/>
            <a:lstStyle/>
            <a:p>
              <a:r>
                <a:rPr lang="en-US" sz="1400" dirty="0"/>
                <a:t>Equator-cut </a:t>
              </a:r>
              <a14:m>
                <m:oMath xmlns:m="http://schemas.openxmlformats.org/officeDocument/2006/math">
                  <m:sSubSup>
                    <m:sSubSupPr>
                      <m:ctrlPr>
                        <a:rPr lang="en-DK" sz="1400" i="1" smtClean="0">
                          <a:latin typeface="Cambria Math" panose="02040503050406030204" pitchFamily="18" charset="0"/>
                        </a:rPr>
                      </m:ctrlPr>
                    </m:sSubSupPr>
                    <m:e>
                      <m:r>
                        <a:rPr lang="en-DK" sz="1400" i="1">
                          <a:latin typeface="Cambria Math" panose="02040503050406030204" pitchFamily="18" charset="0"/>
                        </a:rPr>
                        <m:t>𝜒</m:t>
                      </m:r>
                    </m:e>
                    <m:sub>
                      <m:r>
                        <a:rPr lang="en-DK" sz="1400" i="1">
                          <a:latin typeface="Cambria Math" panose="02040503050406030204" pitchFamily="18" charset="0"/>
                        </a:rPr>
                        <m:t>𝜐</m:t>
                      </m:r>
                    </m:sub>
                    <m:sup>
                      <m:r>
                        <a:rPr lang="en-DK" sz="1400" i="1">
                          <a:latin typeface="Cambria Math" panose="02040503050406030204" pitchFamily="18" charset="0"/>
                        </a:rPr>
                        <m:t>2</m:t>
                      </m:r>
                    </m:sup>
                  </m:sSubSup>
                </m:oMath>
              </a14:m>
              <a:r>
                <a:rPr lang="en-US" sz="1400" dirty="0"/>
                <a:t>: </a:t>
              </a:r>
              <a:endParaRPr lang="en-DK" sz="1400" dirty="0"/>
            </a:p>
          </dgm:t>
        </dgm:pt>
      </mc:Choice>
      <mc:Fallback xmlns="">
        <dgm:pt modelId="{5985F281-AF51-234F-AD36-4E363D339D4C}">
          <dgm:prSet custT="1"/>
          <dgm:spPr/>
          <dgm:t>
            <a:bodyPr/>
            <a:lstStyle/>
            <a:p>
              <a:r>
                <a:rPr lang="en-US" sz="1400" dirty="0"/>
                <a:t>Equator-cut </a:t>
              </a:r>
              <a:r>
                <a:rPr lang="en-DK" sz="1400" i="0">
                  <a:latin typeface="Cambria Math" panose="02040503050406030204" pitchFamily="18" charset="0"/>
                </a:rPr>
                <a:t>𝜒_𝜐^2</a:t>
              </a:r>
              <a:r>
                <a:rPr lang="en-US" sz="1400" dirty="0"/>
                <a:t>: </a:t>
              </a:r>
              <a:endParaRPr lang="en-DK" sz="1400" dirty="0"/>
            </a:p>
          </dgm:t>
        </dgm:pt>
      </mc:Fallback>
    </mc:AlternateContent>
    <dgm:pt modelId="{335EAF7B-D231-354D-A8CD-C0BFF1918B0C}" type="parTrans" cxnId="{C4216F3E-CD4C-7B45-80F9-B7A3828E6636}">
      <dgm:prSet/>
      <dgm:spPr/>
      <dgm:t>
        <a:bodyPr/>
        <a:lstStyle/>
        <a:p>
          <a:endParaRPr lang="en-US"/>
        </a:p>
      </dgm:t>
    </dgm:pt>
    <dgm:pt modelId="{3E169F13-FF8E-3640-B759-B77B8A9081EF}" type="sibTrans" cxnId="{C4216F3E-CD4C-7B45-80F9-B7A3828E6636}">
      <dgm:prSet/>
      <dgm:spPr/>
      <dgm:t>
        <a:bodyPr/>
        <a:lstStyle/>
        <a:p>
          <a:endParaRPr lang="en-US"/>
        </a:p>
      </dgm:t>
    </dgm:pt>
    <mc:AlternateContent xmlns:mc="http://schemas.openxmlformats.org/markup-compatibility/2006" xmlns:a14="http://schemas.microsoft.com/office/drawing/2010/main">
      <mc:Choice Requires="a14">
        <dgm:pt modelId="{4901B09F-A99A-514B-8DBA-059B9071AAAE}">
          <dgm:prSet custT="1"/>
          <dgm:spPr/>
          <dgm:t>
            <a:bodyPr/>
            <a:lstStyle/>
            <a:p>
              <a:pPr>
                <a:buNone/>
              </a:pPr>
              <a14:m>
                <m:oMathPara xmlns:m="http://schemas.openxmlformats.org/officeDocument/2006/math">
                  <m:oMathParaPr>
                    <m:jc m:val="centerGroup"/>
                  </m:oMathParaPr>
                  <m:oMath xmlns:m="http://schemas.openxmlformats.org/officeDocument/2006/math">
                    <m:sSubSup>
                      <m:sSubSupPr>
                        <m:ctrlPr>
                          <a:rPr lang="en-DK" sz="2000" i="1" smtClean="0">
                            <a:latin typeface="Cambria Math" panose="02040503050406030204" pitchFamily="18" charset="0"/>
                          </a:rPr>
                        </m:ctrlPr>
                      </m:sSubSupPr>
                      <m:e>
                        <m:r>
                          <a:rPr lang="en-DK" sz="2000" i="1">
                            <a:latin typeface="Cambria Math" panose="02040503050406030204" pitchFamily="18" charset="0"/>
                          </a:rPr>
                          <m:t>𝜒</m:t>
                        </m:r>
                      </m:e>
                      <m:sub>
                        <m:r>
                          <a:rPr lang="en-DK" sz="2000" i="1">
                            <a:latin typeface="Cambria Math" panose="02040503050406030204" pitchFamily="18" charset="0"/>
                          </a:rPr>
                          <m:t>𝜐</m:t>
                        </m:r>
                      </m:sub>
                      <m:sup>
                        <m:r>
                          <a:rPr lang="en-DK" sz="2000" i="1">
                            <a:latin typeface="Cambria Math" panose="02040503050406030204" pitchFamily="18" charset="0"/>
                          </a:rPr>
                          <m:t>2</m:t>
                        </m:r>
                      </m:sup>
                    </m:sSubSup>
                    <m:r>
                      <a:rPr lang="en-DK" sz="2000" i="1">
                        <a:latin typeface="Cambria Math" panose="02040503050406030204" pitchFamily="18" charset="0"/>
                      </a:rPr>
                      <m:t>=3.02</m:t>
                    </m:r>
                  </m:oMath>
                </m:oMathPara>
              </a14:m>
              <a:endParaRPr lang="en-DK" sz="2000" dirty="0"/>
            </a:p>
          </dgm:t>
        </dgm:pt>
      </mc:Choice>
      <mc:Fallback xmlns="">
        <dgm:pt modelId="{4901B09F-A99A-514B-8DBA-059B9071AAAE}">
          <dgm:prSet custT="1"/>
          <dgm:spPr/>
          <dgm:t>
            <a:bodyPr/>
            <a:lstStyle/>
            <a:p>
              <a:pPr>
                <a:buNone/>
              </a:pPr>
              <a:r>
                <a:rPr lang="en-DK" sz="2000" i="0"/>
                <a:t>𝜒_𝜐^2=3.02</a:t>
              </a:r>
              <a:endParaRPr lang="en-DK" sz="2000" dirty="0"/>
            </a:p>
          </dgm:t>
        </dgm:pt>
      </mc:Fallback>
    </mc:AlternateContent>
    <dgm:pt modelId="{4156EF64-3340-C94E-8DC7-CEF3A079BA5C}" type="parTrans" cxnId="{5B89AFD3-E8D6-F848-AF66-3EF7282AB5C4}">
      <dgm:prSet/>
      <dgm:spPr/>
      <dgm:t>
        <a:bodyPr/>
        <a:lstStyle/>
        <a:p>
          <a:endParaRPr lang="en-US"/>
        </a:p>
      </dgm:t>
    </dgm:pt>
    <dgm:pt modelId="{A5C519BD-F37A-E240-AECA-38ED90D8D371}" type="sibTrans" cxnId="{5B89AFD3-E8D6-F848-AF66-3EF7282AB5C4}">
      <dgm:prSet/>
      <dgm:spPr/>
      <dgm:t>
        <a:bodyPr/>
        <a:lstStyle/>
        <a:p>
          <a:endParaRPr lang="en-US"/>
        </a:p>
      </dgm:t>
    </dgm:pt>
    <mc:AlternateContent xmlns:mc="http://schemas.openxmlformats.org/markup-compatibility/2006" xmlns:a14="http://schemas.microsoft.com/office/drawing/2010/main">
      <mc:Choice Requires="a14">
        <dgm:pt modelId="{ECA9A26B-B402-4A40-B945-DEC8DEBECC57}">
          <dgm:prSet custT="1"/>
          <dgm:spPr/>
          <dgm:t>
            <a:bodyPr/>
            <a:lstStyle/>
            <a:p>
              <a:r>
                <a:rPr lang="en-US" sz="1400" dirty="0"/>
                <a:t>Shape only </a:t>
              </a:r>
              <a14:m>
                <m:oMath xmlns:m="http://schemas.openxmlformats.org/officeDocument/2006/math">
                  <m:sSubSup>
                    <m:sSubSupPr>
                      <m:ctrlPr>
                        <a:rPr lang="en-DK" sz="1400" i="1" smtClean="0">
                          <a:latin typeface="Cambria Math" panose="02040503050406030204" pitchFamily="18" charset="0"/>
                        </a:rPr>
                      </m:ctrlPr>
                    </m:sSubSupPr>
                    <m:e>
                      <m:r>
                        <a:rPr lang="en-DK" sz="1400" i="1">
                          <a:latin typeface="Cambria Math" panose="02040503050406030204" pitchFamily="18" charset="0"/>
                        </a:rPr>
                        <m:t>𝜒</m:t>
                      </m:r>
                    </m:e>
                    <m:sub>
                      <m:r>
                        <a:rPr lang="en-DK" sz="1400" i="1">
                          <a:latin typeface="Cambria Math" panose="02040503050406030204" pitchFamily="18" charset="0"/>
                        </a:rPr>
                        <m:t>𝜐</m:t>
                      </m:r>
                    </m:sub>
                    <m:sup>
                      <m:r>
                        <a:rPr lang="en-DK" sz="1400" i="1">
                          <a:latin typeface="Cambria Math" panose="02040503050406030204" pitchFamily="18" charset="0"/>
                        </a:rPr>
                        <m:t>2</m:t>
                      </m:r>
                    </m:sup>
                  </m:sSubSup>
                </m:oMath>
              </a14:m>
              <a:r>
                <a:rPr lang="en-US" sz="1400" dirty="0"/>
                <a:t>: </a:t>
              </a:r>
              <a:endParaRPr lang="en-DK" sz="1400" dirty="0"/>
            </a:p>
          </dgm:t>
        </dgm:pt>
      </mc:Choice>
      <mc:Fallback xmlns="">
        <dgm:pt modelId="{ECA9A26B-B402-4A40-B945-DEC8DEBECC57}">
          <dgm:prSet custT="1"/>
          <dgm:spPr/>
          <dgm:t>
            <a:bodyPr/>
            <a:lstStyle/>
            <a:p>
              <a:r>
                <a:rPr lang="en-US" sz="1400" dirty="0"/>
                <a:t>Shape only </a:t>
              </a:r>
              <a:r>
                <a:rPr lang="en-DK" sz="1400" i="0">
                  <a:latin typeface="Cambria Math" panose="02040503050406030204" pitchFamily="18" charset="0"/>
                </a:rPr>
                <a:t>𝜒_𝜐^2</a:t>
              </a:r>
              <a:r>
                <a:rPr lang="en-US" sz="1400" dirty="0"/>
                <a:t>: </a:t>
              </a:r>
              <a:endParaRPr lang="en-DK" sz="1400" dirty="0"/>
            </a:p>
          </dgm:t>
        </dgm:pt>
      </mc:Fallback>
    </mc:AlternateContent>
    <dgm:pt modelId="{4DDE230C-2245-0E49-813C-B21CF0D20DC1}" type="parTrans" cxnId="{669FD425-EE9C-6242-8F30-7CC95E1E2838}">
      <dgm:prSet/>
      <dgm:spPr/>
      <dgm:t>
        <a:bodyPr/>
        <a:lstStyle/>
        <a:p>
          <a:endParaRPr lang="en-US"/>
        </a:p>
      </dgm:t>
    </dgm:pt>
    <dgm:pt modelId="{912D4D03-A515-E740-8C35-743C24B6254D}" type="sibTrans" cxnId="{669FD425-EE9C-6242-8F30-7CC95E1E2838}">
      <dgm:prSet/>
      <dgm:spPr/>
      <dgm:t>
        <a:bodyPr/>
        <a:lstStyle/>
        <a:p>
          <a:endParaRPr lang="en-US"/>
        </a:p>
      </dgm:t>
    </dgm:pt>
    <mc:AlternateContent xmlns:mc="http://schemas.openxmlformats.org/markup-compatibility/2006" xmlns:a14="http://schemas.microsoft.com/office/drawing/2010/main">
      <mc:Choice Requires="a14">
        <dgm:pt modelId="{4DBB9EE0-FAD0-5245-A4DB-E0DC2E9BA754}">
          <dgm:prSet custT="1"/>
          <dgm:spPr/>
          <dgm:t>
            <a:bodyPr/>
            <a:lstStyle/>
            <a:p>
              <a:pPr>
                <a:buNone/>
              </a:pPr>
              <a14:m>
                <m:oMathPara xmlns:m="http://schemas.openxmlformats.org/officeDocument/2006/math">
                  <m:oMathParaPr>
                    <m:jc m:val="centerGroup"/>
                  </m:oMathParaPr>
                  <m:oMath xmlns:m="http://schemas.openxmlformats.org/officeDocument/2006/math">
                    <m:sSubSup>
                      <m:sSubSupPr>
                        <m:ctrlPr>
                          <a:rPr lang="en-DK" sz="2000" i="1" smtClean="0">
                            <a:latin typeface="Cambria Math" panose="02040503050406030204" pitchFamily="18" charset="0"/>
                          </a:rPr>
                        </m:ctrlPr>
                      </m:sSubSupPr>
                      <m:e>
                        <m:r>
                          <a:rPr lang="en-DK" sz="2000" i="1">
                            <a:latin typeface="Cambria Math" panose="02040503050406030204" pitchFamily="18" charset="0"/>
                          </a:rPr>
                          <m:t>𝜒</m:t>
                        </m:r>
                      </m:e>
                      <m:sub>
                        <m:r>
                          <a:rPr lang="en-DK" sz="2000" i="1">
                            <a:latin typeface="Cambria Math" panose="02040503050406030204" pitchFamily="18" charset="0"/>
                          </a:rPr>
                          <m:t>𝜐</m:t>
                        </m:r>
                      </m:sub>
                      <m:sup>
                        <m:r>
                          <a:rPr lang="en-DK" sz="2000" i="1">
                            <a:latin typeface="Cambria Math" panose="02040503050406030204" pitchFamily="18" charset="0"/>
                          </a:rPr>
                          <m:t>2</m:t>
                        </m:r>
                      </m:sup>
                    </m:sSubSup>
                    <m:r>
                      <a:rPr lang="en-DK" sz="2000" i="1">
                        <a:latin typeface="Cambria Math" panose="02040503050406030204" pitchFamily="18" charset="0"/>
                      </a:rPr>
                      <m:t>=1.74×</m:t>
                    </m:r>
                    <m:sSup>
                      <m:sSupPr>
                        <m:ctrlPr>
                          <a:rPr lang="en-DK" sz="2000" i="1">
                            <a:latin typeface="Cambria Math" panose="02040503050406030204" pitchFamily="18" charset="0"/>
                          </a:rPr>
                        </m:ctrlPr>
                      </m:sSupPr>
                      <m:e>
                        <m:r>
                          <a:rPr lang="en-DK" sz="2000" i="1">
                            <a:latin typeface="Cambria Math" panose="02040503050406030204" pitchFamily="18" charset="0"/>
                          </a:rPr>
                          <m:t>10</m:t>
                        </m:r>
                      </m:e>
                      <m:sup>
                        <m:r>
                          <a:rPr lang="en-DK" sz="2000" i="1">
                            <a:latin typeface="Cambria Math" panose="02040503050406030204" pitchFamily="18" charset="0"/>
                          </a:rPr>
                          <m:t>−8</m:t>
                        </m:r>
                      </m:sup>
                    </m:sSup>
                  </m:oMath>
                </m:oMathPara>
              </a14:m>
              <a:endParaRPr lang="en-DK" sz="2000" dirty="0"/>
            </a:p>
          </dgm:t>
        </dgm:pt>
      </mc:Choice>
      <mc:Fallback xmlns="">
        <dgm:pt modelId="{4DBB9EE0-FAD0-5245-A4DB-E0DC2E9BA754}">
          <dgm:prSet custT="1"/>
          <dgm:spPr/>
          <dgm:t>
            <a:bodyPr/>
            <a:lstStyle/>
            <a:p>
              <a:pPr>
                <a:buNone/>
              </a:pPr>
              <a:r>
                <a:rPr lang="en-DK" sz="2000" i="0"/>
                <a:t>𝜒_𝜐^2=1.74×10^(−8)</a:t>
              </a:r>
              <a:endParaRPr lang="en-DK" sz="2000" dirty="0"/>
            </a:p>
          </dgm:t>
        </dgm:pt>
      </mc:Fallback>
    </mc:AlternateContent>
    <dgm:pt modelId="{17341AF6-2D6C-CE40-A5CC-98983A9D2C3E}" type="parTrans" cxnId="{FF3E341D-1876-DB4B-BFA2-EE5BB4F64D3E}">
      <dgm:prSet/>
      <dgm:spPr/>
      <dgm:t>
        <a:bodyPr/>
        <a:lstStyle/>
        <a:p>
          <a:endParaRPr lang="en-US"/>
        </a:p>
      </dgm:t>
    </dgm:pt>
    <dgm:pt modelId="{A996D9D6-E0F5-2749-BC20-67F6CF89C07B}" type="sibTrans" cxnId="{FF3E341D-1876-DB4B-BFA2-EE5BB4F64D3E}">
      <dgm:prSet/>
      <dgm:spPr/>
      <dgm:t>
        <a:bodyPr/>
        <a:lstStyle/>
        <a:p>
          <a:endParaRPr lang="en-US"/>
        </a:p>
      </dgm:t>
    </dgm:pt>
    <dgm:pt modelId="{70FD4885-2BC8-4E46-B78A-029F18AB3F74}" type="pres">
      <dgm:prSet presAssocID="{D92BA320-714C-7A4A-8BDE-23F763E73217}" presName="Name0" presStyleCnt="0">
        <dgm:presLayoutVars>
          <dgm:dir/>
          <dgm:animLvl val="lvl"/>
          <dgm:resizeHandles val="exact"/>
        </dgm:presLayoutVars>
      </dgm:prSet>
      <dgm:spPr/>
    </dgm:pt>
    <dgm:pt modelId="{66285B3A-BC0C-314E-BA5F-480159741906}" type="pres">
      <dgm:prSet presAssocID="{857DF7BD-8AB0-8943-AB25-3EF5AA0AD773}" presName="linNode" presStyleCnt="0"/>
      <dgm:spPr/>
    </dgm:pt>
    <dgm:pt modelId="{65EDA51D-37AE-5A4F-995E-50092FCDEFE0}" type="pres">
      <dgm:prSet presAssocID="{857DF7BD-8AB0-8943-AB25-3EF5AA0AD773}" presName="parentText" presStyleLbl="node1" presStyleIdx="0" presStyleCnt="3">
        <dgm:presLayoutVars>
          <dgm:chMax val="1"/>
          <dgm:bulletEnabled val="1"/>
        </dgm:presLayoutVars>
      </dgm:prSet>
      <dgm:spPr/>
    </dgm:pt>
    <dgm:pt modelId="{9DADBE07-D6DD-AF4F-874A-38DE52C96EF2}" type="pres">
      <dgm:prSet presAssocID="{857DF7BD-8AB0-8943-AB25-3EF5AA0AD773}" presName="descendantText" presStyleLbl="alignAccFollowNode1" presStyleIdx="0" presStyleCnt="3">
        <dgm:presLayoutVars>
          <dgm:bulletEnabled val="1"/>
        </dgm:presLayoutVars>
      </dgm:prSet>
      <dgm:spPr/>
    </dgm:pt>
    <dgm:pt modelId="{E4F40011-DA70-8E46-8AB0-FDD487FE72FE}" type="pres">
      <dgm:prSet presAssocID="{D2A5B4BC-53AF-D646-9F5C-2D09F85A3BAD}" presName="sp" presStyleCnt="0"/>
      <dgm:spPr/>
    </dgm:pt>
    <dgm:pt modelId="{9E434917-EA96-5F45-8B18-C5D0618F2698}" type="pres">
      <dgm:prSet presAssocID="{5985F281-AF51-234F-AD36-4E363D339D4C}" presName="linNode" presStyleCnt="0"/>
      <dgm:spPr/>
    </dgm:pt>
    <dgm:pt modelId="{DAC57656-315C-3846-B7BE-FAF18FF2F35C}" type="pres">
      <dgm:prSet presAssocID="{5985F281-AF51-234F-AD36-4E363D339D4C}" presName="parentText" presStyleLbl="node1" presStyleIdx="1" presStyleCnt="3">
        <dgm:presLayoutVars>
          <dgm:chMax val="1"/>
          <dgm:bulletEnabled val="1"/>
        </dgm:presLayoutVars>
      </dgm:prSet>
      <dgm:spPr/>
    </dgm:pt>
    <dgm:pt modelId="{891A531F-2E95-FE40-BD84-898A7B33D2A7}" type="pres">
      <dgm:prSet presAssocID="{5985F281-AF51-234F-AD36-4E363D339D4C}" presName="descendantText" presStyleLbl="alignAccFollowNode1" presStyleIdx="1" presStyleCnt="3">
        <dgm:presLayoutVars>
          <dgm:bulletEnabled val="1"/>
        </dgm:presLayoutVars>
      </dgm:prSet>
      <dgm:spPr/>
    </dgm:pt>
    <dgm:pt modelId="{F818851B-A6D5-3541-9819-765EBF3DEA7A}" type="pres">
      <dgm:prSet presAssocID="{3E169F13-FF8E-3640-B759-B77B8A9081EF}" presName="sp" presStyleCnt="0"/>
      <dgm:spPr/>
    </dgm:pt>
    <dgm:pt modelId="{DDE46DDC-A8CE-4A42-9FD5-CBC6A02242FA}" type="pres">
      <dgm:prSet presAssocID="{ECA9A26B-B402-4A40-B945-DEC8DEBECC57}" presName="linNode" presStyleCnt="0"/>
      <dgm:spPr/>
    </dgm:pt>
    <dgm:pt modelId="{0933B6A8-AE6B-8240-AB40-6114323AE038}" type="pres">
      <dgm:prSet presAssocID="{ECA9A26B-B402-4A40-B945-DEC8DEBECC57}" presName="parentText" presStyleLbl="node1" presStyleIdx="2" presStyleCnt="3">
        <dgm:presLayoutVars>
          <dgm:chMax val="1"/>
          <dgm:bulletEnabled val="1"/>
        </dgm:presLayoutVars>
      </dgm:prSet>
      <dgm:spPr/>
    </dgm:pt>
    <dgm:pt modelId="{53010B2D-0F2C-A043-85F3-A6E951886B19}" type="pres">
      <dgm:prSet presAssocID="{ECA9A26B-B402-4A40-B945-DEC8DEBECC57}" presName="descendantText" presStyleLbl="alignAccFollowNode1" presStyleIdx="2" presStyleCnt="3">
        <dgm:presLayoutVars>
          <dgm:bulletEnabled val="1"/>
        </dgm:presLayoutVars>
      </dgm:prSet>
      <dgm:spPr/>
    </dgm:pt>
  </dgm:ptLst>
  <dgm:cxnLst>
    <dgm:cxn modelId="{EAFEAC03-A705-0542-B40B-B8FBDE3A2484}" type="presOf" srcId="{ECA9A26B-B402-4A40-B945-DEC8DEBECC57}" destId="{0933B6A8-AE6B-8240-AB40-6114323AE038}" srcOrd="0" destOrd="0" presId="urn:microsoft.com/office/officeart/2005/8/layout/vList5"/>
    <dgm:cxn modelId="{FF3E341D-1876-DB4B-BFA2-EE5BB4F64D3E}" srcId="{ECA9A26B-B402-4A40-B945-DEC8DEBECC57}" destId="{4DBB9EE0-FAD0-5245-A4DB-E0DC2E9BA754}" srcOrd="0" destOrd="0" parTransId="{17341AF6-2D6C-CE40-A5CC-98983A9D2C3E}" sibTransId="{A996D9D6-E0F5-2749-BC20-67F6CF89C07B}"/>
    <dgm:cxn modelId="{669FD425-EE9C-6242-8F30-7CC95E1E2838}" srcId="{D92BA320-714C-7A4A-8BDE-23F763E73217}" destId="{ECA9A26B-B402-4A40-B945-DEC8DEBECC57}" srcOrd="2" destOrd="0" parTransId="{4DDE230C-2245-0E49-813C-B21CF0D20DC1}" sibTransId="{912D4D03-A515-E740-8C35-743C24B6254D}"/>
    <dgm:cxn modelId="{C4216F3E-CD4C-7B45-80F9-B7A3828E6636}" srcId="{D92BA320-714C-7A4A-8BDE-23F763E73217}" destId="{5985F281-AF51-234F-AD36-4E363D339D4C}" srcOrd="1" destOrd="0" parTransId="{335EAF7B-D231-354D-A8CD-C0BFF1918B0C}" sibTransId="{3E169F13-FF8E-3640-B759-B77B8A9081EF}"/>
    <dgm:cxn modelId="{66953541-CF1B-C047-8F32-1500BD4E88D0}" srcId="{D92BA320-714C-7A4A-8BDE-23F763E73217}" destId="{857DF7BD-8AB0-8943-AB25-3EF5AA0AD773}" srcOrd="0" destOrd="0" parTransId="{D4F84B00-207F-C247-ABF7-8A3558CE374C}" sibTransId="{D2A5B4BC-53AF-D646-9F5C-2D09F85A3BAD}"/>
    <dgm:cxn modelId="{91233745-2265-F143-B3D4-B2F9C4FBB847}" type="presOf" srcId="{5985F281-AF51-234F-AD36-4E363D339D4C}" destId="{DAC57656-315C-3846-B7BE-FAF18FF2F35C}" srcOrd="0" destOrd="0" presId="urn:microsoft.com/office/officeart/2005/8/layout/vList5"/>
    <dgm:cxn modelId="{4C0E5D7E-8A98-DA45-A4A4-05A615CBC13D}" type="presOf" srcId="{D92BA320-714C-7A4A-8BDE-23F763E73217}" destId="{70FD4885-2BC8-4E46-B78A-029F18AB3F74}" srcOrd="0" destOrd="0" presId="urn:microsoft.com/office/officeart/2005/8/layout/vList5"/>
    <dgm:cxn modelId="{13D82085-94D6-064B-853A-817606A2BEDD}" type="presOf" srcId="{9538C32C-D806-324C-A4F4-3F9B7896E749}" destId="{9DADBE07-D6DD-AF4F-874A-38DE52C96EF2}" srcOrd="0" destOrd="0" presId="urn:microsoft.com/office/officeart/2005/8/layout/vList5"/>
    <dgm:cxn modelId="{0D05F88A-E357-4940-B007-6D82B2E684EF}" srcId="{857DF7BD-8AB0-8943-AB25-3EF5AA0AD773}" destId="{9538C32C-D806-324C-A4F4-3F9B7896E749}" srcOrd="0" destOrd="0" parTransId="{FA399F79-03C6-2D47-901C-EB30C1B15339}" sibTransId="{C3AAAEFC-E9A7-3442-BC1B-CAEB96F0E359}"/>
    <dgm:cxn modelId="{918F5BAC-E146-0A4E-ACC2-9D2CBA1BCCEE}" type="presOf" srcId="{4DBB9EE0-FAD0-5245-A4DB-E0DC2E9BA754}" destId="{53010B2D-0F2C-A043-85F3-A6E951886B19}" srcOrd="0" destOrd="0" presId="urn:microsoft.com/office/officeart/2005/8/layout/vList5"/>
    <dgm:cxn modelId="{5B89AFD3-E8D6-F848-AF66-3EF7282AB5C4}" srcId="{5985F281-AF51-234F-AD36-4E363D339D4C}" destId="{4901B09F-A99A-514B-8DBA-059B9071AAAE}" srcOrd="0" destOrd="0" parTransId="{4156EF64-3340-C94E-8DC7-CEF3A079BA5C}" sibTransId="{A5C519BD-F37A-E240-AECA-38ED90D8D371}"/>
    <dgm:cxn modelId="{3A879EE0-24E6-D34D-8B56-8C591BB20F79}" type="presOf" srcId="{4901B09F-A99A-514B-8DBA-059B9071AAAE}" destId="{891A531F-2E95-FE40-BD84-898A7B33D2A7}" srcOrd="0" destOrd="0" presId="urn:microsoft.com/office/officeart/2005/8/layout/vList5"/>
    <dgm:cxn modelId="{3B548AED-A547-9148-B69D-04CDD7B1C9AD}" type="presOf" srcId="{857DF7BD-8AB0-8943-AB25-3EF5AA0AD773}" destId="{65EDA51D-37AE-5A4F-995E-50092FCDEFE0}" srcOrd="0" destOrd="0" presId="urn:microsoft.com/office/officeart/2005/8/layout/vList5"/>
    <dgm:cxn modelId="{4A63C841-9F68-224E-9595-51204F4F2778}" type="presParOf" srcId="{70FD4885-2BC8-4E46-B78A-029F18AB3F74}" destId="{66285B3A-BC0C-314E-BA5F-480159741906}" srcOrd="0" destOrd="0" presId="urn:microsoft.com/office/officeart/2005/8/layout/vList5"/>
    <dgm:cxn modelId="{FE38AE8F-E16E-AC43-8F82-66F0DE7A5E00}" type="presParOf" srcId="{66285B3A-BC0C-314E-BA5F-480159741906}" destId="{65EDA51D-37AE-5A4F-995E-50092FCDEFE0}" srcOrd="0" destOrd="0" presId="urn:microsoft.com/office/officeart/2005/8/layout/vList5"/>
    <dgm:cxn modelId="{17C89613-A52D-784F-A8D2-629BE13ED38B}" type="presParOf" srcId="{66285B3A-BC0C-314E-BA5F-480159741906}" destId="{9DADBE07-D6DD-AF4F-874A-38DE52C96EF2}" srcOrd="1" destOrd="0" presId="urn:microsoft.com/office/officeart/2005/8/layout/vList5"/>
    <dgm:cxn modelId="{7ED9F178-CB56-C349-9D63-8E0764F9A5B8}" type="presParOf" srcId="{70FD4885-2BC8-4E46-B78A-029F18AB3F74}" destId="{E4F40011-DA70-8E46-8AB0-FDD487FE72FE}" srcOrd="1" destOrd="0" presId="urn:microsoft.com/office/officeart/2005/8/layout/vList5"/>
    <dgm:cxn modelId="{F80EAF0D-DF96-6B4A-9F8D-DB04DFD8DE0C}" type="presParOf" srcId="{70FD4885-2BC8-4E46-B78A-029F18AB3F74}" destId="{9E434917-EA96-5F45-8B18-C5D0618F2698}" srcOrd="2" destOrd="0" presId="urn:microsoft.com/office/officeart/2005/8/layout/vList5"/>
    <dgm:cxn modelId="{77C81464-8FAD-964E-B9B5-3BAFD992A101}" type="presParOf" srcId="{9E434917-EA96-5F45-8B18-C5D0618F2698}" destId="{DAC57656-315C-3846-B7BE-FAF18FF2F35C}" srcOrd="0" destOrd="0" presId="urn:microsoft.com/office/officeart/2005/8/layout/vList5"/>
    <dgm:cxn modelId="{4DED67E0-8810-8D4C-BE2C-FF2FEE0EB794}" type="presParOf" srcId="{9E434917-EA96-5F45-8B18-C5D0618F2698}" destId="{891A531F-2E95-FE40-BD84-898A7B33D2A7}" srcOrd="1" destOrd="0" presId="urn:microsoft.com/office/officeart/2005/8/layout/vList5"/>
    <dgm:cxn modelId="{3BBE3C42-6617-4742-A338-CCC10D26FDA8}" type="presParOf" srcId="{70FD4885-2BC8-4E46-B78A-029F18AB3F74}" destId="{F818851B-A6D5-3541-9819-765EBF3DEA7A}" srcOrd="3" destOrd="0" presId="urn:microsoft.com/office/officeart/2005/8/layout/vList5"/>
    <dgm:cxn modelId="{0A146C24-8D7E-E949-8AE9-108F2075CB20}" type="presParOf" srcId="{70FD4885-2BC8-4E46-B78A-029F18AB3F74}" destId="{DDE46DDC-A8CE-4A42-9FD5-CBC6A02242FA}" srcOrd="4" destOrd="0" presId="urn:microsoft.com/office/officeart/2005/8/layout/vList5"/>
    <dgm:cxn modelId="{C99EA22C-8D85-384D-B5DB-8038366FB6CE}" type="presParOf" srcId="{DDE46DDC-A8CE-4A42-9FD5-CBC6A02242FA}" destId="{0933B6A8-AE6B-8240-AB40-6114323AE038}" srcOrd="0" destOrd="0" presId="urn:microsoft.com/office/officeart/2005/8/layout/vList5"/>
    <dgm:cxn modelId="{547BEDAF-10C4-4848-892E-7CD27BDD1D45}" type="presParOf" srcId="{DDE46DDC-A8CE-4A42-9FD5-CBC6A02242FA}" destId="{53010B2D-0F2C-A043-85F3-A6E951886B19}" srcOrd="1" destOrd="0" presId="urn:microsoft.com/office/officeart/2005/8/layout/vList5"/>
  </dgm:cxnLst>
  <dgm:bg/>
  <dgm:whole/>
  <dgm:extLst>
    <a:ext uri="http://schemas.microsoft.com/office/drawing/2008/diagram">
      <dsp:dataModelExt xmlns:dsp="http://schemas.microsoft.com/office/drawing/2008/diagram" relId="rId34" minVer="http://schemas.openxmlformats.org/drawingml/2006/diagram"/>
    </a:ext>
  </dgm:extLst>
</dgm:dataModel>
</file>

<file path=ppt/diagrams/data87.xml><?xml version="1.0" encoding="utf-8"?>
<dgm:dataModel xmlns:dgm="http://schemas.openxmlformats.org/drawingml/2006/diagram" xmlns:a="http://schemas.openxmlformats.org/drawingml/2006/main">
  <dgm:ptLst>
    <dgm:pt modelId="{D92BA320-714C-7A4A-8BDE-23F763E7321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857DF7BD-8AB0-8943-AB25-3EF5AA0AD773}">
      <dgm:prSet custT="1"/>
      <dgm:spPr/>
      <dgm:t>
        <a:bodyPr/>
        <a:lstStyle/>
        <a:p>
          <a:r>
            <a:rPr lang="en-US" sz="1400" dirty="0"/>
            <a:t>Equator-cut correlation:</a:t>
          </a:r>
          <a:endParaRPr lang="en-DK" sz="1400" dirty="0"/>
        </a:p>
      </dgm:t>
    </dgm:pt>
    <dgm:pt modelId="{D4F84B00-207F-C247-ABF7-8A3558CE374C}" type="parTrans" cxnId="{66953541-CF1B-C047-8F32-1500BD4E88D0}">
      <dgm:prSet/>
      <dgm:spPr/>
      <dgm:t>
        <a:bodyPr/>
        <a:lstStyle/>
        <a:p>
          <a:endParaRPr lang="en-US"/>
        </a:p>
      </dgm:t>
    </dgm:pt>
    <dgm:pt modelId="{D2A5B4BC-53AF-D646-9F5C-2D09F85A3BAD}" type="sibTrans" cxnId="{66953541-CF1B-C047-8F32-1500BD4E88D0}">
      <dgm:prSet/>
      <dgm:spPr/>
      <dgm:t>
        <a:bodyPr/>
        <a:lstStyle/>
        <a:p>
          <a:endParaRPr lang="en-US"/>
        </a:p>
      </dgm:t>
    </dgm:pt>
    <dgm:pt modelId="{9538C32C-D806-324C-A4F4-3F9B7896E749}">
      <dgm:prSet custT="1"/>
      <dgm:spPr>
        <a:blipFill>
          <a:blip xmlns:r="http://schemas.openxmlformats.org/officeDocument/2006/relationships" r:embed="rId1"/>
          <a:stretch>
            <a:fillRect/>
          </a:stretch>
        </a:blipFill>
      </dgm:spPr>
      <dgm:t>
        <a:bodyPr/>
        <a:lstStyle/>
        <a:p>
          <a:r>
            <a:rPr lang="en-US">
              <a:noFill/>
            </a:rPr>
            <a:t> </a:t>
          </a:r>
        </a:p>
      </dgm:t>
    </dgm:pt>
    <dgm:pt modelId="{FA399F79-03C6-2D47-901C-EB30C1B15339}" type="parTrans" cxnId="{0D05F88A-E357-4940-B007-6D82B2E684EF}">
      <dgm:prSet/>
      <dgm:spPr/>
      <dgm:t>
        <a:bodyPr/>
        <a:lstStyle/>
        <a:p>
          <a:endParaRPr lang="en-US"/>
        </a:p>
      </dgm:t>
    </dgm:pt>
    <dgm:pt modelId="{C3AAAEFC-E9A7-3442-BC1B-CAEB96F0E359}" type="sibTrans" cxnId="{0D05F88A-E357-4940-B007-6D82B2E684EF}">
      <dgm:prSet/>
      <dgm:spPr/>
      <dgm:t>
        <a:bodyPr/>
        <a:lstStyle/>
        <a:p>
          <a:endParaRPr lang="en-US"/>
        </a:p>
      </dgm:t>
    </dgm:pt>
    <dgm:pt modelId="{5985F281-AF51-234F-AD36-4E363D339D4C}">
      <dgm:prSet custT="1"/>
      <dgm:spPr>
        <a:blipFill>
          <a:blip xmlns:r="http://schemas.openxmlformats.org/officeDocument/2006/relationships" r:embed="rId2"/>
          <a:stretch>
            <a:fillRect/>
          </a:stretch>
        </a:blipFill>
      </dgm:spPr>
      <dgm:t>
        <a:bodyPr/>
        <a:lstStyle/>
        <a:p>
          <a:r>
            <a:rPr lang="en-US">
              <a:noFill/>
            </a:rPr>
            <a:t> </a:t>
          </a:r>
        </a:p>
      </dgm:t>
    </dgm:pt>
    <dgm:pt modelId="{335EAF7B-D231-354D-A8CD-C0BFF1918B0C}" type="parTrans" cxnId="{C4216F3E-CD4C-7B45-80F9-B7A3828E6636}">
      <dgm:prSet/>
      <dgm:spPr/>
      <dgm:t>
        <a:bodyPr/>
        <a:lstStyle/>
        <a:p>
          <a:endParaRPr lang="en-US"/>
        </a:p>
      </dgm:t>
    </dgm:pt>
    <dgm:pt modelId="{3E169F13-FF8E-3640-B759-B77B8A9081EF}" type="sibTrans" cxnId="{C4216F3E-CD4C-7B45-80F9-B7A3828E6636}">
      <dgm:prSet/>
      <dgm:spPr/>
      <dgm:t>
        <a:bodyPr/>
        <a:lstStyle/>
        <a:p>
          <a:endParaRPr lang="en-US"/>
        </a:p>
      </dgm:t>
    </dgm:pt>
    <dgm:pt modelId="{4901B09F-A99A-514B-8DBA-059B9071AAAE}">
      <dgm:prSet custT="1"/>
      <dgm:spPr>
        <a:blipFill>
          <a:blip xmlns:r="http://schemas.openxmlformats.org/officeDocument/2006/relationships" r:embed="rId3"/>
          <a:stretch>
            <a:fillRect t="-3030"/>
          </a:stretch>
        </a:blipFill>
      </dgm:spPr>
      <dgm:t>
        <a:bodyPr/>
        <a:lstStyle/>
        <a:p>
          <a:r>
            <a:rPr lang="en-US">
              <a:noFill/>
            </a:rPr>
            <a:t> </a:t>
          </a:r>
        </a:p>
      </dgm:t>
    </dgm:pt>
    <dgm:pt modelId="{4156EF64-3340-C94E-8DC7-CEF3A079BA5C}" type="parTrans" cxnId="{5B89AFD3-E8D6-F848-AF66-3EF7282AB5C4}">
      <dgm:prSet/>
      <dgm:spPr/>
      <dgm:t>
        <a:bodyPr/>
        <a:lstStyle/>
        <a:p>
          <a:endParaRPr lang="en-US"/>
        </a:p>
      </dgm:t>
    </dgm:pt>
    <dgm:pt modelId="{A5C519BD-F37A-E240-AECA-38ED90D8D371}" type="sibTrans" cxnId="{5B89AFD3-E8D6-F848-AF66-3EF7282AB5C4}">
      <dgm:prSet/>
      <dgm:spPr/>
      <dgm:t>
        <a:bodyPr/>
        <a:lstStyle/>
        <a:p>
          <a:endParaRPr lang="en-US"/>
        </a:p>
      </dgm:t>
    </dgm:pt>
    <dgm:pt modelId="{ECA9A26B-B402-4A40-B945-DEC8DEBECC57}">
      <dgm:prSet custT="1"/>
      <dgm:spPr>
        <a:blipFill>
          <a:blip xmlns:r="http://schemas.openxmlformats.org/officeDocument/2006/relationships" r:embed="rId4"/>
          <a:stretch>
            <a:fillRect/>
          </a:stretch>
        </a:blipFill>
      </dgm:spPr>
      <dgm:t>
        <a:bodyPr/>
        <a:lstStyle/>
        <a:p>
          <a:r>
            <a:rPr lang="en-US">
              <a:noFill/>
            </a:rPr>
            <a:t> </a:t>
          </a:r>
        </a:p>
      </dgm:t>
    </dgm:pt>
    <dgm:pt modelId="{4DDE230C-2245-0E49-813C-B21CF0D20DC1}" type="parTrans" cxnId="{669FD425-EE9C-6242-8F30-7CC95E1E2838}">
      <dgm:prSet/>
      <dgm:spPr/>
      <dgm:t>
        <a:bodyPr/>
        <a:lstStyle/>
        <a:p>
          <a:endParaRPr lang="en-US"/>
        </a:p>
      </dgm:t>
    </dgm:pt>
    <dgm:pt modelId="{912D4D03-A515-E740-8C35-743C24B6254D}" type="sibTrans" cxnId="{669FD425-EE9C-6242-8F30-7CC95E1E2838}">
      <dgm:prSet/>
      <dgm:spPr/>
      <dgm:t>
        <a:bodyPr/>
        <a:lstStyle/>
        <a:p>
          <a:endParaRPr lang="en-US"/>
        </a:p>
      </dgm:t>
    </dgm:pt>
    <dgm:pt modelId="{4DBB9EE0-FAD0-5245-A4DB-E0DC2E9BA754}">
      <dgm:prSet custT="1"/>
      <dgm:spPr>
        <a:blipFill>
          <a:blip xmlns:r="http://schemas.openxmlformats.org/officeDocument/2006/relationships" r:embed="rId5"/>
          <a:stretch>
            <a:fillRect t="-3125"/>
          </a:stretch>
        </a:blipFill>
      </dgm:spPr>
      <dgm:t>
        <a:bodyPr/>
        <a:lstStyle/>
        <a:p>
          <a:r>
            <a:rPr lang="en-US">
              <a:noFill/>
            </a:rPr>
            <a:t> </a:t>
          </a:r>
        </a:p>
      </dgm:t>
    </dgm:pt>
    <dgm:pt modelId="{17341AF6-2D6C-CE40-A5CC-98983A9D2C3E}" type="parTrans" cxnId="{FF3E341D-1876-DB4B-BFA2-EE5BB4F64D3E}">
      <dgm:prSet/>
      <dgm:spPr/>
      <dgm:t>
        <a:bodyPr/>
        <a:lstStyle/>
        <a:p>
          <a:endParaRPr lang="en-US"/>
        </a:p>
      </dgm:t>
    </dgm:pt>
    <dgm:pt modelId="{A996D9D6-E0F5-2749-BC20-67F6CF89C07B}" type="sibTrans" cxnId="{FF3E341D-1876-DB4B-BFA2-EE5BB4F64D3E}">
      <dgm:prSet/>
      <dgm:spPr/>
      <dgm:t>
        <a:bodyPr/>
        <a:lstStyle/>
        <a:p>
          <a:endParaRPr lang="en-US"/>
        </a:p>
      </dgm:t>
    </dgm:pt>
    <dgm:pt modelId="{70FD4885-2BC8-4E46-B78A-029F18AB3F74}" type="pres">
      <dgm:prSet presAssocID="{D92BA320-714C-7A4A-8BDE-23F763E73217}" presName="Name0" presStyleCnt="0">
        <dgm:presLayoutVars>
          <dgm:dir/>
          <dgm:animLvl val="lvl"/>
          <dgm:resizeHandles val="exact"/>
        </dgm:presLayoutVars>
      </dgm:prSet>
      <dgm:spPr/>
    </dgm:pt>
    <dgm:pt modelId="{66285B3A-BC0C-314E-BA5F-480159741906}" type="pres">
      <dgm:prSet presAssocID="{857DF7BD-8AB0-8943-AB25-3EF5AA0AD773}" presName="linNode" presStyleCnt="0"/>
      <dgm:spPr/>
    </dgm:pt>
    <dgm:pt modelId="{65EDA51D-37AE-5A4F-995E-50092FCDEFE0}" type="pres">
      <dgm:prSet presAssocID="{857DF7BD-8AB0-8943-AB25-3EF5AA0AD773}" presName="parentText" presStyleLbl="node1" presStyleIdx="0" presStyleCnt="3">
        <dgm:presLayoutVars>
          <dgm:chMax val="1"/>
          <dgm:bulletEnabled val="1"/>
        </dgm:presLayoutVars>
      </dgm:prSet>
      <dgm:spPr/>
    </dgm:pt>
    <dgm:pt modelId="{9DADBE07-D6DD-AF4F-874A-38DE52C96EF2}" type="pres">
      <dgm:prSet presAssocID="{857DF7BD-8AB0-8943-AB25-3EF5AA0AD773}" presName="descendantText" presStyleLbl="alignAccFollowNode1" presStyleIdx="0" presStyleCnt="3">
        <dgm:presLayoutVars>
          <dgm:bulletEnabled val="1"/>
        </dgm:presLayoutVars>
      </dgm:prSet>
      <dgm:spPr/>
    </dgm:pt>
    <dgm:pt modelId="{E4F40011-DA70-8E46-8AB0-FDD487FE72FE}" type="pres">
      <dgm:prSet presAssocID="{D2A5B4BC-53AF-D646-9F5C-2D09F85A3BAD}" presName="sp" presStyleCnt="0"/>
      <dgm:spPr/>
    </dgm:pt>
    <dgm:pt modelId="{9E434917-EA96-5F45-8B18-C5D0618F2698}" type="pres">
      <dgm:prSet presAssocID="{5985F281-AF51-234F-AD36-4E363D339D4C}" presName="linNode" presStyleCnt="0"/>
      <dgm:spPr/>
    </dgm:pt>
    <dgm:pt modelId="{DAC57656-315C-3846-B7BE-FAF18FF2F35C}" type="pres">
      <dgm:prSet presAssocID="{5985F281-AF51-234F-AD36-4E363D339D4C}" presName="parentText" presStyleLbl="node1" presStyleIdx="1" presStyleCnt="3">
        <dgm:presLayoutVars>
          <dgm:chMax val="1"/>
          <dgm:bulletEnabled val="1"/>
        </dgm:presLayoutVars>
      </dgm:prSet>
      <dgm:spPr/>
    </dgm:pt>
    <dgm:pt modelId="{891A531F-2E95-FE40-BD84-898A7B33D2A7}" type="pres">
      <dgm:prSet presAssocID="{5985F281-AF51-234F-AD36-4E363D339D4C}" presName="descendantText" presStyleLbl="alignAccFollowNode1" presStyleIdx="1" presStyleCnt="3">
        <dgm:presLayoutVars>
          <dgm:bulletEnabled val="1"/>
        </dgm:presLayoutVars>
      </dgm:prSet>
      <dgm:spPr/>
    </dgm:pt>
    <dgm:pt modelId="{F818851B-A6D5-3541-9819-765EBF3DEA7A}" type="pres">
      <dgm:prSet presAssocID="{3E169F13-FF8E-3640-B759-B77B8A9081EF}" presName="sp" presStyleCnt="0"/>
      <dgm:spPr/>
    </dgm:pt>
    <dgm:pt modelId="{DDE46DDC-A8CE-4A42-9FD5-CBC6A02242FA}" type="pres">
      <dgm:prSet presAssocID="{ECA9A26B-B402-4A40-B945-DEC8DEBECC57}" presName="linNode" presStyleCnt="0"/>
      <dgm:spPr/>
    </dgm:pt>
    <dgm:pt modelId="{0933B6A8-AE6B-8240-AB40-6114323AE038}" type="pres">
      <dgm:prSet presAssocID="{ECA9A26B-B402-4A40-B945-DEC8DEBECC57}" presName="parentText" presStyleLbl="node1" presStyleIdx="2" presStyleCnt="3">
        <dgm:presLayoutVars>
          <dgm:chMax val="1"/>
          <dgm:bulletEnabled val="1"/>
        </dgm:presLayoutVars>
      </dgm:prSet>
      <dgm:spPr/>
    </dgm:pt>
    <dgm:pt modelId="{53010B2D-0F2C-A043-85F3-A6E951886B19}" type="pres">
      <dgm:prSet presAssocID="{ECA9A26B-B402-4A40-B945-DEC8DEBECC57}" presName="descendantText" presStyleLbl="alignAccFollowNode1" presStyleIdx="2" presStyleCnt="3">
        <dgm:presLayoutVars>
          <dgm:bulletEnabled val="1"/>
        </dgm:presLayoutVars>
      </dgm:prSet>
      <dgm:spPr/>
    </dgm:pt>
  </dgm:ptLst>
  <dgm:cxnLst>
    <dgm:cxn modelId="{EAFEAC03-A705-0542-B40B-B8FBDE3A2484}" type="presOf" srcId="{ECA9A26B-B402-4A40-B945-DEC8DEBECC57}" destId="{0933B6A8-AE6B-8240-AB40-6114323AE038}" srcOrd="0" destOrd="0" presId="urn:microsoft.com/office/officeart/2005/8/layout/vList5"/>
    <dgm:cxn modelId="{FF3E341D-1876-DB4B-BFA2-EE5BB4F64D3E}" srcId="{ECA9A26B-B402-4A40-B945-DEC8DEBECC57}" destId="{4DBB9EE0-FAD0-5245-A4DB-E0DC2E9BA754}" srcOrd="0" destOrd="0" parTransId="{17341AF6-2D6C-CE40-A5CC-98983A9D2C3E}" sibTransId="{A996D9D6-E0F5-2749-BC20-67F6CF89C07B}"/>
    <dgm:cxn modelId="{669FD425-EE9C-6242-8F30-7CC95E1E2838}" srcId="{D92BA320-714C-7A4A-8BDE-23F763E73217}" destId="{ECA9A26B-B402-4A40-B945-DEC8DEBECC57}" srcOrd="2" destOrd="0" parTransId="{4DDE230C-2245-0E49-813C-B21CF0D20DC1}" sibTransId="{912D4D03-A515-E740-8C35-743C24B6254D}"/>
    <dgm:cxn modelId="{C4216F3E-CD4C-7B45-80F9-B7A3828E6636}" srcId="{D92BA320-714C-7A4A-8BDE-23F763E73217}" destId="{5985F281-AF51-234F-AD36-4E363D339D4C}" srcOrd="1" destOrd="0" parTransId="{335EAF7B-D231-354D-A8CD-C0BFF1918B0C}" sibTransId="{3E169F13-FF8E-3640-B759-B77B8A9081EF}"/>
    <dgm:cxn modelId="{66953541-CF1B-C047-8F32-1500BD4E88D0}" srcId="{D92BA320-714C-7A4A-8BDE-23F763E73217}" destId="{857DF7BD-8AB0-8943-AB25-3EF5AA0AD773}" srcOrd="0" destOrd="0" parTransId="{D4F84B00-207F-C247-ABF7-8A3558CE374C}" sibTransId="{D2A5B4BC-53AF-D646-9F5C-2D09F85A3BAD}"/>
    <dgm:cxn modelId="{91233745-2265-F143-B3D4-B2F9C4FBB847}" type="presOf" srcId="{5985F281-AF51-234F-AD36-4E363D339D4C}" destId="{DAC57656-315C-3846-B7BE-FAF18FF2F35C}" srcOrd="0" destOrd="0" presId="urn:microsoft.com/office/officeart/2005/8/layout/vList5"/>
    <dgm:cxn modelId="{4C0E5D7E-8A98-DA45-A4A4-05A615CBC13D}" type="presOf" srcId="{D92BA320-714C-7A4A-8BDE-23F763E73217}" destId="{70FD4885-2BC8-4E46-B78A-029F18AB3F74}" srcOrd="0" destOrd="0" presId="urn:microsoft.com/office/officeart/2005/8/layout/vList5"/>
    <dgm:cxn modelId="{13D82085-94D6-064B-853A-817606A2BEDD}" type="presOf" srcId="{9538C32C-D806-324C-A4F4-3F9B7896E749}" destId="{9DADBE07-D6DD-AF4F-874A-38DE52C96EF2}" srcOrd="0" destOrd="0" presId="urn:microsoft.com/office/officeart/2005/8/layout/vList5"/>
    <dgm:cxn modelId="{0D05F88A-E357-4940-B007-6D82B2E684EF}" srcId="{857DF7BD-8AB0-8943-AB25-3EF5AA0AD773}" destId="{9538C32C-D806-324C-A4F4-3F9B7896E749}" srcOrd="0" destOrd="0" parTransId="{FA399F79-03C6-2D47-901C-EB30C1B15339}" sibTransId="{C3AAAEFC-E9A7-3442-BC1B-CAEB96F0E359}"/>
    <dgm:cxn modelId="{918F5BAC-E146-0A4E-ACC2-9D2CBA1BCCEE}" type="presOf" srcId="{4DBB9EE0-FAD0-5245-A4DB-E0DC2E9BA754}" destId="{53010B2D-0F2C-A043-85F3-A6E951886B19}" srcOrd="0" destOrd="0" presId="urn:microsoft.com/office/officeart/2005/8/layout/vList5"/>
    <dgm:cxn modelId="{5B89AFD3-E8D6-F848-AF66-3EF7282AB5C4}" srcId="{5985F281-AF51-234F-AD36-4E363D339D4C}" destId="{4901B09F-A99A-514B-8DBA-059B9071AAAE}" srcOrd="0" destOrd="0" parTransId="{4156EF64-3340-C94E-8DC7-CEF3A079BA5C}" sibTransId="{A5C519BD-F37A-E240-AECA-38ED90D8D371}"/>
    <dgm:cxn modelId="{3A879EE0-24E6-D34D-8B56-8C591BB20F79}" type="presOf" srcId="{4901B09F-A99A-514B-8DBA-059B9071AAAE}" destId="{891A531F-2E95-FE40-BD84-898A7B33D2A7}" srcOrd="0" destOrd="0" presId="urn:microsoft.com/office/officeart/2005/8/layout/vList5"/>
    <dgm:cxn modelId="{3B548AED-A547-9148-B69D-04CDD7B1C9AD}" type="presOf" srcId="{857DF7BD-8AB0-8943-AB25-3EF5AA0AD773}" destId="{65EDA51D-37AE-5A4F-995E-50092FCDEFE0}" srcOrd="0" destOrd="0" presId="urn:microsoft.com/office/officeart/2005/8/layout/vList5"/>
    <dgm:cxn modelId="{4A63C841-9F68-224E-9595-51204F4F2778}" type="presParOf" srcId="{70FD4885-2BC8-4E46-B78A-029F18AB3F74}" destId="{66285B3A-BC0C-314E-BA5F-480159741906}" srcOrd="0" destOrd="0" presId="urn:microsoft.com/office/officeart/2005/8/layout/vList5"/>
    <dgm:cxn modelId="{FE38AE8F-E16E-AC43-8F82-66F0DE7A5E00}" type="presParOf" srcId="{66285B3A-BC0C-314E-BA5F-480159741906}" destId="{65EDA51D-37AE-5A4F-995E-50092FCDEFE0}" srcOrd="0" destOrd="0" presId="urn:microsoft.com/office/officeart/2005/8/layout/vList5"/>
    <dgm:cxn modelId="{17C89613-A52D-784F-A8D2-629BE13ED38B}" type="presParOf" srcId="{66285B3A-BC0C-314E-BA5F-480159741906}" destId="{9DADBE07-D6DD-AF4F-874A-38DE52C96EF2}" srcOrd="1" destOrd="0" presId="urn:microsoft.com/office/officeart/2005/8/layout/vList5"/>
    <dgm:cxn modelId="{7ED9F178-CB56-C349-9D63-8E0764F9A5B8}" type="presParOf" srcId="{70FD4885-2BC8-4E46-B78A-029F18AB3F74}" destId="{E4F40011-DA70-8E46-8AB0-FDD487FE72FE}" srcOrd="1" destOrd="0" presId="urn:microsoft.com/office/officeart/2005/8/layout/vList5"/>
    <dgm:cxn modelId="{F80EAF0D-DF96-6B4A-9F8D-DB04DFD8DE0C}" type="presParOf" srcId="{70FD4885-2BC8-4E46-B78A-029F18AB3F74}" destId="{9E434917-EA96-5F45-8B18-C5D0618F2698}" srcOrd="2" destOrd="0" presId="urn:microsoft.com/office/officeart/2005/8/layout/vList5"/>
    <dgm:cxn modelId="{77C81464-8FAD-964E-B9B5-3BAFD992A101}" type="presParOf" srcId="{9E434917-EA96-5F45-8B18-C5D0618F2698}" destId="{DAC57656-315C-3846-B7BE-FAF18FF2F35C}" srcOrd="0" destOrd="0" presId="urn:microsoft.com/office/officeart/2005/8/layout/vList5"/>
    <dgm:cxn modelId="{4DED67E0-8810-8D4C-BE2C-FF2FEE0EB794}" type="presParOf" srcId="{9E434917-EA96-5F45-8B18-C5D0618F2698}" destId="{891A531F-2E95-FE40-BD84-898A7B33D2A7}" srcOrd="1" destOrd="0" presId="urn:microsoft.com/office/officeart/2005/8/layout/vList5"/>
    <dgm:cxn modelId="{3BBE3C42-6617-4742-A338-CCC10D26FDA8}" type="presParOf" srcId="{70FD4885-2BC8-4E46-B78A-029F18AB3F74}" destId="{F818851B-A6D5-3541-9819-765EBF3DEA7A}" srcOrd="3" destOrd="0" presId="urn:microsoft.com/office/officeart/2005/8/layout/vList5"/>
    <dgm:cxn modelId="{0A146C24-8D7E-E949-8AE9-108F2075CB20}" type="presParOf" srcId="{70FD4885-2BC8-4E46-B78A-029F18AB3F74}" destId="{DDE46DDC-A8CE-4A42-9FD5-CBC6A02242FA}" srcOrd="4" destOrd="0" presId="urn:microsoft.com/office/officeart/2005/8/layout/vList5"/>
    <dgm:cxn modelId="{C99EA22C-8D85-384D-B5DB-8038366FB6CE}" type="presParOf" srcId="{DDE46DDC-A8CE-4A42-9FD5-CBC6A02242FA}" destId="{0933B6A8-AE6B-8240-AB40-6114323AE038}" srcOrd="0" destOrd="0" presId="urn:microsoft.com/office/officeart/2005/8/layout/vList5"/>
    <dgm:cxn modelId="{547BEDAF-10C4-4848-892E-7CD27BDD1D45}" type="presParOf" srcId="{DDE46DDC-A8CE-4A42-9FD5-CBC6A02242FA}" destId="{53010B2D-0F2C-A043-85F3-A6E951886B19}" srcOrd="1" destOrd="0" presId="urn:microsoft.com/office/officeart/2005/8/layout/vList5"/>
  </dgm:cxnLst>
  <dgm:bg/>
  <dgm:whole/>
  <dgm:extLst>
    <a:ext uri="http://schemas.microsoft.com/office/drawing/2008/diagram">
      <dsp:dataModelExt xmlns:dsp="http://schemas.microsoft.com/office/drawing/2008/diagram" relId="rId28" minVer="http://schemas.openxmlformats.org/drawingml/2006/diagram"/>
    </a:ext>
  </dgm:extLst>
</dgm:dataModel>
</file>

<file path=ppt/diagrams/data88.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9.xml><?xml version="1.0" encoding="utf-8"?>
<dgm:dataModel xmlns:dgm="http://schemas.openxmlformats.org/drawingml/2006/diagram" xmlns:a="http://schemas.openxmlformats.org/drawingml/2006/main">
  <dgm:ptLst>
    <dgm:pt modelId="{06937658-903B-F643-89E2-84F5C807923A}" type="doc">
      <dgm:prSet loTypeId="urn:microsoft.com/office/officeart/2005/8/layout/default"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E1D07B28-3863-F947-9DC8-EFDCCDD0061D}">
          <dgm:prSet/>
          <dgm:spPr/>
          <dgm:t>
            <a:bodyPr/>
            <a:lstStyle/>
            <a:p>
              <a:r>
                <a:rPr lang="en-US" dirty="0"/>
                <a:t>Asymmetry method:</a:t>
              </a:r>
            </a:p>
            <a:p>
              <a:pPr/>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r>
                      <a:rPr lang="en-DK" i="1">
                        <a:latin typeface="Cambria Math" panose="02040503050406030204" pitchFamily="18" charset="0"/>
                      </a:rPr>
                      <m:t>−</m:t>
                    </m:r>
                    <m:r>
                      <a:rPr lang="en-DK" i="1">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oMath>
                </m:oMathPara>
              </a14:m>
              <a:endParaRPr lang="en-DK" dirty="0"/>
            </a:p>
          </dgm:t>
        </dgm:pt>
      </mc:Choice>
      <mc:Fallback xmlns="">
        <dgm:pt modelId="{E1D07B28-3863-F947-9DC8-EFDCCDD0061D}">
          <dgm:prSet/>
          <dgm:spPr/>
          <dgm:t>
            <a:bodyPr/>
            <a:lstStyle/>
            <a:p>
              <a:r>
                <a:rPr lang="en-US" dirty="0"/>
                <a:t>Asymmetry method:</a:t>
              </a:r>
            </a:p>
            <a:p>
              <a:r>
                <a:rPr lang="en-DK" i="0">
                  <a:latin typeface="Cambria Math" panose="02040503050406030204" pitchFamily="18" charset="0"/>
                </a:rPr>
                <a:t>𝐼(𝜙,𝜃)−𝐼(𝜙,−𝜃)</a:t>
              </a:r>
              <a:endParaRPr lang="en-DK" dirty="0"/>
            </a:p>
          </dgm:t>
        </dgm:pt>
      </mc:Fallback>
    </mc:AlternateContent>
    <dgm:pt modelId="{2BE7BCCB-F3D3-D54C-A19B-52A5C236687D}" type="parTrans" cxnId="{C9577EC2-9244-8A4C-8803-F767EB5A77AB}">
      <dgm:prSet/>
      <dgm:spPr/>
      <dgm:t>
        <a:bodyPr/>
        <a:lstStyle/>
        <a:p>
          <a:endParaRPr lang="en-US"/>
        </a:p>
      </dgm:t>
    </dgm:pt>
    <dgm:pt modelId="{40372FF8-25FF-B942-B330-FD047B34B4E5}" type="sibTrans" cxnId="{C9577EC2-9244-8A4C-8803-F767EB5A77AB}">
      <dgm:prSet/>
      <dgm:spPr/>
      <dgm:t>
        <a:bodyPr/>
        <a:lstStyle/>
        <a:p>
          <a:endParaRPr lang="en-US"/>
        </a:p>
      </dgm:t>
    </dgm:pt>
    <dgm:pt modelId="{B77B6A14-D40F-5545-83CF-DCF599728618}" type="pres">
      <dgm:prSet presAssocID="{06937658-903B-F643-89E2-84F5C807923A}" presName="diagram" presStyleCnt="0">
        <dgm:presLayoutVars>
          <dgm:dir/>
          <dgm:resizeHandles val="exact"/>
        </dgm:presLayoutVars>
      </dgm:prSet>
      <dgm:spPr/>
    </dgm:pt>
    <dgm:pt modelId="{F289FE33-CB08-C842-9FB6-4FF678F75216}" type="pres">
      <dgm:prSet presAssocID="{E1D07B28-3863-F947-9DC8-EFDCCDD0061D}" presName="node" presStyleLbl="node1" presStyleIdx="0" presStyleCnt="1">
        <dgm:presLayoutVars>
          <dgm:bulletEnabled val="1"/>
        </dgm:presLayoutVars>
      </dgm:prSet>
      <dgm:spPr/>
    </dgm:pt>
  </dgm:ptLst>
  <dgm:cxnLst>
    <dgm:cxn modelId="{19F5A44D-FFD7-B64F-A1E6-8A4AB0E3CF8F}" type="presOf" srcId="{06937658-903B-F643-89E2-84F5C807923A}" destId="{B77B6A14-D40F-5545-83CF-DCF599728618}" srcOrd="0" destOrd="0" presId="urn:microsoft.com/office/officeart/2005/8/layout/default"/>
    <dgm:cxn modelId="{C9577EC2-9244-8A4C-8803-F767EB5A77AB}" srcId="{06937658-903B-F643-89E2-84F5C807923A}" destId="{E1D07B28-3863-F947-9DC8-EFDCCDD0061D}" srcOrd="0" destOrd="0" parTransId="{2BE7BCCB-F3D3-D54C-A19B-52A5C236687D}" sibTransId="{40372FF8-25FF-B942-B330-FD047B34B4E5}"/>
    <dgm:cxn modelId="{DEE944C4-2025-1940-BB36-DD93BCB298C2}" type="presOf" srcId="{E1D07B28-3863-F947-9DC8-EFDCCDD0061D}" destId="{F289FE33-CB08-C842-9FB6-4FF678F75216}" srcOrd="0" destOrd="0" presId="urn:microsoft.com/office/officeart/2005/8/layout/default"/>
    <dgm:cxn modelId="{1D452E02-A2A7-E849-8BEC-DB230BE80BFB}" type="presParOf" srcId="{B77B6A14-D40F-5545-83CF-DCF599728618}" destId="{F289FE33-CB08-C842-9FB6-4FF678F75216}" srcOrd="0"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0.xml><?xml version="1.0" encoding="utf-8"?>
<dgm:dataModel xmlns:dgm="http://schemas.openxmlformats.org/drawingml/2006/diagram" xmlns:a="http://schemas.openxmlformats.org/drawingml/2006/main">
  <dgm:ptLst>
    <dgm:pt modelId="{06937658-903B-F643-89E2-84F5C807923A}" type="doc">
      <dgm:prSet loTypeId="urn:microsoft.com/office/officeart/2005/8/layout/default" loCatId="process" qsTypeId="urn:microsoft.com/office/officeart/2005/8/quickstyle/simple1" qsCatId="simple" csTypeId="urn:microsoft.com/office/officeart/2005/8/colors/accent1_2" csCatId="accent1" phldr="1"/>
      <dgm:spPr/>
      <dgm:t>
        <a:bodyPr/>
        <a:lstStyle/>
        <a:p>
          <a:endParaRPr lang="en-US"/>
        </a:p>
      </dgm:t>
    </dgm:pt>
    <dgm:pt modelId="{E1D07B28-3863-F947-9DC8-EFDCCDD0061D}">
      <dgm:prSet/>
      <dgm:spPr>
        <a:blipFill>
          <a:blip xmlns:r="http://schemas.openxmlformats.org/officeDocument/2006/relationships" r:embed="rId1"/>
          <a:stretch>
            <a:fillRect/>
          </a:stretch>
        </a:blipFill>
      </dgm:spPr>
      <dgm:t>
        <a:bodyPr/>
        <a:lstStyle/>
        <a:p>
          <a:r>
            <a:rPr lang="en-US">
              <a:noFill/>
            </a:rPr>
            <a:t> </a:t>
          </a:r>
        </a:p>
      </dgm:t>
    </dgm:pt>
    <dgm:pt modelId="{2BE7BCCB-F3D3-D54C-A19B-52A5C236687D}" type="parTrans" cxnId="{C9577EC2-9244-8A4C-8803-F767EB5A77AB}">
      <dgm:prSet/>
      <dgm:spPr/>
      <dgm:t>
        <a:bodyPr/>
        <a:lstStyle/>
        <a:p>
          <a:endParaRPr lang="en-US"/>
        </a:p>
      </dgm:t>
    </dgm:pt>
    <dgm:pt modelId="{40372FF8-25FF-B942-B330-FD047B34B4E5}" type="sibTrans" cxnId="{C9577EC2-9244-8A4C-8803-F767EB5A77AB}">
      <dgm:prSet/>
      <dgm:spPr/>
      <dgm:t>
        <a:bodyPr/>
        <a:lstStyle/>
        <a:p>
          <a:endParaRPr lang="en-US"/>
        </a:p>
      </dgm:t>
    </dgm:pt>
    <dgm:pt modelId="{B77B6A14-D40F-5545-83CF-DCF599728618}" type="pres">
      <dgm:prSet presAssocID="{06937658-903B-F643-89E2-84F5C807923A}" presName="diagram" presStyleCnt="0">
        <dgm:presLayoutVars>
          <dgm:dir/>
          <dgm:resizeHandles val="exact"/>
        </dgm:presLayoutVars>
      </dgm:prSet>
      <dgm:spPr/>
    </dgm:pt>
    <dgm:pt modelId="{F289FE33-CB08-C842-9FB6-4FF678F75216}" type="pres">
      <dgm:prSet presAssocID="{E1D07B28-3863-F947-9DC8-EFDCCDD0061D}" presName="node" presStyleLbl="node1" presStyleIdx="0" presStyleCnt="1">
        <dgm:presLayoutVars>
          <dgm:bulletEnabled val="1"/>
        </dgm:presLayoutVars>
      </dgm:prSet>
      <dgm:spPr/>
    </dgm:pt>
  </dgm:ptLst>
  <dgm:cxnLst>
    <dgm:cxn modelId="{19F5A44D-FFD7-B64F-A1E6-8A4AB0E3CF8F}" type="presOf" srcId="{06937658-903B-F643-89E2-84F5C807923A}" destId="{B77B6A14-D40F-5545-83CF-DCF599728618}" srcOrd="0" destOrd="0" presId="urn:microsoft.com/office/officeart/2005/8/layout/default"/>
    <dgm:cxn modelId="{C9577EC2-9244-8A4C-8803-F767EB5A77AB}" srcId="{06937658-903B-F643-89E2-84F5C807923A}" destId="{E1D07B28-3863-F947-9DC8-EFDCCDD0061D}" srcOrd="0" destOrd="0" parTransId="{2BE7BCCB-F3D3-D54C-A19B-52A5C236687D}" sibTransId="{40372FF8-25FF-B942-B330-FD047B34B4E5}"/>
    <dgm:cxn modelId="{DEE944C4-2025-1940-BB36-DD93BCB298C2}" type="presOf" srcId="{E1D07B28-3863-F947-9DC8-EFDCCDD0061D}" destId="{F289FE33-CB08-C842-9FB6-4FF678F75216}" srcOrd="0" destOrd="0" presId="urn:microsoft.com/office/officeart/2005/8/layout/default"/>
    <dgm:cxn modelId="{1D452E02-A2A7-E849-8BEC-DB230BE80BFB}" type="presParOf" srcId="{B77B6A14-D40F-5545-83CF-DCF599728618}" destId="{F289FE33-CB08-C842-9FB6-4FF678F75216}" srcOrd="0"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1.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2.xml><?xml version="1.0" encoding="utf-8"?>
<dgm:dataModel xmlns:dgm="http://schemas.openxmlformats.org/drawingml/2006/diagram" xmlns:a="http://schemas.openxmlformats.org/drawingml/2006/main">
  <dgm:ptLst>
    <dgm:pt modelId="{06937658-903B-F643-89E2-84F5C807923A}" type="doc">
      <dgm:prSet loTypeId="urn:microsoft.com/office/officeart/2005/8/layout/default"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E1D07B28-3863-F947-9DC8-EFDCCDD0061D}">
          <dgm:prSet/>
          <dgm:spPr/>
          <dgm:t>
            <a:bodyPr/>
            <a:lstStyle/>
            <a:p>
              <a:r>
                <a:rPr lang="en-US" dirty="0"/>
                <a:t>Asymmetry method:</a:t>
              </a:r>
            </a:p>
            <a:p>
              <a:pPr/>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r>
                      <a:rPr lang="en-DK" i="1">
                        <a:latin typeface="Cambria Math" panose="02040503050406030204" pitchFamily="18" charset="0"/>
                      </a:rPr>
                      <m:t>−</m:t>
                    </m:r>
                    <m:r>
                      <a:rPr lang="en-DK" i="1">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oMath>
                </m:oMathPara>
              </a14:m>
              <a:endParaRPr lang="en-DK" dirty="0"/>
            </a:p>
          </dgm:t>
        </dgm:pt>
      </mc:Choice>
      <mc:Fallback xmlns="">
        <dgm:pt modelId="{E1D07B28-3863-F947-9DC8-EFDCCDD0061D}">
          <dgm:prSet/>
          <dgm:spPr/>
          <dgm:t>
            <a:bodyPr/>
            <a:lstStyle/>
            <a:p>
              <a:r>
                <a:rPr lang="en-US" dirty="0"/>
                <a:t>Asymmetry method:</a:t>
              </a:r>
            </a:p>
            <a:p>
              <a:r>
                <a:rPr lang="en-DK" i="0">
                  <a:latin typeface="Cambria Math" panose="02040503050406030204" pitchFamily="18" charset="0"/>
                </a:rPr>
                <a:t>𝐼(𝜙,𝜃)−𝐼(𝜙,−𝜃)</a:t>
              </a:r>
              <a:endParaRPr lang="en-DK" dirty="0"/>
            </a:p>
          </dgm:t>
        </dgm:pt>
      </mc:Fallback>
    </mc:AlternateContent>
    <dgm:pt modelId="{2BE7BCCB-F3D3-D54C-A19B-52A5C236687D}" type="parTrans" cxnId="{C9577EC2-9244-8A4C-8803-F767EB5A77AB}">
      <dgm:prSet/>
      <dgm:spPr/>
      <dgm:t>
        <a:bodyPr/>
        <a:lstStyle/>
        <a:p>
          <a:endParaRPr lang="en-US"/>
        </a:p>
      </dgm:t>
    </dgm:pt>
    <dgm:pt modelId="{40372FF8-25FF-B942-B330-FD047B34B4E5}" type="sibTrans" cxnId="{C9577EC2-9244-8A4C-8803-F767EB5A77AB}">
      <dgm:prSet/>
      <dgm:spPr/>
      <dgm:t>
        <a:bodyPr/>
        <a:lstStyle/>
        <a:p>
          <a:endParaRPr lang="en-US"/>
        </a:p>
      </dgm:t>
    </dgm:pt>
    <dgm:pt modelId="{B77B6A14-D40F-5545-83CF-DCF599728618}" type="pres">
      <dgm:prSet presAssocID="{06937658-903B-F643-89E2-84F5C807923A}" presName="diagram" presStyleCnt="0">
        <dgm:presLayoutVars>
          <dgm:dir/>
          <dgm:resizeHandles val="exact"/>
        </dgm:presLayoutVars>
      </dgm:prSet>
      <dgm:spPr/>
    </dgm:pt>
    <dgm:pt modelId="{F289FE33-CB08-C842-9FB6-4FF678F75216}" type="pres">
      <dgm:prSet presAssocID="{E1D07B28-3863-F947-9DC8-EFDCCDD0061D}" presName="node" presStyleLbl="node1" presStyleIdx="0" presStyleCnt="1">
        <dgm:presLayoutVars>
          <dgm:bulletEnabled val="1"/>
        </dgm:presLayoutVars>
      </dgm:prSet>
      <dgm:spPr/>
    </dgm:pt>
  </dgm:ptLst>
  <dgm:cxnLst>
    <dgm:cxn modelId="{19F5A44D-FFD7-B64F-A1E6-8A4AB0E3CF8F}" type="presOf" srcId="{06937658-903B-F643-89E2-84F5C807923A}" destId="{B77B6A14-D40F-5545-83CF-DCF599728618}" srcOrd="0" destOrd="0" presId="urn:microsoft.com/office/officeart/2005/8/layout/default"/>
    <dgm:cxn modelId="{C9577EC2-9244-8A4C-8803-F767EB5A77AB}" srcId="{06937658-903B-F643-89E2-84F5C807923A}" destId="{E1D07B28-3863-F947-9DC8-EFDCCDD0061D}" srcOrd="0" destOrd="0" parTransId="{2BE7BCCB-F3D3-D54C-A19B-52A5C236687D}" sibTransId="{40372FF8-25FF-B942-B330-FD047B34B4E5}"/>
    <dgm:cxn modelId="{DEE944C4-2025-1940-BB36-DD93BCB298C2}" type="presOf" srcId="{E1D07B28-3863-F947-9DC8-EFDCCDD0061D}" destId="{F289FE33-CB08-C842-9FB6-4FF678F75216}" srcOrd="0" destOrd="0" presId="urn:microsoft.com/office/officeart/2005/8/layout/default"/>
    <dgm:cxn modelId="{1D452E02-A2A7-E849-8BEC-DB230BE80BFB}" type="presParOf" srcId="{B77B6A14-D40F-5545-83CF-DCF599728618}" destId="{F289FE33-CB08-C842-9FB6-4FF678F75216}" srcOrd="0"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3.xml><?xml version="1.0" encoding="utf-8"?>
<dgm:dataModel xmlns:dgm="http://schemas.openxmlformats.org/drawingml/2006/diagram" xmlns:a="http://schemas.openxmlformats.org/drawingml/2006/main">
  <dgm:ptLst>
    <dgm:pt modelId="{06937658-903B-F643-89E2-84F5C807923A}" type="doc">
      <dgm:prSet loTypeId="urn:microsoft.com/office/officeart/2005/8/layout/default" loCatId="process" qsTypeId="urn:microsoft.com/office/officeart/2005/8/quickstyle/simple1" qsCatId="simple" csTypeId="urn:microsoft.com/office/officeart/2005/8/colors/accent1_2" csCatId="accent1" phldr="1"/>
      <dgm:spPr/>
      <dgm:t>
        <a:bodyPr/>
        <a:lstStyle/>
        <a:p>
          <a:endParaRPr lang="en-US"/>
        </a:p>
      </dgm:t>
    </dgm:pt>
    <dgm:pt modelId="{E1D07B28-3863-F947-9DC8-EFDCCDD0061D}">
      <dgm:prSet/>
      <dgm:spPr>
        <a:blipFill>
          <a:blip xmlns:r="http://schemas.openxmlformats.org/officeDocument/2006/relationships" r:embed="rId1"/>
          <a:stretch>
            <a:fillRect/>
          </a:stretch>
        </a:blipFill>
      </dgm:spPr>
      <dgm:t>
        <a:bodyPr/>
        <a:lstStyle/>
        <a:p>
          <a:r>
            <a:rPr lang="en-US">
              <a:noFill/>
            </a:rPr>
            <a:t> </a:t>
          </a:r>
        </a:p>
      </dgm:t>
    </dgm:pt>
    <dgm:pt modelId="{2BE7BCCB-F3D3-D54C-A19B-52A5C236687D}" type="parTrans" cxnId="{C9577EC2-9244-8A4C-8803-F767EB5A77AB}">
      <dgm:prSet/>
      <dgm:spPr/>
      <dgm:t>
        <a:bodyPr/>
        <a:lstStyle/>
        <a:p>
          <a:endParaRPr lang="en-US"/>
        </a:p>
      </dgm:t>
    </dgm:pt>
    <dgm:pt modelId="{40372FF8-25FF-B942-B330-FD047B34B4E5}" type="sibTrans" cxnId="{C9577EC2-9244-8A4C-8803-F767EB5A77AB}">
      <dgm:prSet/>
      <dgm:spPr/>
      <dgm:t>
        <a:bodyPr/>
        <a:lstStyle/>
        <a:p>
          <a:endParaRPr lang="en-US"/>
        </a:p>
      </dgm:t>
    </dgm:pt>
    <dgm:pt modelId="{B77B6A14-D40F-5545-83CF-DCF599728618}" type="pres">
      <dgm:prSet presAssocID="{06937658-903B-F643-89E2-84F5C807923A}" presName="diagram" presStyleCnt="0">
        <dgm:presLayoutVars>
          <dgm:dir/>
          <dgm:resizeHandles val="exact"/>
        </dgm:presLayoutVars>
      </dgm:prSet>
      <dgm:spPr/>
    </dgm:pt>
    <dgm:pt modelId="{F289FE33-CB08-C842-9FB6-4FF678F75216}" type="pres">
      <dgm:prSet presAssocID="{E1D07B28-3863-F947-9DC8-EFDCCDD0061D}" presName="node" presStyleLbl="node1" presStyleIdx="0" presStyleCnt="1">
        <dgm:presLayoutVars>
          <dgm:bulletEnabled val="1"/>
        </dgm:presLayoutVars>
      </dgm:prSet>
      <dgm:spPr/>
    </dgm:pt>
  </dgm:ptLst>
  <dgm:cxnLst>
    <dgm:cxn modelId="{19F5A44D-FFD7-B64F-A1E6-8A4AB0E3CF8F}" type="presOf" srcId="{06937658-903B-F643-89E2-84F5C807923A}" destId="{B77B6A14-D40F-5545-83CF-DCF599728618}" srcOrd="0" destOrd="0" presId="urn:microsoft.com/office/officeart/2005/8/layout/default"/>
    <dgm:cxn modelId="{C9577EC2-9244-8A4C-8803-F767EB5A77AB}" srcId="{06937658-903B-F643-89E2-84F5C807923A}" destId="{E1D07B28-3863-F947-9DC8-EFDCCDD0061D}" srcOrd="0" destOrd="0" parTransId="{2BE7BCCB-F3D3-D54C-A19B-52A5C236687D}" sibTransId="{40372FF8-25FF-B942-B330-FD047B34B4E5}"/>
    <dgm:cxn modelId="{DEE944C4-2025-1940-BB36-DD93BCB298C2}" type="presOf" srcId="{E1D07B28-3863-F947-9DC8-EFDCCDD0061D}" destId="{F289FE33-CB08-C842-9FB6-4FF678F75216}" srcOrd="0" destOrd="0" presId="urn:microsoft.com/office/officeart/2005/8/layout/default"/>
    <dgm:cxn modelId="{1D452E02-A2A7-E849-8BEC-DB230BE80BFB}" type="presParOf" srcId="{B77B6A14-D40F-5545-83CF-DCF599728618}" destId="{F289FE33-CB08-C842-9FB6-4FF678F75216}" srcOrd="0"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4.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McStas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mc:AlternateContent xmlns:mc="http://schemas.openxmlformats.org/markup-compatibility/2006" xmlns:a14="http://schemas.microsoft.com/office/drawing/2010/main">
      <mc:Choice Requires="a14">
        <dgm:pt modelId="{B11EF244-BB75-A941-85C0-7D3946CC8077}">
          <dgm:prSet/>
          <dgm:spPr/>
          <dgm:t>
            <a:bodyPr/>
            <a:lstStyle/>
            <a:p>
              <a:r>
                <a:rPr lang="en-US"/>
                <a:t>North-south asymmetry: </a:t>
              </a:r>
              <a14:m>
                <m:oMath xmlns:m="http://schemas.openxmlformats.org/officeDocument/2006/math">
                  <m:r>
                    <a:rPr lang="en-DK">
                      <a:latin typeface="Cambria Math" panose="02040503050406030204" pitchFamily="18" charset="0"/>
                    </a:rPr>
                    <m:t>8.72</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−3</m:t>
                      </m:r>
                    </m:sup>
                  </m:sSup>
                </m:oMath>
              </a14:m>
              <a:endParaRPr lang="en-DK"/>
            </a:p>
          </dgm:t>
        </dgm:pt>
      </mc:Choice>
      <mc:Fallback xmlns="">
        <dgm:pt modelId="{B11EF244-BB75-A941-85C0-7D3946CC8077}">
          <dgm:prSet/>
          <dgm:spPr/>
          <dgm:t>
            <a:bodyPr/>
            <a:lstStyle/>
            <a:p>
              <a:r>
                <a:rPr lang="en-US"/>
                <a:t>North-south asymmetry: </a:t>
              </a:r>
              <a:r>
                <a:rPr lang="en-DK" i="0"/>
                <a:t>8.72×10^(−3)</a:t>
              </a:r>
              <a:endParaRPr lang="en-DK"/>
            </a:p>
          </dgm:t>
        </dgm:pt>
      </mc:Fallback>
    </mc:AlternateConten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mc:AlternateContent xmlns:mc="http://schemas.openxmlformats.org/markup-compatibility/2006" xmlns:a14="http://schemas.microsoft.com/office/drawing/2010/main">
      <mc:Choice Requires="a14">
        <dgm:pt modelId="{4A840974-936E-244C-87A0-721B23873965}">
          <dgm:prSet/>
          <dgm:spPr/>
          <dgm:t>
            <a:bodyPr/>
            <a:lstStyle/>
            <a:p>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oMath>
              </a14:m>
              <a:r>
                <a:rPr lang="en-DK" dirty="0"/>
                <a:t>: </a:t>
              </a:r>
              <a14:m>
                <m:oMath xmlns:m="http://schemas.openxmlformats.org/officeDocument/2006/math">
                  <m:r>
                    <a:rPr lang="en-DK">
                      <a:latin typeface="Cambria Math" panose="02040503050406030204" pitchFamily="18" charset="0"/>
                    </a:rPr>
                    <m:t>1</m:t>
                  </m:r>
                  <m:r>
                    <a:rPr lang="en-DK" b="0" i="0">
                      <a:latin typeface="Cambria Math" panose="02040503050406030204" pitchFamily="18" charset="0"/>
                    </a:rPr>
                    <m:t>.</m:t>
                  </m:r>
                  <m:r>
                    <a:rPr lang="en-DK" b="0" i="1">
                      <a:latin typeface="Cambria Math" panose="02040503050406030204" pitchFamily="18" charset="0"/>
                    </a:rPr>
                    <m:t>25</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3</m:t>
                      </m:r>
                    </m:sup>
                  </m:sSup>
                </m:oMath>
              </a14:m>
              <a:endParaRPr lang="en-DK" dirty="0"/>
            </a:p>
          </dgm:t>
        </dgm:pt>
      </mc:Choice>
      <mc:Fallback xmlns="">
        <dgm:pt modelId="{4A840974-936E-244C-87A0-721B23873965}">
          <dgm:prSet/>
          <dgm:spPr/>
          <dgm:t>
            <a:bodyPr/>
            <a:lstStyle/>
            <a:p>
              <a:r>
                <a:rPr lang="en-DK" i="0"/>
                <a:t>𝜒_𝜐^2</a:t>
              </a:r>
              <a:r>
                <a:rPr lang="en-DK" dirty="0"/>
                <a:t>: </a:t>
              </a:r>
              <a:r>
                <a:rPr lang="en-DK" i="0"/>
                <a:t>1</a:t>
              </a:r>
              <a:r>
                <a:rPr lang="en-DK" b="0" i="0"/>
                <a:t>.25</a:t>
              </a:r>
              <a:r>
                <a:rPr lang="en-DK" i="0"/>
                <a:t>×10^3</a:t>
              </a:r>
              <a:endParaRPr lang="en-DK" dirty="0"/>
            </a:p>
          </dgm:t>
        </dgm:pt>
      </mc:Fallback>
    </mc:AlternateContent>
    <dgm:pt modelId="{CB23312B-34E0-DE4B-A00C-C0B09FDE4966}" type="parTrans" cxnId="{142E0C22-5494-FC44-A646-31201B27474F}">
      <dgm:prSet/>
      <dgm:spPr/>
      <dgm:t>
        <a:bodyPr/>
        <a:lstStyle/>
        <a:p>
          <a:endParaRPr lang="en-US"/>
        </a:p>
      </dgm:t>
    </dgm:pt>
    <dgm:pt modelId="{18AD64BD-9505-034C-B078-339823AB9184}" type="sibTrans" cxnId="{142E0C22-5494-FC44-A646-31201B27474F}">
      <dgm:prSet/>
      <dgm:spPr/>
      <dgm:t>
        <a:bodyPr/>
        <a:lstStyle/>
        <a:p>
          <a:endParaRPr lang="en-US"/>
        </a:p>
      </dgm:t>
    </dgm:pt>
    <mc:AlternateContent xmlns:mc="http://schemas.openxmlformats.org/markup-compatibility/2006" xmlns:a14="http://schemas.microsoft.com/office/drawing/2010/main">
      <mc:Choice Requires="a14">
        <dgm:pt modelId="{8623610B-7664-C64A-8719-82FEF5060007}">
          <dgm:prSet/>
          <dgm:spPr/>
          <dgm:t>
            <a:bodyPr/>
            <a:lstStyle/>
            <a:p>
              <a:r>
                <a:rPr lang="en-US" dirty="0"/>
                <a:t>p</a:t>
              </a:r>
              <a:r>
                <a:rPr lang="en-US" b="0" dirty="0"/>
                <a:t>-value: </a:t>
              </a:r>
              <a14:m>
                <m:oMath xmlns:m="http://schemas.openxmlformats.org/officeDocument/2006/math">
                  <m:r>
                    <a:rPr lang="da-DK" b="0" i="0" smtClean="0">
                      <a:latin typeface="Cambria Math" panose="02040503050406030204" pitchFamily="18" charset="0"/>
                    </a:rPr>
                    <m:t>&lt;</m:t>
                  </m:r>
                  <m:sSup>
                    <m:sSupPr>
                      <m:ctrlPr>
                        <a:rPr lang="en-DK" b="0" i="1" smtClean="0">
                          <a:latin typeface="Cambria Math" panose="02040503050406030204" pitchFamily="18" charset="0"/>
                        </a:rPr>
                      </m:ctrlPr>
                    </m:sSupPr>
                    <m:e>
                      <m:r>
                        <a:rPr lang="da-DK" b="0" i="1" smtClean="0">
                          <a:latin typeface="Cambria Math" panose="02040503050406030204" pitchFamily="18" charset="0"/>
                        </a:rPr>
                        <m:t>10</m:t>
                      </m:r>
                    </m:e>
                    <m:sup>
                      <m:r>
                        <a:rPr lang="da-DK" b="0" i="1" smtClean="0">
                          <a:latin typeface="Cambria Math" panose="02040503050406030204" pitchFamily="18" charset="0"/>
                        </a:rPr>
                        <m:t>−30</m:t>
                      </m:r>
                    </m:sup>
                  </m:sSup>
                </m:oMath>
              </a14:m>
              <a:endParaRPr lang="en-DK" dirty="0"/>
            </a:p>
          </dgm:t>
        </dgm:pt>
      </mc:Choice>
      <mc:Fallback xmlns="">
        <dgm:pt modelId="{8623610B-7664-C64A-8719-82FEF5060007}">
          <dgm:prSet/>
          <dgm:spPr/>
          <dgm:t>
            <a:bodyPr/>
            <a:lstStyle/>
            <a:p>
              <a:r>
                <a:rPr lang="en-US" dirty="0"/>
                <a:t>p</a:t>
              </a:r>
              <a:r>
                <a:rPr lang="en-US" b="0" dirty="0"/>
                <a:t>-value: </a:t>
              </a:r>
              <a:r>
                <a:rPr lang="da-DK" b="0" i="0">
                  <a:latin typeface="Cambria Math" panose="02040503050406030204" pitchFamily="18" charset="0"/>
                </a:rPr>
                <a:t>&lt;10</a:t>
              </a:r>
              <a:r>
                <a:rPr lang="en-DK" b="0" i="0">
                  <a:latin typeface="Cambria Math" panose="02040503050406030204" pitchFamily="18" charset="0"/>
                </a:rPr>
                <a:t>^(</a:t>
              </a:r>
              <a:r>
                <a:rPr lang="da-DK" b="0" i="0">
                  <a:latin typeface="Cambria Math" panose="02040503050406030204" pitchFamily="18" charset="0"/>
                </a:rPr>
                <a:t>−30</a:t>
              </a:r>
              <a:r>
                <a:rPr lang="en-DK" b="0" i="0">
                  <a:latin typeface="Cambria Math" panose="02040503050406030204" pitchFamily="18" charset="0"/>
                </a:rPr>
                <a:t>)</a:t>
              </a:r>
              <a:endParaRPr lang="en-DK" dirty="0"/>
            </a:p>
          </dgm:t>
        </dgm:pt>
      </mc:Fallback>
    </mc:AlternateContent>
    <dgm:pt modelId="{6F961614-8559-2B4F-8BA1-0BD641F90A71}" type="parTrans" cxnId="{3E401343-F7DE-204C-8F6D-42B70E6457B1}">
      <dgm:prSet/>
      <dgm:spPr/>
      <dgm:t>
        <a:bodyPr/>
        <a:lstStyle/>
        <a:p>
          <a:endParaRPr lang="en-US"/>
        </a:p>
      </dgm:t>
    </dgm:pt>
    <dgm:pt modelId="{6476ACE2-8034-8C4A-9172-79E13FE5B606}" type="sibTrans" cxnId="{3E401343-F7DE-204C-8F6D-42B70E6457B1}">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1">
        <dgm:presLayoutVars>
          <dgm:chMax val="0"/>
          <dgm:bulletEnabled val="1"/>
        </dgm:presLayoutVars>
      </dgm:prSet>
      <dgm:spPr/>
    </dgm:pt>
    <dgm:pt modelId="{32A78DF4-62DC-BC46-A907-0582B2C43053}" type="pres">
      <dgm:prSet presAssocID="{6CB96E0C-3B73-4C46-B468-070C21663E9B}" presName="childText" presStyleLbl="revTx" presStyleIdx="0" presStyleCnt="1">
        <dgm:presLayoutVars>
          <dgm:bulletEnabled val="1"/>
        </dgm:presLayoutVars>
      </dgm:prSet>
      <dgm:spPr/>
    </dgm:pt>
  </dgm:ptLst>
  <dgm:cxnLst>
    <dgm:cxn modelId="{3F7AB312-0682-7A4F-A7FD-EFDF19C271D5}" srcId="{6CB96E0C-3B73-4C46-B468-070C21663E9B}" destId="{B11EF244-BB75-A941-85C0-7D3946CC8077}" srcOrd="0" destOrd="0" parTransId="{38F11542-FDA7-5F44-A9F3-FD753D173243}" sibTransId="{D4AC8AF2-460A-DB46-BA82-BA45E2FB19FB}"/>
    <dgm:cxn modelId="{ED105020-EF72-DC4E-82E1-99AB3342E23B}" type="presOf" srcId="{8623610B-7664-C64A-8719-82FEF5060007}" destId="{32A78DF4-62DC-BC46-A907-0582B2C43053}" srcOrd="0" destOrd="2" presId="urn:microsoft.com/office/officeart/2005/8/layout/vList2"/>
    <dgm:cxn modelId="{142E0C22-5494-FC44-A646-31201B27474F}" srcId="{6CB96E0C-3B73-4C46-B468-070C21663E9B}" destId="{4A840974-936E-244C-87A0-721B23873965}" srcOrd="1" destOrd="0" parTransId="{CB23312B-34E0-DE4B-A00C-C0B09FDE4966}" sibTransId="{18AD64BD-9505-034C-B078-339823AB9184}"/>
    <dgm:cxn modelId="{3E401343-F7DE-204C-8F6D-42B70E6457B1}" srcId="{6CB96E0C-3B73-4C46-B468-070C21663E9B}" destId="{8623610B-7664-C64A-8719-82FEF5060007}" srcOrd="2" destOrd="0" parTransId="{6F961614-8559-2B4F-8BA1-0BD641F90A71}" sibTransId="{6476ACE2-8034-8C4A-9172-79E13FE5B606}"/>
    <dgm:cxn modelId="{F53BE395-9937-9749-A2AB-8EA6D75BD1BC}" type="presOf" srcId="{6CB96E0C-3B73-4C46-B468-070C21663E9B}" destId="{0146FBE6-3CA1-7542-9EA0-07EFDA0458EB}" srcOrd="0" destOrd="0" presId="urn:microsoft.com/office/officeart/2005/8/layout/vList2"/>
    <dgm:cxn modelId="{D6C662B3-1E8E-7E41-912D-B87D74AB2510}" type="presOf" srcId="{36289411-C0B5-3B44-BF33-078C42EF2E69}" destId="{A771F0E4-7370-4840-A733-0DCE75B406EF}" srcOrd="0" destOrd="0" presId="urn:microsoft.com/office/officeart/2005/8/layout/vList2"/>
    <dgm:cxn modelId="{755834CB-F683-274B-A0C5-20594A98B242}" srcId="{36289411-C0B5-3B44-BF33-078C42EF2E69}" destId="{6CB96E0C-3B73-4C46-B468-070C21663E9B}" srcOrd="0" destOrd="0" parTransId="{9F80F529-2122-1A4E-ADD7-7FD62E883E22}" sibTransId="{FF9E8430-C61A-2B4D-8FA1-B63FF12219A4}"/>
    <dgm:cxn modelId="{15950FE3-3A3B-F54F-A624-A09332996385}" type="presOf" srcId="{4A840974-936E-244C-87A0-721B23873965}" destId="{32A78DF4-62DC-BC46-A907-0582B2C43053}" srcOrd="0" destOrd="1" presId="urn:microsoft.com/office/officeart/2005/8/layout/vList2"/>
    <dgm:cxn modelId="{8E5188E9-D89D-BC41-84F8-03EBBCA67AF8}" type="presOf" srcId="{B11EF244-BB75-A941-85C0-7D3946CC8077}" destId="{32A78DF4-62DC-BC46-A907-0582B2C43053}" srcOrd="0" destOrd="0"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95.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McStas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dgm:pt modelId="{B11EF244-BB75-A941-85C0-7D3946CC8077}">
      <dgm:prSet/>
      <dgm:spPr>
        <a:blipFill>
          <a:blip xmlns:r="http://schemas.openxmlformats.org/officeDocument/2006/relationships" r:embed="rId1"/>
          <a:stretch>
            <a:fillRect l="-526" t="-5155" b="-10309"/>
          </a:stretch>
        </a:blipFill>
      </dgm:spPr>
      <dgm:t>
        <a:bodyPr/>
        <a:lstStyle/>
        <a:p>
          <a:r>
            <a:rPr lang="en-US">
              <a:noFill/>
            </a:rPr>
            <a:t> </a:t>
          </a:r>
        </a:p>
      </dgm:t>
    </dgm:p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dgm:pt modelId="{4A840974-936E-244C-87A0-721B23873965}">
      <dgm:prSet/>
      <dgm:spPr/>
      <dgm:t>
        <a:bodyPr/>
        <a:lstStyle/>
        <a:p>
          <a:r>
            <a:rPr lang="en-US">
              <a:noFill/>
            </a:rPr>
            <a:t> </a:t>
          </a:r>
        </a:p>
      </dgm:t>
    </dgm:pt>
    <dgm:pt modelId="{CB23312B-34E0-DE4B-A00C-C0B09FDE4966}" type="parTrans" cxnId="{142E0C22-5494-FC44-A646-31201B27474F}">
      <dgm:prSet/>
      <dgm:spPr/>
      <dgm:t>
        <a:bodyPr/>
        <a:lstStyle/>
        <a:p>
          <a:endParaRPr lang="en-US"/>
        </a:p>
      </dgm:t>
    </dgm:pt>
    <dgm:pt modelId="{18AD64BD-9505-034C-B078-339823AB9184}" type="sibTrans" cxnId="{142E0C22-5494-FC44-A646-31201B27474F}">
      <dgm:prSet/>
      <dgm:spPr/>
      <dgm:t>
        <a:bodyPr/>
        <a:lstStyle/>
        <a:p>
          <a:endParaRPr lang="en-US"/>
        </a:p>
      </dgm:t>
    </dgm:pt>
    <dgm:pt modelId="{8623610B-7664-C64A-8719-82FEF5060007}">
      <dgm:prSet/>
      <dgm:spPr/>
      <dgm:t>
        <a:bodyPr/>
        <a:lstStyle/>
        <a:p>
          <a:r>
            <a:rPr lang="en-US">
              <a:noFill/>
            </a:rPr>
            <a:t> </a:t>
          </a:r>
        </a:p>
      </dgm:t>
    </dgm:pt>
    <dgm:pt modelId="{6F961614-8559-2B4F-8BA1-0BD641F90A71}" type="parTrans" cxnId="{3E401343-F7DE-204C-8F6D-42B70E6457B1}">
      <dgm:prSet/>
      <dgm:spPr/>
      <dgm:t>
        <a:bodyPr/>
        <a:lstStyle/>
        <a:p>
          <a:endParaRPr lang="en-US"/>
        </a:p>
      </dgm:t>
    </dgm:pt>
    <dgm:pt modelId="{6476ACE2-8034-8C4A-9172-79E13FE5B606}" type="sibTrans" cxnId="{3E401343-F7DE-204C-8F6D-42B70E6457B1}">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1">
        <dgm:presLayoutVars>
          <dgm:chMax val="0"/>
          <dgm:bulletEnabled val="1"/>
        </dgm:presLayoutVars>
      </dgm:prSet>
      <dgm:spPr/>
    </dgm:pt>
    <dgm:pt modelId="{32A78DF4-62DC-BC46-A907-0582B2C43053}" type="pres">
      <dgm:prSet presAssocID="{6CB96E0C-3B73-4C46-B468-070C21663E9B}" presName="childText" presStyleLbl="revTx" presStyleIdx="0" presStyleCnt="1">
        <dgm:presLayoutVars>
          <dgm:bulletEnabled val="1"/>
        </dgm:presLayoutVars>
      </dgm:prSet>
      <dgm:spPr/>
    </dgm:pt>
  </dgm:ptLst>
  <dgm:cxnLst>
    <dgm:cxn modelId="{3F7AB312-0682-7A4F-A7FD-EFDF19C271D5}" srcId="{6CB96E0C-3B73-4C46-B468-070C21663E9B}" destId="{B11EF244-BB75-A941-85C0-7D3946CC8077}" srcOrd="0" destOrd="0" parTransId="{38F11542-FDA7-5F44-A9F3-FD753D173243}" sibTransId="{D4AC8AF2-460A-DB46-BA82-BA45E2FB19FB}"/>
    <dgm:cxn modelId="{ED105020-EF72-DC4E-82E1-99AB3342E23B}" type="presOf" srcId="{8623610B-7664-C64A-8719-82FEF5060007}" destId="{32A78DF4-62DC-BC46-A907-0582B2C43053}" srcOrd="0" destOrd="2" presId="urn:microsoft.com/office/officeart/2005/8/layout/vList2"/>
    <dgm:cxn modelId="{142E0C22-5494-FC44-A646-31201B27474F}" srcId="{6CB96E0C-3B73-4C46-B468-070C21663E9B}" destId="{4A840974-936E-244C-87A0-721B23873965}" srcOrd="1" destOrd="0" parTransId="{CB23312B-34E0-DE4B-A00C-C0B09FDE4966}" sibTransId="{18AD64BD-9505-034C-B078-339823AB9184}"/>
    <dgm:cxn modelId="{3E401343-F7DE-204C-8F6D-42B70E6457B1}" srcId="{6CB96E0C-3B73-4C46-B468-070C21663E9B}" destId="{8623610B-7664-C64A-8719-82FEF5060007}" srcOrd="2" destOrd="0" parTransId="{6F961614-8559-2B4F-8BA1-0BD641F90A71}" sibTransId="{6476ACE2-8034-8C4A-9172-79E13FE5B606}"/>
    <dgm:cxn modelId="{F53BE395-9937-9749-A2AB-8EA6D75BD1BC}" type="presOf" srcId="{6CB96E0C-3B73-4C46-B468-070C21663E9B}" destId="{0146FBE6-3CA1-7542-9EA0-07EFDA0458EB}" srcOrd="0" destOrd="0" presId="urn:microsoft.com/office/officeart/2005/8/layout/vList2"/>
    <dgm:cxn modelId="{D6C662B3-1E8E-7E41-912D-B87D74AB2510}" type="presOf" srcId="{36289411-C0B5-3B44-BF33-078C42EF2E69}" destId="{A771F0E4-7370-4840-A733-0DCE75B406EF}" srcOrd="0" destOrd="0" presId="urn:microsoft.com/office/officeart/2005/8/layout/vList2"/>
    <dgm:cxn modelId="{755834CB-F683-274B-A0C5-20594A98B242}" srcId="{36289411-C0B5-3B44-BF33-078C42EF2E69}" destId="{6CB96E0C-3B73-4C46-B468-070C21663E9B}" srcOrd="0" destOrd="0" parTransId="{9F80F529-2122-1A4E-ADD7-7FD62E883E22}" sibTransId="{FF9E8430-C61A-2B4D-8FA1-B63FF12219A4}"/>
    <dgm:cxn modelId="{15950FE3-3A3B-F54F-A624-A09332996385}" type="presOf" srcId="{4A840974-936E-244C-87A0-721B23873965}" destId="{32A78DF4-62DC-BC46-A907-0582B2C43053}" srcOrd="0" destOrd="1" presId="urn:microsoft.com/office/officeart/2005/8/layout/vList2"/>
    <dgm:cxn modelId="{8E5188E9-D89D-BC41-84F8-03EBBCA67AF8}" type="presOf" srcId="{B11EF244-BB75-A941-85C0-7D3946CC8077}" destId="{32A78DF4-62DC-BC46-A907-0582B2C43053}" srcOrd="0" destOrd="0"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96.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7.xml><?xml version="1.0" encoding="utf-8"?>
<dgm:dataModel xmlns:dgm="http://schemas.openxmlformats.org/drawingml/2006/diagram" xmlns:a="http://schemas.openxmlformats.org/drawingml/2006/main">
  <dgm:ptLst>
    <dgm:pt modelId="{06937658-903B-F643-89E2-84F5C807923A}" type="doc">
      <dgm:prSet loTypeId="urn:microsoft.com/office/officeart/2005/8/layout/default"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E1D07B28-3863-F947-9DC8-EFDCCDD0061D}">
          <dgm:prSet/>
          <dgm:spPr/>
          <dgm:t>
            <a:bodyPr/>
            <a:lstStyle/>
            <a:p>
              <a:r>
                <a:rPr lang="en-US" dirty="0"/>
                <a:t>Asymmetry method:</a:t>
              </a:r>
            </a:p>
            <a:p>
              <a:pPr/>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r>
                      <a:rPr lang="en-DK" i="1">
                        <a:latin typeface="Cambria Math" panose="02040503050406030204" pitchFamily="18" charset="0"/>
                      </a:rPr>
                      <m:t>−</m:t>
                    </m:r>
                    <m:r>
                      <a:rPr lang="en-DK" i="1">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oMath>
                </m:oMathPara>
              </a14:m>
              <a:endParaRPr lang="en-DK" dirty="0"/>
            </a:p>
          </dgm:t>
        </dgm:pt>
      </mc:Choice>
      <mc:Fallback xmlns="">
        <dgm:pt modelId="{E1D07B28-3863-F947-9DC8-EFDCCDD0061D}">
          <dgm:prSet/>
          <dgm:spPr/>
          <dgm:t>
            <a:bodyPr/>
            <a:lstStyle/>
            <a:p>
              <a:r>
                <a:rPr lang="en-US" dirty="0"/>
                <a:t>Asymmetry method:</a:t>
              </a:r>
            </a:p>
            <a:p>
              <a:r>
                <a:rPr lang="en-DK" i="0">
                  <a:latin typeface="Cambria Math" panose="02040503050406030204" pitchFamily="18" charset="0"/>
                </a:rPr>
                <a:t>𝐼(𝜙,𝜃)−𝐼(𝜙,−𝜃)</a:t>
              </a:r>
              <a:endParaRPr lang="en-DK" dirty="0"/>
            </a:p>
          </dgm:t>
        </dgm:pt>
      </mc:Fallback>
    </mc:AlternateContent>
    <dgm:pt modelId="{2BE7BCCB-F3D3-D54C-A19B-52A5C236687D}" type="parTrans" cxnId="{C9577EC2-9244-8A4C-8803-F767EB5A77AB}">
      <dgm:prSet/>
      <dgm:spPr/>
      <dgm:t>
        <a:bodyPr/>
        <a:lstStyle/>
        <a:p>
          <a:endParaRPr lang="en-US"/>
        </a:p>
      </dgm:t>
    </dgm:pt>
    <dgm:pt modelId="{40372FF8-25FF-B942-B330-FD047B34B4E5}" type="sibTrans" cxnId="{C9577EC2-9244-8A4C-8803-F767EB5A77AB}">
      <dgm:prSet/>
      <dgm:spPr/>
      <dgm:t>
        <a:bodyPr/>
        <a:lstStyle/>
        <a:p>
          <a:endParaRPr lang="en-US"/>
        </a:p>
      </dgm:t>
    </dgm:pt>
    <dgm:pt modelId="{B77B6A14-D40F-5545-83CF-DCF599728618}" type="pres">
      <dgm:prSet presAssocID="{06937658-903B-F643-89E2-84F5C807923A}" presName="diagram" presStyleCnt="0">
        <dgm:presLayoutVars>
          <dgm:dir/>
          <dgm:resizeHandles val="exact"/>
        </dgm:presLayoutVars>
      </dgm:prSet>
      <dgm:spPr/>
    </dgm:pt>
    <dgm:pt modelId="{F289FE33-CB08-C842-9FB6-4FF678F75216}" type="pres">
      <dgm:prSet presAssocID="{E1D07B28-3863-F947-9DC8-EFDCCDD0061D}" presName="node" presStyleLbl="node1" presStyleIdx="0" presStyleCnt="1">
        <dgm:presLayoutVars>
          <dgm:bulletEnabled val="1"/>
        </dgm:presLayoutVars>
      </dgm:prSet>
      <dgm:spPr/>
    </dgm:pt>
  </dgm:ptLst>
  <dgm:cxnLst>
    <dgm:cxn modelId="{19F5A44D-FFD7-B64F-A1E6-8A4AB0E3CF8F}" type="presOf" srcId="{06937658-903B-F643-89E2-84F5C807923A}" destId="{B77B6A14-D40F-5545-83CF-DCF599728618}" srcOrd="0" destOrd="0" presId="urn:microsoft.com/office/officeart/2005/8/layout/default"/>
    <dgm:cxn modelId="{C9577EC2-9244-8A4C-8803-F767EB5A77AB}" srcId="{06937658-903B-F643-89E2-84F5C807923A}" destId="{E1D07B28-3863-F947-9DC8-EFDCCDD0061D}" srcOrd="0" destOrd="0" parTransId="{2BE7BCCB-F3D3-D54C-A19B-52A5C236687D}" sibTransId="{40372FF8-25FF-B942-B330-FD047B34B4E5}"/>
    <dgm:cxn modelId="{DEE944C4-2025-1940-BB36-DD93BCB298C2}" type="presOf" srcId="{E1D07B28-3863-F947-9DC8-EFDCCDD0061D}" destId="{F289FE33-CB08-C842-9FB6-4FF678F75216}" srcOrd="0" destOrd="0" presId="urn:microsoft.com/office/officeart/2005/8/layout/default"/>
    <dgm:cxn modelId="{1D452E02-A2A7-E849-8BEC-DB230BE80BFB}" type="presParOf" srcId="{B77B6A14-D40F-5545-83CF-DCF599728618}" destId="{F289FE33-CB08-C842-9FB6-4FF678F75216}" srcOrd="0"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8.xml><?xml version="1.0" encoding="utf-8"?>
<dgm:dataModel xmlns:dgm="http://schemas.openxmlformats.org/drawingml/2006/diagram" xmlns:a="http://schemas.openxmlformats.org/drawingml/2006/main">
  <dgm:ptLst>
    <dgm:pt modelId="{06937658-903B-F643-89E2-84F5C807923A}" type="doc">
      <dgm:prSet loTypeId="urn:microsoft.com/office/officeart/2005/8/layout/default" loCatId="process" qsTypeId="urn:microsoft.com/office/officeart/2005/8/quickstyle/simple1" qsCatId="simple" csTypeId="urn:microsoft.com/office/officeart/2005/8/colors/accent1_2" csCatId="accent1" phldr="1"/>
      <dgm:spPr/>
      <dgm:t>
        <a:bodyPr/>
        <a:lstStyle/>
        <a:p>
          <a:endParaRPr lang="en-US"/>
        </a:p>
      </dgm:t>
    </dgm:pt>
    <dgm:pt modelId="{E1D07B28-3863-F947-9DC8-EFDCCDD0061D}">
      <dgm:prSet/>
      <dgm:spPr>
        <a:blipFill>
          <a:blip xmlns:r="http://schemas.openxmlformats.org/officeDocument/2006/relationships" r:embed="rId1"/>
          <a:stretch>
            <a:fillRect/>
          </a:stretch>
        </a:blipFill>
      </dgm:spPr>
      <dgm:t>
        <a:bodyPr/>
        <a:lstStyle/>
        <a:p>
          <a:r>
            <a:rPr lang="en-US">
              <a:noFill/>
            </a:rPr>
            <a:t> </a:t>
          </a:r>
        </a:p>
      </dgm:t>
    </dgm:pt>
    <dgm:pt modelId="{2BE7BCCB-F3D3-D54C-A19B-52A5C236687D}" type="parTrans" cxnId="{C9577EC2-9244-8A4C-8803-F767EB5A77AB}">
      <dgm:prSet/>
      <dgm:spPr/>
      <dgm:t>
        <a:bodyPr/>
        <a:lstStyle/>
        <a:p>
          <a:endParaRPr lang="en-US"/>
        </a:p>
      </dgm:t>
    </dgm:pt>
    <dgm:pt modelId="{40372FF8-25FF-B942-B330-FD047B34B4E5}" type="sibTrans" cxnId="{C9577EC2-9244-8A4C-8803-F767EB5A77AB}">
      <dgm:prSet/>
      <dgm:spPr/>
      <dgm:t>
        <a:bodyPr/>
        <a:lstStyle/>
        <a:p>
          <a:endParaRPr lang="en-US"/>
        </a:p>
      </dgm:t>
    </dgm:pt>
    <dgm:pt modelId="{B77B6A14-D40F-5545-83CF-DCF599728618}" type="pres">
      <dgm:prSet presAssocID="{06937658-903B-F643-89E2-84F5C807923A}" presName="diagram" presStyleCnt="0">
        <dgm:presLayoutVars>
          <dgm:dir/>
          <dgm:resizeHandles val="exact"/>
        </dgm:presLayoutVars>
      </dgm:prSet>
      <dgm:spPr/>
    </dgm:pt>
    <dgm:pt modelId="{F289FE33-CB08-C842-9FB6-4FF678F75216}" type="pres">
      <dgm:prSet presAssocID="{E1D07B28-3863-F947-9DC8-EFDCCDD0061D}" presName="node" presStyleLbl="node1" presStyleIdx="0" presStyleCnt="1">
        <dgm:presLayoutVars>
          <dgm:bulletEnabled val="1"/>
        </dgm:presLayoutVars>
      </dgm:prSet>
      <dgm:spPr/>
    </dgm:pt>
  </dgm:ptLst>
  <dgm:cxnLst>
    <dgm:cxn modelId="{19F5A44D-FFD7-B64F-A1E6-8A4AB0E3CF8F}" type="presOf" srcId="{06937658-903B-F643-89E2-84F5C807923A}" destId="{B77B6A14-D40F-5545-83CF-DCF599728618}" srcOrd="0" destOrd="0" presId="urn:microsoft.com/office/officeart/2005/8/layout/default"/>
    <dgm:cxn modelId="{C9577EC2-9244-8A4C-8803-F767EB5A77AB}" srcId="{06937658-903B-F643-89E2-84F5C807923A}" destId="{E1D07B28-3863-F947-9DC8-EFDCCDD0061D}" srcOrd="0" destOrd="0" parTransId="{2BE7BCCB-F3D3-D54C-A19B-52A5C236687D}" sibTransId="{40372FF8-25FF-B942-B330-FD047B34B4E5}"/>
    <dgm:cxn modelId="{DEE944C4-2025-1940-BB36-DD93BCB298C2}" type="presOf" srcId="{E1D07B28-3863-F947-9DC8-EFDCCDD0061D}" destId="{F289FE33-CB08-C842-9FB6-4FF678F75216}" srcOrd="0" destOrd="0" presId="urn:microsoft.com/office/officeart/2005/8/layout/default"/>
    <dgm:cxn modelId="{1D452E02-A2A7-E849-8BEC-DB230BE80BFB}" type="presParOf" srcId="{B77B6A14-D40F-5545-83CF-DCF599728618}" destId="{F289FE33-CB08-C842-9FB6-4FF678F75216}" srcOrd="0"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9.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McStas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mc:AlternateContent xmlns:mc="http://schemas.openxmlformats.org/markup-compatibility/2006" xmlns:a14="http://schemas.microsoft.com/office/drawing/2010/main">
      <mc:Choice Requires="a14">
        <dgm:pt modelId="{B11EF244-BB75-A941-85C0-7D3946CC8077}">
          <dgm:prSet/>
          <dgm:spPr/>
          <dgm:t>
            <a:bodyPr/>
            <a:lstStyle/>
            <a:p>
              <a:r>
                <a:rPr lang="en-US"/>
                <a:t>North-south asymmetry: </a:t>
              </a:r>
              <a14:m>
                <m:oMath xmlns:m="http://schemas.openxmlformats.org/officeDocument/2006/math">
                  <m:r>
                    <a:rPr lang="en-DK">
                      <a:latin typeface="Cambria Math" panose="02040503050406030204" pitchFamily="18" charset="0"/>
                    </a:rPr>
                    <m:t>8.72</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−3</m:t>
                      </m:r>
                    </m:sup>
                  </m:sSup>
                </m:oMath>
              </a14:m>
              <a:endParaRPr lang="en-DK"/>
            </a:p>
          </dgm:t>
        </dgm:pt>
      </mc:Choice>
      <mc:Fallback xmlns="">
        <dgm:pt modelId="{B11EF244-BB75-A941-85C0-7D3946CC8077}">
          <dgm:prSet/>
          <dgm:spPr/>
          <dgm:t>
            <a:bodyPr/>
            <a:lstStyle/>
            <a:p>
              <a:r>
                <a:rPr lang="en-US"/>
                <a:t>North-south asymmetry: </a:t>
              </a:r>
              <a:r>
                <a:rPr lang="en-DK" i="0"/>
                <a:t>8.72×10^(−3)</a:t>
              </a:r>
              <a:endParaRPr lang="en-DK"/>
            </a:p>
          </dgm:t>
        </dgm:pt>
      </mc:Fallback>
    </mc:AlternateConten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mc:AlternateContent xmlns:mc="http://schemas.openxmlformats.org/markup-compatibility/2006" xmlns:a14="http://schemas.microsoft.com/office/drawing/2010/main">
      <mc:Choice Requires="a14">
        <dgm:pt modelId="{4A840974-936E-244C-87A0-721B23873965}">
          <dgm:prSet/>
          <dgm:spPr/>
          <dgm:t>
            <a:bodyPr/>
            <a:lstStyle/>
            <a:p>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oMath>
              </a14:m>
              <a:r>
                <a:rPr lang="en-DK" dirty="0"/>
                <a:t>: </a:t>
              </a:r>
              <a14:m>
                <m:oMath xmlns:m="http://schemas.openxmlformats.org/officeDocument/2006/math">
                  <m:r>
                    <a:rPr lang="en-DK">
                      <a:latin typeface="Cambria Math" panose="02040503050406030204" pitchFamily="18" charset="0"/>
                    </a:rPr>
                    <m:t>1</m:t>
                  </m:r>
                  <m:r>
                    <a:rPr lang="en-DK" b="0" i="0">
                      <a:latin typeface="Cambria Math" panose="02040503050406030204" pitchFamily="18" charset="0"/>
                    </a:rPr>
                    <m:t>.</m:t>
                  </m:r>
                  <m:r>
                    <a:rPr lang="en-DK" b="0" i="1">
                      <a:latin typeface="Cambria Math" panose="02040503050406030204" pitchFamily="18" charset="0"/>
                    </a:rPr>
                    <m:t>25</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3</m:t>
                      </m:r>
                    </m:sup>
                  </m:sSup>
                </m:oMath>
              </a14:m>
              <a:endParaRPr lang="en-DK" dirty="0"/>
            </a:p>
          </dgm:t>
        </dgm:pt>
      </mc:Choice>
      <mc:Fallback xmlns="">
        <dgm:pt modelId="{4A840974-936E-244C-87A0-721B23873965}">
          <dgm:prSet/>
          <dgm:spPr/>
          <dgm:t>
            <a:bodyPr/>
            <a:lstStyle/>
            <a:p>
              <a:r>
                <a:rPr lang="en-DK" i="0"/>
                <a:t>𝜒_𝜐^2</a:t>
              </a:r>
              <a:r>
                <a:rPr lang="en-DK" dirty="0"/>
                <a:t>: </a:t>
              </a:r>
              <a:r>
                <a:rPr lang="en-DK" i="0"/>
                <a:t>1</a:t>
              </a:r>
              <a:r>
                <a:rPr lang="en-DK" b="0" i="0"/>
                <a:t>.25</a:t>
              </a:r>
              <a:r>
                <a:rPr lang="en-DK" i="0"/>
                <a:t>×10^3</a:t>
              </a:r>
              <a:endParaRPr lang="en-DK" dirty="0"/>
            </a:p>
          </dgm:t>
        </dgm:pt>
      </mc:Fallback>
    </mc:AlternateContent>
    <dgm:pt modelId="{CB23312B-34E0-DE4B-A00C-C0B09FDE4966}" type="parTrans" cxnId="{142E0C22-5494-FC44-A646-31201B27474F}">
      <dgm:prSet/>
      <dgm:spPr/>
      <dgm:t>
        <a:bodyPr/>
        <a:lstStyle/>
        <a:p>
          <a:endParaRPr lang="en-US"/>
        </a:p>
      </dgm:t>
    </dgm:pt>
    <dgm:pt modelId="{18AD64BD-9505-034C-B078-339823AB9184}" type="sibTrans" cxnId="{142E0C22-5494-FC44-A646-31201B27474F}">
      <dgm:prSet/>
      <dgm:spPr/>
      <dgm:t>
        <a:bodyPr/>
        <a:lstStyle/>
        <a:p>
          <a:endParaRPr lang="en-US"/>
        </a:p>
      </dgm:t>
    </dgm:pt>
    <mc:AlternateContent xmlns:mc="http://schemas.openxmlformats.org/markup-compatibility/2006" xmlns:a14="http://schemas.microsoft.com/office/drawing/2010/main">
      <mc:Choice Requires="a14">
        <dgm:pt modelId="{8623610B-7664-C64A-8719-82FEF5060007}">
          <dgm:prSet/>
          <dgm:spPr/>
          <dgm:t>
            <a:bodyPr/>
            <a:lstStyle/>
            <a:p>
              <a:r>
                <a:rPr lang="en-US" dirty="0"/>
                <a:t>p</a:t>
              </a:r>
              <a:r>
                <a:rPr lang="en-US" b="0" dirty="0"/>
                <a:t>-value: </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da-DK" b="0" i="1" smtClean="0">
                      <a:latin typeface="Cambria Math" panose="02040503050406030204" pitchFamily="18" charset="0"/>
                      <a:ea typeface="Cambria Math" panose="02040503050406030204" pitchFamily="18" charset="0"/>
                    </a:rPr>
                    <m:t>0</m:t>
                  </m:r>
                </m:oMath>
              </a14:m>
              <a:endParaRPr lang="en-DK" dirty="0"/>
            </a:p>
          </dgm:t>
        </dgm:pt>
      </mc:Choice>
      <mc:Fallback xmlns="">
        <dgm:pt modelId="{8623610B-7664-C64A-8719-82FEF5060007}">
          <dgm:prSet/>
          <dgm:spPr/>
          <dgm:t>
            <a:bodyPr/>
            <a:lstStyle/>
            <a:p>
              <a:r>
                <a:rPr lang="en-US" dirty="0"/>
                <a:t>p</a:t>
              </a:r>
              <a:r>
                <a:rPr lang="en-US" b="0" dirty="0"/>
                <a:t>-value: </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0</a:t>
              </a:r>
              <a:endParaRPr lang="en-DK" dirty="0"/>
            </a:p>
          </dgm:t>
        </dgm:pt>
      </mc:Fallback>
    </mc:AlternateContent>
    <dgm:pt modelId="{6F961614-8559-2B4F-8BA1-0BD641F90A71}" type="parTrans" cxnId="{3E401343-F7DE-204C-8F6D-42B70E6457B1}">
      <dgm:prSet/>
      <dgm:spPr/>
      <dgm:t>
        <a:bodyPr/>
        <a:lstStyle/>
        <a:p>
          <a:endParaRPr lang="en-US"/>
        </a:p>
      </dgm:t>
    </dgm:pt>
    <dgm:pt modelId="{6476ACE2-8034-8C4A-9172-79E13FE5B606}" type="sibTrans" cxnId="{3E401343-F7DE-204C-8F6D-42B70E6457B1}">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1">
        <dgm:presLayoutVars>
          <dgm:chMax val="0"/>
          <dgm:bulletEnabled val="1"/>
        </dgm:presLayoutVars>
      </dgm:prSet>
      <dgm:spPr/>
    </dgm:pt>
    <dgm:pt modelId="{32A78DF4-62DC-BC46-A907-0582B2C43053}" type="pres">
      <dgm:prSet presAssocID="{6CB96E0C-3B73-4C46-B468-070C21663E9B}" presName="childText" presStyleLbl="revTx" presStyleIdx="0" presStyleCnt="1">
        <dgm:presLayoutVars>
          <dgm:bulletEnabled val="1"/>
        </dgm:presLayoutVars>
      </dgm:prSet>
      <dgm:spPr/>
    </dgm:pt>
  </dgm:ptLst>
  <dgm:cxnLst>
    <dgm:cxn modelId="{3F7AB312-0682-7A4F-A7FD-EFDF19C271D5}" srcId="{6CB96E0C-3B73-4C46-B468-070C21663E9B}" destId="{B11EF244-BB75-A941-85C0-7D3946CC8077}" srcOrd="0" destOrd="0" parTransId="{38F11542-FDA7-5F44-A9F3-FD753D173243}" sibTransId="{D4AC8AF2-460A-DB46-BA82-BA45E2FB19FB}"/>
    <dgm:cxn modelId="{ED105020-EF72-DC4E-82E1-99AB3342E23B}" type="presOf" srcId="{8623610B-7664-C64A-8719-82FEF5060007}" destId="{32A78DF4-62DC-BC46-A907-0582B2C43053}" srcOrd="0" destOrd="2" presId="urn:microsoft.com/office/officeart/2005/8/layout/vList2"/>
    <dgm:cxn modelId="{142E0C22-5494-FC44-A646-31201B27474F}" srcId="{6CB96E0C-3B73-4C46-B468-070C21663E9B}" destId="{4A840974-936E-244C-87A0-721B23873965}" srcOrd="1" destOrd="0" parTransId="{CB23312B-34E0-DE4B-A00C-C0B09FDE4966}" sibTransId="{18AD64BD-9505-034C-B078-339823AB9184}"/>
    <dgm:cxn modelId="{3E401343-F7DE-204C-8F6D-42B70E6457B1}" srcId="{6CB96E0C-3B73-4C46-B468-070C21663E9B}" destId="{8623610B-7664-C64A-8719-82FEF5060007}" srcOrd="2" destOrd="0" parTransId="{6F961614-8559-2B4F-8BA1-0BD641F90A71}" sibTransId="{6476ACE2-8034-8C4A-9172-79E13FE5B606}"/>
    <dgm:cxn modelId="{F53BE395-9937-9749-A2AB-8EA6D75BD1BC}" type="presOf" srcId="{6CB96E0C-3B73-4C46-B468-070C21663E9B}" destId="{0146FBE6-3CA1-7542-9EA0-07EFDA0458EB}" srcOrd="0" destOrd="0" presId="urn:microsoft.com/office/officeart/2005/8/layout/vList2"/>
    <dgm:cxn modelId="{D6C662B3-1E8E-7E41-912D-B87D74AB2510}" type="presOf" srcId="{36289411-C0B5-3B44-BF33-078C42EF2E69}" destId="{A771F0E4-7370-4840-A733-0DCE75B406EF}" srcOrd="0" destOrd="0" presId="urn:microsoft.com/office/officeart/2005/8/layout/vList2"/>
    <dgm:cxn modelId="{755834CB-F683-274B-A0C5-20594A98B242}" srcId="{36289411-C0B5-3B44-BF33-078C42EF2E69}" destId="{6CB96E0C-3B73-4C46-B468-070C21663E9B}" srcOrd="0" destOrd="0" parTransId="{9F80F529-2122-1A4E-ADD7-7FD62E883E22}" sibTransId="{FF9E8430-C61A-2B4D-8FA1-B63FF12219A4}"/>
    <dgm:cxn modelId="{15950FE3-3A3B-F54F-A624-A09332996385}" type="presOf" srcId="{4A840974-936E-244C-87A0-721B23873965}" destId="{32A78DF4-62DC-BC46-A907-0582B2C43053}" srcOrd="0" destOrd="1" presId="urn:microsoft.com/office/officeart/2005/8/layout/vList2"/>
    <dgm:cxn modelId="{8E5188E9-D89D-BC41-84F8-03EBBCA67AF8}" type="presOf" srcId="{B11EF244-BB75-A941-85C0-7D3946CC8077}" destId="{32A78DF4-62DC-BC46-A907-0582B2C43053}" srcOrd="0" destOrd="0"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100.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McStas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dgm:pt modelId="{B11EF244-BB75-A941-85C0-7D3946CC8077}">
      <dgm:prSet/>
      <dgm:spPr>
        <a:blipFill>
          <a:blip xmlns:r="http://schemas.openxmlformats.org/officeDocument/2006/relationships" r:embed="rId1"/>
          <a:stretch>
            <a:fillRect l="-526" t="-4082" b="-9184"/>
          </a:stretch>
        </a:blipFill>
      </dgm:spPr>
      <dgm:t>
        <a:bodyPr/>
        <a:lstStyle/>
        <a:p>
          <a:r>
            <a:rPr lang="en-US">
              <a:noFill/>
            </a:rPr>
            <a:t> </a:t>
          </a:r>
        </a:p>
      </dgm:t>
    </dgm:p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dgm:pt modelId="{4A840974-936E-244C-87A0-721B23873965}">
      <dgm:prSet/>
      <dgm:spPr/>
      <dgm:t>
        <a:bodyPr/>
        <a:lstStyle/>
        <a:p>
          <a:r>
            <a:rPr lang="en-US">
              <a:noFill/>
            </a:rPr>
            <a:t> </a:t>
          </a:r>
        </a:p>
      </dgm:t>
    </dgm:pt>
    <dgm:pt modelId="{CB23312B-34E0-DE4B-A00C-C0B09FDE4966}" type="parTrans" cxnId="{142E0C22-5494-FC44-A646-31201B27474F}">
      <dgm:prSet/>
      <dgm:spPr/>
      <dgm:t>
        <a:bodyPr/>
        <a:lstStyle/>
        <a:p>
          <a:endParaRPr lang="en-US"/>
        </a:p>
      </dgm:t>
    </dgm:pt>
    <dgm:pt modelId="{18AD64BD-9505-034C-B078-339823AB9184}" type="sibTrans" cxnId="{142E0C22-5494-FC44-A646-31201B27474F}">
      <dgm:prSet/>
      <dgm:spPr/>
      <dgm:t>
        <a:bodyPr/>
        <a:lstStyle/>
        <a:p>
          <a:endParaRPr lang="en-US"/>
        </a:p>
      </dgm:t>
    </dgm:pt>
    <dgm:pt modelId="{8623610B-7664-C64A-8719-82FEF5060007}">
      <dgm:prSet/>
      <dgm:spPr/>
      <dgm:t>
        <a:bodyPr/>
        <a:lstStyle/>
        <a:p>
          <a:r>
            <a:rPr lang="en-US">
              <a:noFill/>
            </a:rPr>
            <a:t> </a:t>
          </a:r>
        </a:p>
      </dgm:t>
    </dgm:pt>
    <dgm:pt modelId="{6F961614-8559-2B4F-8BA1-0BD641F90A71}" type="parTrans" cxnId="{3E401343-F7DE-204C-8F6D-42B70E6457B1}">
      <dgm:prSet/>
      <dgm:spPr/>
      <dgm:t>
        <a:bodyPr/>
        <a:lstStyle/>
        <a:p>
          <a:endParaRPr lang="en-US"/>
        </a:p>
      </dgm:t>
    </dgm:pt>
    <dgm:pt modelId="{6476ACE2-8034-8C4A-9172-79E13FE5B606}" type="sibTrans" cxnId="{3E401343-F7DE-204C-8F6D-42B70E6457B1}">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1">
        <dgm:presLayoutVars>
          <dgm:chMax val="0"/>
          <dgm:bulletEnabled val="1"/>
        </dgm:presLayoutVars>
      </dgm:prSet>
      <dgm:spPr/>
    </dgm:pt>
    <dgm:pt modelId="{32A78DF4-62DC-BC46-A907-0582B2C43053}" type="pres">
      <dgm:prSet presAssocID="{6CB96E0C-3B73-4C46-B468-070C21663E9B}" presName="childText" presStyleLbl="revTx" presStyleIdx="0" presStyleCnt="1">
        <dgm:presLayoutVars>
          <dgm:bulletEnabled val="1"/>
        </dgm:presLayoutVars>
      </dgm:prSet>
      <dgm:spPr/>
    </dgm:pt>
  </dgm:ptLst>
  <dgm:cxnLst>
    <dgm:cxn modelId="{3F7AB312-0682-7A4F-A7FD-EFDF19C271D5}" srcId="{6CB96E0C-3B73-4C46-B468-070C21663E9B}" destId="{B11EF244-BB75-A941-85C0-7D3946CC8077}" srcOrd="0" destOrd="0" parTransId="{38F11542-FDA7-5F44-A9F3-FD753D173243}" sibTransId="{D4AC8AF2-460A-DB46-BA82-BA45E2FB19FB}"/>
    <dgm:cxn modelId="{ED105020-EF72-DC4E-82E1-99AB3342E23B}" type="presOf" srcId="{8623610B-7664-C64A-8719-82FEF5060007}" destId="{32A78DF4-62DC-BC46-A907-0582B2C43053}" srcOrd="0" destOrd="2" presId="urn:microsoft.com/office/officeart/2005/8/layout/vList2"/>
    <dgm:cxn modelId="{142E0C22-5494-FC44-A646-31201B27474F}" srcId="{6CB96E0C-3B73-4C46-B468-070C21663E9B}" destId="{4A840974-936E-244C-87A0-721B23873965}" srcOrd="1" destOrd="0" parTransId="{CB23312B-34E0-DE4B-A00C-C0B09FDE4966}" sibTransId="{18AD64BD-9505-034C-B078-339823AB9184}"/>
    <dgm:cxn modelId="{3E401343-F7DE-204C-8F6D-42B70E6457B1}" srcId="{6CB96E0C-3B73-4C46-B468-070C21663E9B}" destId="{8623610B-7664-C64A-8719-82FEF5060007}" srcOrd="2" destOrd="0" parTransId="{6F961614-8559-2B4F-8BA1-0BD641F90A71}" sibTransId="{6476ACE2-8034-8C4A-9172-79E13FE5B606}"/>
    <dgm:cxn modelId="{F53BE395-9937-9749-A2AB-8EA6D75BD1BC}" type="presOf" srcId="{6CB96E0C-3B73-4C46-B468-070C21663E9B}" destId="{0146FBE6-3CA1-7542-9EA0-07EFDA0458EB}" srcOrd="0" destOrd="0" presId="urn:microsoft.com/office/officeart/2005/8/layout/vList2"/>
    <dgm:cxn modelId="{D6C662B3-1E8E-7E41-912D-B87D74AB2510}" type="presOf" srcId="{36289411-C0B5-3B44-BF33-078C42EF2E69}" destId="{A771F0E4-7370-4840-A733-0DCE75B406EF}" srcOrd="0" destOrd="0" presId="urn:microsoft.com/office/officeart/2005/8/layout/vList2"/>
    <dgm:cxn modelId="{755834CB-F683-274B-A0C5-20594A98B242}" srcId="{36289411-C0B5-3B44-BF33-078C42EF2E69}" destId="{6CB96E0C-3B73-4C46-B468-070C21663E9B}" srcOrd="0" destOrd="0" parTransId="{9F80F529-2122-1A4E-ADD7-7FD62E883E22}" sibTransId="{FF9E8430-C61A-2B4D-8FA1-B63FF12219A4}"/>
    <dgm:cxn modelId="{15950FE3-3A3B-F54F-A624-A09332996385}" type="presOf" srcId="{4A840974-936E-244C-87A0-721B23873965}" destId="{32A78DF4-62DC-BC46-A907-0582B2C43053}" srcOrd="0" destOrd="1" presId="urn:microsoft.com/office/officeart/2005/8/layout/vList2"/>
    <dgm:cxn modelId="{8E5188E9-D89D-BC41-84F8-03EBBCA67AF8}" type="presOf" srcId="{B11EF244-BB75-A941-85C0-7D3946CC8077}" destId="{32A78DF4-62DC-BC46-A907-0582B2C43053}" srcOrd="0" destOrd="0"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01.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2.xml><?xml version="1.0" encoding="utf-8"?>
<dgm:dataModel xmlns:dgm="http://schemas.openxmlformats.org/drawingml/2006/diagram" xmlns:a="http://schemas.openxmlformats.org/drawingml/2006/main">
  <dgm:ptLst>
    <dgm:pt modelId="{06937658-903B-F643-89E2-84F5C807923A}" type="doc">
      <dgm:prSet loTypeId="urn:microsoft.com/office/officeart/2005/8/layout/default"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E1D07B28-3863-F947-9DC8-EFDCCDD0061D}">
          <dgm:prSet/>
          <dgm:spPr/>
          <dgm:t>
            <a:bodyPr/>
            <a:lstStyle/>
            <a:p>
              <a:r>
                <a:rPr lang="en-US" dirty="0"/>
                <a:t>Asymmetry method:</a:t>
              </a:r>
            </a:p>
            <a:p>
              <a:pPr/>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r>
                      <a:rPr lang="en-DK" i="1">
                        <a:latin typeface="Cambria Math" panose="02040503050406030204" pitchFamily="18" charset="0"/>
                      </a:rPr>
                      <m:t>−</m:t>
                    </m:r>
                    <m:r>
                      <a:rPr lang="en-DK" i="1">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oMath>
                </m:oMathPara>
              </a14:m>
              <a:endParaRPr lang="en-DK" dirty="0"/>
            </a:p>
          </dgm:t>
        </dgm:pt>
      </mc:Choice>
      <mc:Fallback xmlns="">
        <dgm:pt modelId="{E1D07B28-3863-F947-9DC8-EFDCCDD0061D}">
          <dgm:prSet/>
          <dgm:spPr/>
          <dgm:t>
            <a:bodyPr/>
            <a:lstStyle/>
            <a:p>
              <a:r>
                <a:rPr lang="en-US" dirty="0"/>
                <a:t>Asymmetry method:</a:t>
              </a:r>
            </a:p>
            <a:p>
              <a:r>
                <a:rPr lang="en-DK" i="0">
                  <a:latin typeface="Cambria Math" panose="02040503050406030204" pitchFamily="18" charset="0"/>
                </a:rPr>
                <a:t>𝐼(𝜙,𝜃)−𝐼(𝜙,−𝜃)</a:t>
              </a:r>
              <a:endParaRPr lang="en-DK" dirty="0"/>
            </a:p>
          </dgm:t>
        </dgm:pt>
      </mc:Fallback>
    </mc:AlternateContent>
    <dgm:pt modelId="{2BE7BCCB-F3D3-D54C-A19B-52A5C236687D}" type="parTrans" cxnId="{C9577EC2-9244-8A4C-8803-F767EB5A77AB}">
      <dgm:prSet/>
      <dgm:spPr/>
      <dgm:t>
        <a:bodyPr/>
        <a:lstStyle/>
        <a:p>
          <a:endParaRPr lang="en-US"/>
        </a:p>
      </dgm:t>
    </dgm:pt>
    <dgm:pt modelId="{40372FF8-25FF-B942-B330-FD047B34B4E5}" type="sibTrans" cxnId="{C9577EC2-9244-8A4C-8803-F767EB5A77AB}">
      <dgm:prSet/>
      <dgm:spPr/>
      <dgm:t>
        <a:bodyPr/>
        <a:lstStyle/>
        <a:p>
          <a:endParaRPr lang="en-US"/>
        </a:p>
      </dgm:t>
    </dgm:pt>
    <dgm:pt modelId="{B77B6A14-D40F-5545-83CF-DCF599728618}" type="pres">
      <dgm:prSet presAssocID="{06937658-903B-F643-89E2-84F5C807923A}" presName="diagram" presStyleCnt="0">
        <dgm:presLayoutVars>
          <dgm:dir/>
          <dgm:resizeHandles val="exact"/>
        </dgm:presLayoutVars>
      </dgm:prSet>
      <dgm:spPr/>
    </dgm:pt>
    <dgm:pt modelId="{F289FE33-CB08-C842-9FB6-4FF678F75216}" type="pres">
      <dgm:prSet presAssocID="{E1D07B28-3863-F947-9DC8-EFDCCDD0061D}" presName="node" presStyleLbl="node1" presStyleIdx="0" presStyleCnt="1">
        <dgm:presLayoutVars>
          <dgm:bulletEnabled val="1"/>
        </dgm:presLayoutVars>
      </dgm:prSet>
      <dgm:spPr/>
    </dgm:pt>
  </dgm:ptLst>
  <dgm:cxnLst>
    <dgm:cxn modelId="{19F5A44D-FFD7-B64F-A1E6-8A4AB0E3CF8F}" type="presOf" srcId="{06937658-903B-F643-89E2-84F5C807923A}" destId="{B77B6A14-D40F-5545-83CF-DCF599728618}" srcOrd="0" destOrd="0" presId="urn:microsoft.com/office/officeart/2005/8/layout/default"/>
    <dgm:cxn modelId="{C9577EC2-9244-8A4C-8803-F767EB5A77AB}" srcId="{06937658-903B-F643-89E2-84F5C807923A}" destId="{E1D07B28-3863-F947-9DC8-EFDCCDD0061D}" srcOrd="0" destOrd="0" parTransId="{2BE7BCCB-F3D3-D54C-A19B-52A5C236687D}" sibTransId="{40372FF8-25FF-B942-B330-FD047B34B4E5}"/>
    <dgm:cxn modelId="{DEE944C4-2025-1940-BB36-DD93BCB298C2}" type="presOf" srcId="{E1D07B28-3863-F947-9DC8-EFDCCDD0061D}" destId="{F289FE33-CB08-C842-9FB6-4FF678F75216}" srcOrd="0" destOrd="0" presId="urn:microsoft.com/office/officeart/2005/8/layout/default"/>
    <dgm:cxn modelId="{1D452E02-A2A7-E849-8BEC-DB230BE80BFB}" type="presParOf" srcId="{B77B6A14-D40F-5545-83CF-DCF599728618}" destId="{F289FE33-CB08-C842-9FB6-4FF678F75216}" srcOrd="0"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03.xml><?xml version="1.0" encoding="utf-8"?>
<dgm:dataModel xmlns:dgm="http://schemas.openxmlformats.org/drawingml/2006/diagram" xmlns:a="http://schemas.openxmlformats.org/drawingml/2006/main">
  <dgm:ptLst>
    <dgm:pt modelId="{06937658-903B-F643-89E2-84F5C807923A}" type="doc">
      <dgm:prSet loTypeId="urn:microsoft.com/office/officeart/2005/8/layout/default" loCatId="process" qsTypeId="urn:microsoft.com/office/officeart/2005/8/quickstyle/simple1" qsCatId="simple" csTypeId="urn:microsoft.com/office/officeart/2005/8/colors/accent1_2" csCatId="accent1" phldr="1"/>
      <dgm:spPr/>
      <dgm:t>
        <a:bodyPr/>
        <a:lstStyle/>
        <a:p>
          <a:endParaRPr lang="en-US"/>
        </a:p>
      </dgm:t>
    </dgm:pt>
    <dgm:pt modelId="{E1D07B28-3863-F947-9DC8-EFDCCDD0061D}">
      <dgm:prSet/>
      <dgm:spPr>
        <a:blipFill>
          <a:blip xmlns:r="http://schemas.openxmlformats.org/officeDocument/2006/relationships" r:embed="rId1"/>
          <a:stretch>
            <a:fillRect/>
          </a:stretch>
        </a:blipFill>
      </dgm:spPr>
      <dgm:t>
        <a:bodyPr/>
        <a:lstStyle/>
        <a:p>
          <a:r>
            <a:rPr lang="en-US">
              <a:noFill/>
            </a:rPr>
            <a:t> </a:t>
          </a:r>
        </a:p>
      </dgm:t>
    </dgm:pt>
    <dgm:pt modelId="{2BE7BCCB-F3D3-D54C-A19B-52A5C236687D}" type="parTrans" cxnId="{C9577EC2-9244-8A4C-8803-F767EB5A77AB}">
      <dgm:prSet/>
      <dgm:spPr/>
      <dgm:t>
        <a:bodyPr/>
        <a:lstStyle/>
        <a:p>
          <a:endParaRPr lang="en-US"/>
        </a:p>
      </dgm:t>
    </dgm:pt>
    <dgm:pt modelId="{40372FF8-25FF-B942-B330-FD047B34B4E5}" type="sibTrans" cxnId="{C9577EC2-9244-8A4C-8803-F767EB5A77AB}">
      <dgm:prSet/>
      <dgm:spPr/>
      <dgm:t>
        <a:bodyPr/>
        <a:lstStyle/>
        <a:p>
          <a:endParaRPr lang="en-US"/>
        </a:p>
      </dgm:t>
    </dgm:pt>
    <dgm:pt modelId="{B77B6A14-D40F-5545-83CF-DCF599728618}" type="pres">
      <dgm:prSet presAssocID="{06937658-903B-F643-89E2-84F5C807923A}" presName="diagram" presStyleCnt="0">
        <dgm:presLayoutVars>
          <dgm:dir/>
          <dgm:resizeHandles val="exact"/>
        </dgm:presLayoutVars>
      </dgm:prSet>
      <dgm:spPr/>
    </dgm:pt>
    <dgm:pt modelId="{F289FE33-CB08-C842-9FB6-4FF678F75216}" type="pres">
      <dgm:prSet presAssocID="{E1D07B28-3863-F947-9DC8-EFDCCDD0061D}" presName="node" presStyleLbl="node1" presStyleIdx="0" presStyleCnt="1">
        <dgm:presLayoutVars>
          <dgm:bulletEnabled val="1"/>
        </dgm:presLayoutVars>
      </dgm:prSet>
      <dgm:spPr/>
    </dgm:pt>
  </dgm:ptLst>
  <dgm:cxnLst>
    <dgm:cxn modelId="{19F5A44D-FFD7-B64F-A1E6-8A4AB0E3CF8F}" type="presOf" srcId="{06937658-903B-F643-89E2-84F5C807923A}" destId="{B77B6A14-D40F-5545-83CF-DCF599728618}" srcOrd="0" destOrd="0" presId="urn:microsoft.com/office/officeart/2005/8/layout/default"/>
    <dgm:cxn modelId="{C9577EC2-9244-8A4C-8803-F767EB5A77AB}" srcId="{06937658-903B-F643-89E2-84F5C807923A}" destId="{E1D07B28-3863-F947-9DC8-EFDCCDD0061D}" srcOrd="0" destOrd="0" parTransId="{2BE7BCCB-F3D3-D54C-A19B-52A5C236687D}" sibTransId="{40372FF8-25FF-B942-B330-FD047B34B4E5}"/>
    <dgm:cxn modelId="{DEE944C4-2025-1940-BB36-DD93BCB298C2}" type="presOf" srcId="{E1D07B28-3863-F947-9DC8-EFDCCDD0061D}" destId="{F289FE33-CB08-C842-9FB6-4FF678F75216}" srcOrd="0" destOrd="0" presId="urn:microsoft.com/office/officeart/2005/8/layout/default"/>
    <dgm:cxn modelId="{1D452E02-A2A7-E849-8BEC-DB230BE80BFB}" type="presParOf" srcId="{B77B6A14-D40F-5545-83CF-DCF599728618}" destId="{F289FE33-CB08-C842-9FB6-4FF678F75216}" srcOrd="0"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04.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McStas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mc:AlternateContent xmlns:mc="http://schemas.openxmlformats.org/markup-compatibility/2006" xmlns:a14="http://schemas.microsoft.com/office/drawing/2010/main">
      <mc:Choice Requires="a14">
        <dgm:pt modelId="{B11EF244-BB75-A941-85C0-7D3946CC8077}">
          <dgm:prSet/>
          <dgm:spPr/>
          <dgm:t>
            <a:bodyPr/>
            <a:lstStyle/>
            <a:p>
              <a:r>
                <a:rPr lang="en-US" dirty="0"/>
                <a:t>North-south asymmetry: </a:t>
              </a:r>
              <a14:m>
                <m:oMath xmlns:m="http://schemas.openxmlformats.org/officeDocument/2006/math">
                  <m:r>
                    <a:rPr lang="en-DK">
                      <a:latin typeface="Cambria Math" panose="02040503050406030204" pitchFamily="18" charset="0"/>
                    </a:rPr>
                    <m:t>8.72</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−3</m:t>
                      </m:r>
                    </m:sup>
                  </m:sSup>
                </m:oMath>
              </a14:m>
              <a:endParaRPr lang="en-DK" dirty="0"/>
            </a:p>
          </dgm:t>
        </dgm:pt>
      </mc:Choice>
      <mc:Fallback xmlns="">
        <dgm:pt modelId="{B11EF244-BB75-A941-85C0-7D3946CC8077}">
          <dgm:prSet/>
          <dgm:spPr/>
          <dgm:t>
            <a:bodyPr/>
            <a:lstStyle/>
            <a:p>
              <a:r>
                <a:rPr lang="en-US" dirty="0"/>
                <a:t>North-south asymmetry: </a:t>
              </a:r>
              <a:r>
                <a:rPr lang="en-DK" i="0"/>
                <a:t>8.72×10^(−3)</a:t>
              </a:r>
              <a:endParaRPr lang="en-DK" dirty="0"/>
            </a:p>
          </dgm:t>
        </dgm:pt>
      </mc:Fallback>
    </mc:AlternateConten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mc:AlternateContent xmlns:mc="http://schemas.openxmlformats.org/markup-compatibility/2006" xmlns:a14="http://schemas.microsoft.com/office/drawing/2010/main">
      <mc:Choice Requires="a14">
        <dgm:pt modelId="{4A840974-936E-244C-87A0-721B23873965}">
          <dgm:prSet/>
          <dgm:spPr/>
          <dgm:t>
            <a:bodyPr/>
            <a:lstStyle/>
            <a:p>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oMath>
              </a14:m>
              <a:r>
                <a:rPr lang="en-DK" dirty="0"/>
                <a:t>: </a:t>
              </a:r>
              <a14:m>
                <m:oMath xmlns:m="http://schemas.openxmlformats.org/officeDocument/2006/math">
                  <m:r>
                    <a:rPr lang="en-DK">
                      <a:latin typeface="Cambria Math" panose="02040503050406030204" pitchFamily="18" charset="0"/>
                    </a:rPr>
                    <m:t>1</m:t>
                  </m:r>
                  <m:r>
                    <a:rPr lang="en-DK" b="0" i="0">
                      <a:latin typeface="Cambria Math" panose="02040503050406030204" pitchFamily="18" charset="0"/>
                    </a:rPr>
                    <m:t>.</m:t>
                  </m:r>
                  <m:r>
                    <a:rPr lang="en-DK" b="0" i="1">
                      <a:latin typeface="Cambria Math" panose="02040503050406030204" pitchFamily="18" charset="0"/>
                    </a:rPr>
                    <m:t>25</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3</m:t>
                      </m:r>
                    </m:sup>
                  </m:sSup>
                </m:oMath>
              </a14:m>
              <a:endParaRPr lang="en-DK" dirty="0"/>
            </a:p>
          </dgm:t>
        </dgm:pt>
      </mc:Choice>
      <mc:Fallback xmlns="">
        <dgm:pt modelId="{4A840974-936E-244C-87A0-721B23873965}">
          <dgm:prSet/>
          <dgm:spPr/>
          <dgm:t>
            <a:bodyPr/>
            <a:lstStyle/>
            <a:p>
              <a:r>
                <a:rPr lang="en-DK" i="0"/>
                <a:t>𝜒_𝜐^2</a:t>
              </a:r>
              <a:r>
                <a:rPr lang="en-DK" dirty="0"/>
                <a:t>: </a:t>
              </a:r>
              <a:r>
                <a:rPr lang="en-DK" i="0"/>
                <a:t>1</a:t>
              </a:r>
              <a:r>
                <a:rPr lang="en-DK" b="0" i="0"/>
                <a:t>.25</a:t>
              </a:r>
              <a:r>
                <a:rPr lang="en-DK" i="0"/>
                <a:t>×10^3</a:t>
              </a:r>
              <a:endParaRPr lang="en-DK" dirty="0"/>
            </a:p>
          </dgm:t>
        </dgm:pt>
      </mc:Fallback>
    </mc:AlternateContent>
    <dgm:pt modelId="{CB23312B-34E0-DE4B-A00C-C0B09FDE4966}" type="parTrans" cxnId="{142E0C22-5494-FC44-A646-31201B27474F}">
      <dgm:prSet/>
      <dgm:spPr/>
      <dgm:t>
        <a:bodyPr/>
        <a:lstStyle/>
        <a:p>
          <a:endParaRPr lang="en-US"/>
        </a:p>
      </dgm:t>
    </dgm:pt>
    <dgm:pt modelId="{18AD64BD-9505-034C-B078-339823AB9184}" type="sibTrans" cxnId="{142E0C22-5494-FC44-A646-31201B27474F}">
      <dgm:prSet/>
      <dgm:spPr/>
      <dgm:t>
        <a:bodyPr/>
        <a:lstStyle/>
        <a:p>
          <a:endParaRPr lang="en-US"/>
        </a:p>
      </dgm:t>
    </dgm:pt>
    <mc:AlternateContent xmlns:mc="http://schemas.openxmlformats.org/markup-compatibility/2006" xmlns:a14="http://schemas.microsoft.com/office/drawing/2010/main">
      <mc:Choice Requires="a14">
        <dgm:pt modelId="{8623610B-7664-C64A-8719-82FEF5060007}">
          <dgm:prSet/>
          <dgm:spPr/>
          <dgm:t>
            <a:bodyPr/>
            <a:lstStyle/>
            <a:p>
              <a:r>
                <a:rPr lang="en-US" dirty="0"/>
                <a:t>p</a:t>
              </a:r>
              <a:r>
                <a:rPr lang="en-US" b="0" dirty="0"/>
                <a:t>-value: </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da-DK" b="0" i="1" smtClean="0">
                      <a:latin typeface="Cambria Math" panose="02040503050406030204" pitchFamily="18" charset="0"/>
                      <a:ea typeface="Cambria Math" panose="02040503050406030204" pitchFamily="18" charset="0"/>
                    </a:rPr>
                    <m:t>0</m:t>
                  </m:r>
                </m:oMath>
              </a14:m>
              <a:endParaRPr lang="en-DK" dirty="0"/>
            </a:p>
          </dgm:t>
        </dgm:pt>
      </mc:Choice>
      <mc:Fallback xmlns="">
        <dgm:pt modelId="{8623610B-7664-C64A-8719-82FEF5060007}">
          <dgm:prSet/>
          <dgm:spPr/>
          <dgm:t>
            <a:bodyPr/>
            <a:lstStyle/>
            <a:p>
              <a:r>
                <a:rPr lang="en-US" dirty="0"/>
                <a:t>p</a:t>
              </a:r>
              <a:r>
                <a:rPr lang="en-US" b="0" dirty="0"/>
                <a:t>-value: </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0</a:t>
              </a:r>
              <a:endParaRPr lang="en-DK" dirty="0"/>
            </a:p>
          </dgm:t>
        </dgm:pt>
      </mc:Fallback>
    </mc:AlternateContent>
    <dgm:pt modelId="{6F961614-8559-2B4F-8BA1-0BD641F90A71}" type="parTrans" cxnId="{3E401343-F7DE-204C-8F6D-42B70E6457B1}">
      <dgm:prSet/>
      <dgm:spPr/>
      <dgm:t>
        <a:bodyPr/>
        <a:lstStyle/>
        <a:p>
          <a:endParaRPr lang="en-US"/>
        </a:p>
      </dgm:t>
    </dgm:pt>
    <dgm:pt modelId="{6476ACE2-8034-8C4A-9172-79E13FE5B606}" type="sibTrans" cxnId="{3E401343-F7DE-204C-8F6D-42B70E6457B1}">
      <dgm:prSet/>
      <dgm:spPr/>
      <dgm:t>
        <a:bodyPr/>
        <a:lstStyle/>
        <a:p>
          <a:endParaRPr lang="en-US"/>
        </a:p>
      </dgm:t>
    </dgm:pt>
    <dgm:pt modelId="{943B8442-024B-9141-B8C9-74112B5A4FA7}">
      <dgm:prSet/>
      <dgm:spPr/>
      <dgm:t>
        <a:bodyPr/>
        <a:lstStyle/>
        <a:p>
          <a:r>
            <a:rPr lang="en-US"/>
            <a:t>McMini</a:t>
          </a:r>
          <a:endParaRPr lang="en-DK"/>
        </a:p>
      </dgm:t>
    </dgm:pt>
    <dgm:pt modelId="{BD9C941E-996D-1D4E-A1C0-5DDC4B393A02}" type="parTrans" cxnId="{1AA62FCE-903B-7844-A80F-2D71197A192D}">
      <dgm:prSet/>
      <dgm:spPr/>
      <dgm:t>
        <a:bodyPr/>
        <a:lstStyle/>
        <a:p>
          <a:endParaRPr lang="en-US"/>
        </a:p>
      </dgm:t>
    </dgm:pt>
    <dgm:pt modelId="{32C7A7F4-56A2-504A-BC87-A0C154598873}" type="sibTrans" cxnId="{1AA62FCE-903B-7844-A80F-2D71197A192D}">
      <dgm:prSet/>
      <dgm:spPr/>
      <dgm:t>
        <a:bodyPr/>
        <a:lstStyle/>
        <a:p>
          <a:endParaRPr lang="en-US"/>
        </a:p>
      </dgm:t>
    </dgm:pt>
    <mc:AlternateContent xmlns:mc="http://schemas.openxmlformats.org/markup-compatibility/2006" xmlns:a14="http://schemas.microsoft.com/office/drawing/2010/main">
      <mc:Choice Requires="a14">
        <dgm:pt modelId="{64D848BA-A73A-B441-8274-D356A9879F13}">
          <dgm:prSet/>
          <dgm:spPr/>
          <dgm:t>
            <a:bodyPr/>
            <a:lstStyle/>
            <a:p>
              <a:r>
                <a:rPr lang="en-US"/>
                <a:t>North-south asymmetry: </a:t>
              </a:r>
              <a14:m>
                <m:oMath xmlns:m="http://schemas.openxmlformats.org/officeDocument/2006/math">
                  <m:r>
                    <a:rPr lang="en-DK">
                      <a:latin typeface="Cambria Math" panose="02040503050406030204" pitchFamily="18" charset="0"/>
                    </a:rPr>
                    <m:t>2</m:t>
                  </m:r>
                  <m:r>
                    <a:rPr lang="en-DK" b="0" i="0">
                      <a:latin typeface="Cambria Math" panose="02040503050406030204" pitchFamily="18" charset="0"/>
                    </a:rPr>
                    <m:t>.52</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DK"/>
            </a:p>
          </dgm:t>
        </dgm:pt>
      </mc:Choice>
      <mc:Fallback xmlns="">
        <dgm:pt modelId="{64D848BA-A73A-B441-8274-D356A9879F13}">
          <dgm:prSet/>
          <dgm:spPr/>
          <dgm:t>
            <a:bodyPr/>
            <a:lstStyle/>
            <a:p>
              <a:r>
                <a:rPr lang="en-US"/>
                <a:t>North-south asymmetry: </a:t>
              </a:r>
              <a:r>
                <a:rPr lang="en-DK" i="0"/>
                <a:t>2</a:t>
              </a:r>
              <a:r>
                <a:rPr lang="en-DK" b="0" i="0"/>
                <a:t>.52</a:t>
              </a:r>
              <a:r>
                <a:rPr lang="en-DK" i="0"/>
                <a:t>×10^(−</a:t>
              </a:r>
              <a:r>
                <a:rPr lang="en-DK" b="0" i="0"/>
                <a:t>6)</a:t>
              </a:r>
              <a:endParaRPr lang="en-DK"/>
            </a:p>
          </dgm:t>
        </dgm:pt>
      </mc:Fallback>
    </mc:AlternateContent>
    <dgm:pt modelId="{01BA2E45-6A7B-7D47-8C6F-146A0B8893A1}" type="parTrans" cxnId="{437C8AAC-867E-2641-AE77-32A02E1243C5}">
      <dgm:prSet/>
      <dgm:spPr/>
      <dgm:t>
        <a:bodyPr/>
        <a:lstStyle/>
        <a:p>
          <a:endParaRPr lang="en-US"/>
        </a:p>
      </dgm:t>
    </dgm:pt>
    <dgm:pt modelId="{E88B0DEA-89D1-6C4B-B497-1960FC641F86}" type="sibTrans" cxnId="{437C8AAC-867E-2641-AE77-32A02E1243C5}">
      <dgm:prSet/>
      <dgm:spPr/>
      <dgm:t>
        <a:bodyPr/>
        <a:lstStyle/>
        <a:p>
          <a:endParaRPr lang="en-US"/>
        </a:p>
      </dgm:t>
    </dgm:pt>
    <mc:AlternateContent xmlns:mc="http://schemas.openxmlformats.org/markup-compatibility/2006" xmlns:a14="http://schemas.microsoft.com/office/drawing/2010/main">
      <mc:Choice Requires="a14">
        <dgm:pt modelId="{0861CC71-4D84-DD46-88FA-2978642A818F}">
          <dgm:prSet/>
          <dgm:spPr/>
          <dgm:t>
            <a:bodyPr/>
            <a:lstStyle/>
            <a:p>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oMath>
              </a14:m>
              <a:r>
                <a:rPr lang="en-DK" dirty="0"/>
                <a:t>: </a:t>
              </a:r>
              <a14:m>
                <m:oMath xmlns:m="http://schemas.openxmlformats.org/officeDocument/2006/math">
                  <m:r>
                    <a:rPr lang="en-DK">
                      <a:latin typeface="Cambria Math" panose="02040503050406030204" pitchFamily="18" charset="0"/>
                    </a:rPr>
                    <m:t>1.</m:t>
                  </m:r>
                  <m:r>
                    <a:rPr lang="en-DK" b="0" i="1">
                      <a:latin typeface="Cambria Math" panose="02040503050406030204" pitchFamily="18" charset="0"/>
                    </a:rPr>
                    <m:t>00</m:t>
                  </m:r>
                  <m:r>
                    <a:rPr lang="en-DK" b="0" i="1" smtClean="0">
                      <a:latin typeface="Cambria Math" panose="02040503050406030204" pitchFamily="18" charset="0"/>
                    </a:rPr>
                    <m:t>4</m:t>
                  </m:r>
                </m:oMath>
              </a14:m>
              <a:endParaRPr lang="en-DK" dirty="0"/>
            </a:p>
          </dgm:t>
        </dgm:pt>
      </mc:Choice>
      <mc:Fallback xmlns="">
        <dgm:pt modelId="{0861CC71-4D84-DD46-88FA-2978642A818F}">
          <dgm:prSet/>
          <dgm:spPr/>
          <dgm:t>
            <a:bodyPr/>
            <a:lstStyle/>
            <a:p>
              <a:r>
                <a:rPr lang="en-DK" i="0"/>
                <a:t>𝜒_𝜐^2</a:t>
              </a:r>
              <a:r>
                <a:rPr lang="en-DK" dirty="0"/>
                <a:t>: </a:t>
              </a:r>
              <a:r>
                <a:rPr lang="en-DK" i="0"/>
                <a:t>1.</a:t>
              </a:r>
              <a:r>
                <a:rPr lang="en-DK" b="0" i="0"/>
                <a:t>004</a:t>
              </a:r>
              <a:endParaRPr lang="en-DK" dirty="0"/>
            </a:p>
          </dgm:t>
        </dgm:pt>
      </mc:Fallback>
    </mc:AlternateContent>
    <dgm:pt modelId="{767D81C2-29C6-8F4B-B343-88D34797080C}" type="parTrans" cxnId="{52CF240D-11F3-424A-8DC0-6F23114FAC92}">
      <dgm:prSet/>
      <dgm:spPr/>
      <dgm:t>
        <a:bodyPr/>
        <a:lstStyle/>
        <a:p>
          <a:endParaRPr lang="en-US"/>
        </a:p>
      </dgm:t>
    </dgm:pt>
    <dgm:pt modelId="{79414A22-C3D0-2542-8459-BF6A98500039}" type="sibTrans" cxnId="{52CF240D-11F3-424A-8DC0-6F23114FAC92}">
      <dgm:prSet/>
      <dgm:spPr/>
      <dgm:t>
        <a:bodyPr/>
        <a:lstStyle/>
        <a:p>
          <a:endParaRPr lang="en-US"/>
        </a:p>
      </dgm:t>
    </dgm:pt>
    <mc:AlternateContent xmlns:mc="http://schemas.openxmlformats.org/markup-compatibility/2006" xmlns:a14="http://schemas.microsoft.com/office/drawing/2010/main">
      <mc:Choice Requires="a14">
        <dgm:pt modelId="{CABAA593-7EB7-DD49-B673-C00D7937A2B8}">
          <dgm:prSet/>
          <dgm:spPr/>
          <dgm:t>
            <a:bodyPr/>
            <a:lstStyle/>
            <a:p>
              <a:r>
                <a:rPr lang="en-US" dirty="0"/>
                <a:t>p-value: </a:t>
              </a:r>
              <a14:m>
                <m:oMath xmlns:m="http://schemas.openxmlformats.org/officeDocument/2006/math">
                  <m:r>
                    <a:rPr lang="en-DK" b="0" i="1">
                      <a:latin typeface="Cambria Math" panose="02040503050406030204" pitchFamily="18" charset="0"/>
                    </a:rPr>
                    <m:t>0.308</m:t>
                  </m:r>
                </m:oMath>
              </a14:m>
              <a:endParaRPr lang="en-DK" dirty="0"/>
            </a:p>
          </dgm:t>
        </dgm:pt>
      </mc:Choice>
      <mc:Fallback xmlns="">
        <dgm:pt modelId="{CABAA593-7EB7-DD49-B673-C00D7937A2B8}">
          <dgm:prSet/>
          <dgm:spPr/>
          <dgm:t>
            <a:bodyPr/>
            <a:lstStyle/>
            <a:p>
              <a:r>
                <a:rPr lang="en-US" dirty="0"/>
                <a:t>p-value: </a:t>
              </a:r>
              <a:r>
                <a:rPr lang="en-DK" b="0" i="0"/>
                <a:t>0.308</a:t>
              </a:r>
              <a:endParaRPr lang="en-DK" dirty="0"/>
            </a:p>
          </dgm:t>
        </dgm:pt>
      </mc:Fallback>
    </mc:AlternateContent>
    <dgm:pt modelId="{5AAE98F2-3191-A64F-B249-87A01792846E}" type="parTrans" cxnId="{3DA99680-3C49-D74C-AD8C-A01732A7CBD1}">
      <dgm:prSet/>
      <dgm:spPr/>
      <dgm:t>
        <a:bodyPr/>
        <a:lstStyle/>
        <a:p>
          <a:endParaRPr lang="en-US"/>
        </a:p>
      </dgm:t>
    </dgm:pt>
    <dgm:pt modelId="{46E0CF35-E6CF-F444-B921-DF86AF980A0C}" type="sibTrans" cxnId="{3DA99680-3C49-D74C-AD8C-A01732A7CBD1}">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2">
        <dgm:presLayoutVars>
          <dgm:chMax val="0"/>
          <dgm:bulletEnabled val="1"/>
        </dgm:presLayoutVars>
      </dgm:prSet>
      <dgm:spPr/>
    </dgm:pt>
    <dgm:pt modelId="{32A78DF4-62DC-BC46-A907-0582B2C43053}" type="pres">
      <dgm:prSet presAssocID="{6CB96E0C-3B73-4C46-B468-070C21663E9B}" presName="childText" presStyleLbl="revTx" presStyleIdx="0" presStyleCnt="2">
        <dgm:presLayoutVars>
          <dgm:bulletEnabled val="1"/>
        </dgm:presLayoutVars>
      </dgm:prSet>
      <dgm:spPr/>
    </dgm:pt>
    <dgm:pt modelId="{18555FFF-9829-1A44-A076-F899144A4BF3}" type="pres">
      <dgm:prSet presAssocID="{943B8442-024B-9141-B8C9-74112B5A4FA7}" presName="parentText" presStyleLbl="node1" presStyleIdx="1" presStyleCnt="2">
        <dgm:presLayoutVars>
          <dgm:chMax val="0"/>
          <dgm:bulletEnabled val="1"/>
        </dgm:presLayoutVars>
      </dgm:prSet>
      <dgm:spPr/>
    </dgm:pt>
    <dgm:pt modelId="{B4292AA1-60CB-4849-8962-29C02C0F48E8}" type="pres">
      <dgm:prSet presAssocID="{943B8442-024B-9141-B8C9-74112B5A4FA7}" presName="childText" presStyleLbl="revTx" presStyleIdx="1" presStyleCnt="2">
        <dgm:presLayoutVars>
          <dgm:bulletEnabled val="1"/>
        </dgm:presLayoutVars>
      </dgm:prSet>
      <dgm:spPr/>
    </dgm:pt>
  </dgm:ptLst>
  <dgm:cxnLst>
    <dgm:cxn modelId="{34A1E20A-60A6-F245-ADDE-E2B094493099}" type="presOf" srcId="{CABAA593-7EB7-DD49-B673-C00D7937A2B8}" destId="{B4292AA1-60CB-4849-8962-29C02C0F48E8}" srcOrd="0" destOrd="2" presId="urn:microsoft.com/office/officeart/2005/8/layout/vList2"/>
    <dgm:cxn modelId="{52CF240D-11F3-424A-8DC0-6F23114FAC92}" srcId="{943B8442-024B-9141-B8C9-74112B5A4FA7}" destId="{0861CC71-4D84-DD46-88FA-2978642A818F}" srcOrd="1" destOrd="0" parTransId="{767D81C2-29C6-8F4B-B343-88D34797080C}" sibTransId="{79414A22-C3D0-2542-8459-BF6A98500039}"/>
    <dgm:cxn modelId="{3F7AB312-0682-7A4F-A7FD-EFDF19C271D5}" srcId="{6CB96E0C-3B73-4C46-B468-070C21663E9B}" destId="{B11EF244-BB75-A941-85C0-7D3946CC8077}" srcOrd="0" destOrd="0" parTransId="{38F11542-FDA7-5F44-A9F3-FD753D173243}" sibTransId="{D4AC8AF2-460A-DB46-BA82-BA45E2FB19FB}"/>
    <dgm:cxn modelId="{ED105020-EF72-DC4E-82E1-99AB3342E23B}" type="presOf" srcId="{8623610B-7664-C64A-8719-82FEF5060007}" destId="{32A78DF4-62DC-BC46-A907-0582B2C43053}" srcOrd="0" destOrd="2" presId="urn:microsoft.com/office/officeart/2005/8/layout/vList2"/>
    <dgm:cxn modelId="{142E0C22-5494-FC44-A646-31201B27474F}" srcId="{6CB96E0C-3B73-4C46-B468-070C21663E9B}" destId="{4A840974-936E-244C-87A0-721B23873965}" srcOrd="1" destOrd="0" parTransId="{CB23312B-34E0-DE4B-A00C-C0B09FDE4966}" sibTransId="{18AD64BD-9505-034C-B078-339823AB9184}"/>
    <dgm:cxn modelId="{3E401343-F7DE-204C-8F6D-42B70E6457B1}" srcId="{6CB96E0C-3B73-4C46-B468-070C21663E9B}" destId="{8623610B-7664-C64A-8719-82FEF5060007}" srcOrd="2" destOrd="0" parTransId="{6F961614-8559-2B4F-8BA1-0BD641F90A71}" sibTransId="{6476ACE2-8034-8C4A-9172-79E13FE5B606}"/>
    <dgm:cxn modelId="{3DA99680-3C49-D74C-AD8C-A01732A7CBD1}" srcId="{943B8442-024B-9141-B8C9-74112B5A4FA7}" destId="{CABAA593-7EB7-DD49-B673-C00D7937A2B8}" srcOrd="2" destOrd="0" parTransId="{5AAE98F2-3191-A64F-B249-87A01792846E}" sibTransId="{46E0CF35-E6CF-F444-B921-DF86AF980A0C}"/>
    <dgm:cxn modelId="{F53BE395-9937-9749-A2AB-8EA6D75BD1BC}" type="presOf" srcId="{6CB96E0C-3B73-4C46-B468-070C21663E9B}" destId="{0146FBE6-3CA1-7542-9EA0-07EFDA0458EB}" srcOrd="0" destOrd="0" presId="urn:microsoft.com/office/officeart/2005/8/layout/vList2"/>
    <dgm:cxn modelId="{437C8AAC-867E-2641-AE77-32A02E1243C5}" srcId="{943B8442-024B-9141-B8C9-74112B5A4FA7}" destId="{64D848BA-A73A-B441-8274-D356A9879F13}" srcOrd="0" destOrd="0" parTransId="{01BA2E45-6A7B-7D47-8C6F-146A0B8893A1}" sibTransId="{E88B0DEA-89D1-6C4B-B497-1960FC641F86}"/>
    <dgm:cxn modelId="{D6C662B3-1E8E-7E41-912D-B87D74AB2510}" type="presOf" srcId="{36289411-C0B5-3B44-BF33-078C42EF2E69}" destId="{A771F0E4-7370-4840-A733-0DCE75B406EF}" srcOrd="0" destOrd="0" presId="urn:microsoft.com/office/officeart/2005/8/layout/vList2"/>
    <dgm:cxn modelId="{755834CB-F683-274B-A0C5-20594A98B242}" srcId="{36289411-C0B5-3B44-BF33-078C42EF2E69}" destId="{6CB96E0C-3B73-4C46-B468-070C21663E9B}" srcOrd="0" destOrd="0" parTransId="{9F80F529-2122-1A4E-ADD7-7FD62E883E22}" sibTransId="{FF9E8430-C61A-2B4D-8FA1-B63FF12219A4}"/>
    <dgm:cxn modelId="{1AA62FCE-903B-7844-A80F-2D71197A192D}" srcId="{36289411-C0B5-3B44-BF33-078C42EF2E69}" destId="{943B8442-024B-9141-B8C9-74112B5A4FA7}" srcOrd="1" destOrd="0" parTransId="{BD9C941E-996D-1D4E-A1C0-5DDC4B393A02}" sibTransId="{32C7A7F4-56A2-504A-BC87-A0C154598873}"/>
    <dgm:cxn modelId="{DAD5BED8-E0AD-DA47-AE3F-5E9AAA5E27F0}" type="presOf" srcId="{0861CC71-4D84-DD46-88FA-2978642A818F}" destId="{B4292AA1-60CB-4849-8962-29C02C0F48E8}" srcOrd="0" destOrd="1" presId="urn:microsoft.com/office/officeart/2005/8/layout/vList2"/>
    <dgm:cxn modelId="{E13EB2DB-153A-8148-AAE3-7CC7823BB33B}" type="presOf" srcId="{943B8442-024B-9141-B8C9-74112B5A4FA7}" destId="{18555FFF-9829-1A44-A076-F899144A4BF3}" srcOrd="0" destOrd="0" presId="urn:microsoft.com/office/officeart/2005/8/layout/vList2"/>
    <dgm:cxn modelId="{013C9FDE-2D73-564C-8E12-068538C7ADDE}" type="presOf" srcId="{64D848BA-A73A-B441-8274-D356A9879F13}" destId="{B4292AA1-60CB-4849-8962-29C02C0F48E8}" srcOrd="0" destOrd="0" presId="urn:microsoft.com/office/officeart/2005/8/layout/vList2"/>
    <dgm:cxn modelId="{15950FE3-3A3B-F54F-A624-A09332996385}" type="presOf" srcId="{4A840974-936E-244C-87A0-721B23873965}" destId="{32A78DF4-62DC-BC46-A907-0582B2C43053}" srcOrd="0" destOrd="1" presId="urn:microsoft.com/office/officeart/2005/8/layout/vList2"/>
    <dgm:cxn modelId="{8E5188E9-D89D-BC41-84F8-03EBBCA67AF8}" type="presOf" srcId="{B11EF244-BB75-A941-85C0-7D3946CC8077}" destId="{32A78DF4-62DC-BC46-A907-0582B2C43053}" srcOrd="0" destOrd="0"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 modelId="{1EC442C4-45D4-7E41-8A1C-E653E386625F}" type="presParOf" srcId="{A771F0E4-7370-4840-A733-0DCE75B406EF}" destId="{18555FFF-9829-1A44-A076-F899144A4BF3}" srcOrd="2" destOrd="0" presId="urn:microsoft.com/office/officeart/2005/8/layout/vList2"/>
    <dgm:cxn modelId="{B8DC2B4E-5127-1440-B9E9-342A0A790F2F}" type="presParOf" srcId="{A771F0E4-7370-4840-A733-0DCE75B406EF}" destId="{B4292AA1-60CB-4849-8962-29C02C0F48E8}" srcOrd="3" destOrd="0" presId="urn:microsoft.com/office/officeart/2005/8/layout/vList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105.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McStas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dgm:pt modelId="{B11EF244-BB75-A941-85C0-7D3946CC8077}">
      <dgm:prSet/>
      <dgm:spPr>
        <a:blipFill>
          <a:blip xmlns:r="http://schemas.openxmlformats.org/officeDocument/2006/relationships" r:embed="rId1"/>
          <a:stretch>
            <a:fillRect l="-621" t="-6250" b="-7500"/>
          </a:stretch>
        </a:blipFill>
      </dgm:spPr>
      <dgm:t>
        <a:bodyPr/>
        <a:lstStyle/>
        <a:p>
          <a:r>
            <a:rPr lang="en-US">
              <a:noFill/>
            </a:rPr>
            <a:t> </a:t>
          </a:r>
        </a:p>
      </dgm:t>
    </dgm:p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dgm:pt modelId="{4A840974-936E-244C-87A0-721B23873965}">
      <dgm:prSet/>
      <dgm:spPr/>
      <dgm:t>
        <a:bodyPr/>
        <a:lstStyle/>
        <a:p>
          <a:r>
            <a:rPr lang="en-US">
              <a:noFill/>
            </a:rPr>
            <a:t> </a:t>
          </a:r>
        </a:p>
      </dgm:t>
    </dgm:pt>
    <dgm:pt modelId="{CB23312B-34E0-DE4B-A00C-C0B09FDE4966}" type="parTrans" cxnId="{142E0C22-5494-FC44-A646-31201B27474F}">
      <dgm:prSet/>
      <dgm:spPr/>
      <dgm:t>
        <a:bodyPr/>
        <a:lstStyle/>
        <a:p>
          <a:endParaRPr lang="en-US"/>
        </a:p>
      </dgm:t>
    </dgm:pt>
    <dgm:pt modelId="{18AD64BD-9505-034C-B078-339823AB9184}" type="sibTrans" cxnId="{142E0C22-5494-FC44-A646-31201B27474F}">
      <dgm:prSet/>
      <dgm:spPr/>
      <dgm:t>
        <a:bodyPr/>
        <a:lstStyle/>
        <a:p>
          <a:endParaRPr lang="en-US"/>
        </a:p>
      </dgm:t>
    </dgm:pt>
    <dgm:pt modelId="{8623610B-7664-C64A-8719-82FEF5060007}">
      <dgm:prSet/>
      <dgm:spPr/>
      <dgm:t>
        <a:bodyPr/>
        <a:lstStyle/>
        <a:p>
          <a:r>
            <a:rPr lang="en-US">
              <a:noFill/>
            </a:rPr>
            <a:t> </a:t>
          </a:r>
        </a:p>
      </dgm:t>
    </dgm:pt>
    <dgm:pt modelId="{6F961614-8559-2B4F-8BA1-0BD641F90A71}" type="parTrans" cxnId="{3E401343-F7DE-204C-8F6D-42B70E6457B1}">
      <dgm:prSet/>
      <dgm:spPr/>
      <dgm:t>
        <a:bodyPr/>
        <a:lstStyle/>
        <a:p>
          <a:endParaRPr lang="en-US"/>
        </a:p>
      </dgm:t>
    </dgm:pt>
    <dgm:pt modelId="{6476ACE2-8034-8C4A-9172-79E13FE5B606}" type="sibTrans" cxnId="{3E401343-F7DE-204C-8F6D-42B70E6457B1}">
      <dgm:prSet/>
      <dgm:spPr/>
      <dgm:t>
        <a:bodyPr/>
        <a:lstStyle/>
        <a:p>
          <a:endParaRPr lang="en-US"/>
        </a:p>
      </dgm:t>
    </dgm:pt>
    <dgm:pt modelId="{943B8442-024B-9141-B8C9-74112B5A4FA7}">
      <dgm:prSet/>
      <dgm:spPr/>
      <dgm:t>
        <a:bodyPr/>
        <a:lstStyle/>
        <a:p>
          <a:r>
            <a:rPr lang="en-US"/>
            <a:t>McMini</a:t>
          </a:r>
          <a:endParaRPr lang="en-DK"/>
        </a:p>
      </dgm:t>
    </dgm:pt>
    <dgm:pt modelId="{BD9C941E-996D-1D4E-A1C0-5DDC4B393A02}" type="parTrans" cxnId="{1AA62FCE-903B-7844-A80F-2D71197A192D}">
      <dgm:prSet/>
      <dgm:spPr/>
      <dgm:t>
        <a:bodyPr/>
        <a:lstStyle/>
        <a:p>
          <a:endParaRPr lang="en-US"/>
        </a:p>
      </dgm:t>
    </dgm:pt>
    <dgm:pt modelId="{32C7A7F4-56A2-504A-BC87-A0C154598873}" type="sibTrans" cxnId="{1AA62FCE-903B-7844-A80F-2D71197A192D}">
      <dgm:prSet/>
      <dgm:spPr/>
      <dgm:t>
        <a:bodyPr/>
        <a:lstStyle/>
        <a:p>
          <a:endParaRPr lang="en-US"/>
        </a:p>
      </dgm:t>
    </dgm:pt>
    <dgm:pt modelId="{64D848BA-A73A-B441-8274-D356A9879F13}">
      <dgm:prSet/>
      <dgm:spPr>
        <a:blipFill>
          <a:blip xmlns:r="http://schemas.openxmlformats.org/officeDocument/2006/relationships" r:embed="rId2"/>
          <a:stretch>
            <a:fillRect l="-621" t="-6250" b="-8750"/>
          </a:stretch>
        </a:blipFill>
      </dgm:spPr>
      <dgm:t>
        <a:bodyPr/>
        <a:lstStyle/>
        <a:p>
          <a:r>
            <a:rPr lang="en-US">
              <a:noFill/>
            </a:rPr>
            <a:t> </a:t>
          </a:r>
        </a:p>
      </dgm:t>
    </dgm:pt>
    <dgm:pt modelId="{01BA2E45-6A7B-7D47-8C6F-146A0B8893A1}" type="parTrans" cxnId="{437C8AAC-867E-2641-AE77-32A02E1243C5}">
      <dgm:prSet/>
      <dgm:spPr/>
      <dgm:t>
        <a:bodyPr/>
        <a:lstStyle/>
        <a:p>
          <a:endParaRPr lang="en-US"/>
        </a:p>
      </dgm:t>
    </dgm:pt>
    <dgm:pt modelId="{E88B0DEA-89D1-6C4B-B497-1960FC641F86}" type="sibTrans" cxnId="{437C8AAC-867E-2641-AE77-32A02E1243C5}">
      <dgm:prSet/>
      <dgm:spPr/>
      <dgm:t>
        <a:bodyPr/>
        <a:lstStyle/>
        <a:p>
          <a:endParaRPr lang="en-US"/>
        </a:p>
      </dgm:t>
    </dgm:pt>
    <dgm:pt modelId="{0861CC71-4D84-DD46-88FA-2978642A818F}">
      <dgm:prSet/>
      <dgm:spPr/>
      <dgm:t>
        <a:bodyPr/>
        <a:lstStyle/>
        <a:p>
          <a:r>
            <a:rPr lang="en-US">
              <a:noFill/>
            </a:rPr>
            <a:t> </a:t>
          </a:r>
        </a:p>
      </dgm:t>
    </dgm:pt>
    <dgm:pt modelId="{767D81C2-29C6-8F4B-B343-88D34797080C}" type="parTrans" cxnId="{52CF240D-11F3-424A-8DC0-6F23114FAC92}">
      <dgm:prSet/>
      <dgm:spPr/>
      <dgm:t>
        <a:bodyPr/>
        <a:lstStyle/>
        <a:p>
          <a:endParaRPr lang="en-US"/>
        </a:p>
      </dgm:t>
    </dgm:pt>
    <dgm:pt modelId="{79414A22-C3D0-2542-8459-BF6A98500039}" type="sibTrans" cxnId="{52CF240D-11F3-424A-8DC0-6F23114FAC92}">
      <dgm:prSet/>
      <dgm:spPr/>
      <dgm:t>
        <a:bodyPr/>
        <a:lstStyle/>
        <a:p>
          <a:endParaRPr lang="en-US"/>
        </a:p>
      </dgm:t>
    </dgm:pt>
    <dgm:pt modelId="{CABAA593-7EB7-DD49-B673-C00D7937A2B8}">
      <dgm:prSet/>
      <dgm:spPr/>
      <dgm:t>
        <a:bodyPr/>
        <a:lstStyle/>
        <a:p>
          <a:r>
            <a:rPr lang="en-US">
              <a:noFill/>
            </a:rPr>
            <a:t> </a:t>
          </a:r>
        </a:p>
      </dgm:t>
    </dgm:pt>
    <dgm:pt modelId="{5AAE98F2-3191-A64F-B249-87A01792846E}" type="parTrans" cxnId="{3DA99680-3C49-D74C-AD8C-A01732A7CBD1}">
      <dgm:prSet/>
      <dgm:spPr/>
      <dgm:t>
        <a:bodyPr/>
        <a:lstStyle/>
        <a:p>
          <a:endParaRPr lang="en-US"/>
        </a:p>
      </dgm:t>
    </dgm:pt>
    <dgm:pt modelId="{46E0CF35-E6CF-F444-B921-DF86AF980A0C}" type="sibTrans" cxnId="{3DA99680-3C49-D74C-AD8C-A01732A7CBD1}">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2">
        <dgm:presLayoutVars>
          <dgm:chMax val="0"/>
          <dgm:bulletEnabled val="1"/>
        </dgm:presLayoutVars>
      </dgm:prSet>
      <dgm:spPr/>
    </dgm:pt>
    <dgm:pt modelId="{32A78DF4-62DC-BC46-A907-0582B2C43053}" type="pres">
      <dgm:prSet presAssocID="{6CB96E0C-3B73-4C46-B468-070C21663E9B}" presName="childText" presStyleLbl="revTx" presStyleIdx="0" presStyleCnt="2">
        <dgm:presLayoutVars>
          <dgm:bulletEnabled val="1"/>
        </dgm:presLayoutVars>
      </dgm:prSet>
      <dgm:spPr/>
    </dgm:pt>
    <dgm:pt modelId="{18555FFF-9829-1A44-A076-F899144A4BF3}" type="pres">
      <dgm:prSet presAssocID="{943B8442-024B-9141-B8C9-74112B5A4FA7}" presName="parentText" presStyleLbl="node1" presStyleIdx="1" presStyleCnt="2">
        <dgm:presLayoutVars>
          <dgm:chMax val="0"/>
          <dgm:bulletEnabled val="1"/>
        </dgm:presLayoutVars>
      </dgm:prSet>
      <dgm:spPr/>
    </dgm:pt>
    <dgm:pt modelId="{B4292AA1-60CB-4849-8962-29C02C0F48E8}" type="pres">
      <dgm:prSet presAssocID="{943B8442-024B-9141-B8C9-74112B5A4FA7}" presName="childText" presStyleLbl="revTx" presStyleIdx="1" presStyleCnt="2">
        <dgm:presLayoutVars>
          <dgm:bulletEnabled val="1"/>
        </dgm:presLayoutVars>
      </dgm:prSet>
      <dgm:spPr/>
    </dgm:pt>
  </dgm:ptLst>
  <dgm:cxnLst>
    <dgm:cxn modelId="{34A1E20A-60A6-F245-ADDE-E2B094493099}" type="presOf" srcId="{CABAA593-7EB7-DD49-B673-C00D7937A2B8}" destId="{B4292AA1-60CB-4849-8962-29C02C0F48E8}" srcOrd="0" destOrd="2" presId="urn:microsoft.com/office/officeart/2005/8/layout/vList2"/>
    <dgm:cxn modelId="{52CF240D-11F3-424A-8DC0-6F23114FAC92}" srcId="{943B8442-024B-9141-B8C9-74112B5A4FA7}" destId="{0861CC71-4D84-DD46-88FA-2978642A818F}" srcOrd="1" destOrd="0" parTransId="{767D81C2-29C6-8F4B-B343-88D34797080C}" sibTransId="{79414A22-C3D0-2542-8459-BF6A98500039}"/>
    <dgm:cxn modelId="{3F7AB312-0682-7A4F-A7FD-EFDF19C271D5}" srcId="{6CB96E0C-3B73-4C46-B468-070C21663E9B}" destId="{B11EF244-BB75-A941-85C0-7D3946CC8077}" srcOrd="0" destOrd="0" parTransId="{38F11542-FDA7-5F44-A9F3-FD753D173243}" sibTransId="{D4AC8AF2-460A-DB46-BA82-BA45E2FB19FB}"/>
    <dgm:cxn modelId="{ED105020-EF72-DC4E-82E1-99AB3342E23B}" type="presOf" srcId="{8623610B-7664-C64A-8719-82FEF5060007}" destId="{32A78DF4-62DC-BC46-A907-0582B2C43053}" srcOrd="0" destOrd="2" presId="urn:microsoft.com/office/officeart/2005/8/layout/vList2"/>
    <dgm:cxn modelId="{142E0C22-5494-FC44-A646-31201B27474F}" srcId="{6CB96E0C-3B73-4C46-B468-070C21663E9B}" destId="{4A840974-936E-244C-87A0-721B23873965}" srcOrd="1" destOrd="0" parTransId="{CB23312B-34E0-DE4B-A00C-C0B09FDE4966}" sibTransId="{18AD64BD-9505-034C-B078-339823AB9184}"/>
    <dgm:cxn modelId="{3E401343-F7DE-204C-8F6D-42B70E6457B1}" srcId="{6CB96E0C-3B73-4C46-B468-070C21663E9B}" destId="{8623610B-7664-C64A-8719-82FEF5060007}" srcOrd="2" destOrd="0" parTransId="{6F961614-8559-2B4F-8BA1-0BD641F90A71}" sibTransId="{6476ACE2-8034-8C4A-9172-79E13FE5B606}"/>
    <dgm:cxn modelId="{3DA99680-3C49-D74C-AD8C-A01732A7CBD1}" srcId="{943B8442-024B-9141-B8C9-74112B5A4FA7}" destId="{CABAA593-7EB7-DD49-B673-C00D7937A2B8}" srcOrd="2" destOrd="0" parTransId="{5AAE98F2-3191-A64F-B249-87A01792846E}" sibTransId="{46E0CF35-E6CF-F444-B921-DF86AF980A0C}"/>
    <dgm:cxn modelId="{F53BE395-9937-9749-A2AB-8EA6D75BD1BC}" type="presOf" srcId="{6CB96E0C-3B73-4C46-B468-070C21663E9B}" destId="{0146FBE6-3CA1-7542-9EA0-07EFDA0458EB}" srcOrd="0" destOrd="0" presId="urn:microsoft.com/office/officeart/2005/8/layout/vList2"/>
    <dgm:cxn modelId="{437C8AAC-867E-2641-AE77-32A02E1243C5}" srcId="{943B8442-024B-9141-B8C9-74112B5A4FA7}" destId="{64D848BA-A73A-B441-8274-D356A9879F13}" srcOrd="0" destOrd="0" parTransId="{01BA2E45-6A7B-7D47-8C6F-146A0B8893A1}" sibTransId="{E88B0DEA-89D1-6C4B-B497-1960FC641F86}"/>
    <dgm:cxn modelId="{D6C662B3-1E8E-7E41-912D-B87D74AB2510}" type="presOf" srcId="{36289411-C0B5-3B44-BF33-078C42EF2E69}" destId="{A771F0E4-7370-4840-A733-0DCE75B406EF}" srcOrd="0" destOrd="0" presId="urn:microsoft.com/office/officeart/2005/8/layout/vList2"/>
    <dgm:cxn modelId="{755834CB-F683-274B-A0C5-20594A98B242}" srcId="{36289411-C0B5-3B44-BF33-078C42EF2E69}" destId="{6CB96E0C-3B73-4C46-B468-070C21663E9B}" srcOrd="0" destOrd="0" parTransId="{9F80F529-2122-1A4E-ADD7-7FD62E883E22}" sibTransId="{FF9E8430-C61A-2B4D-8FA1-B63FF12219A4}"/>
    <dgm:cxn modelId="{1AA62FCE-903B-7844-A80F-2D71197A192D}" srcId="{36289411-C0B5-3B44-BF33-078C42EF2E69}" destId="{943B8442-024B-9141-B8C9-74112B5A4FA7}" srcOrd="1" destOrd="0" parTransId="{BD9C941E-996D-1D4E-A1C0-5DDC4B393A02}" sibTransId="{32C7A7F4-56A2-504A-BC87-A0C154598873}"/>
    <dgm:cxn modelId="{DAD5BED8-E0AD-DA47-AE3F-5E9AAA5E27F0}" type="presOf" srcId="{0861CC71-4D84-DD46-88FA-2978642A818F}" destId="{B4292AA1-60CB-4849-8962-29C02C0F48E8}" srcOrd="0" destOrd="1" presId="urn:microsoft.com/office/officeart/2005/8/layout/vList2"/>
    <dgm:cxn modelId="{E13EB2DB-153A-8148-AAE3-7CC7823BB33B}" type="presOf" srcId="{943B8442-024B-9141-B8C9-74112B5A4FA7}" destId="{18555FFF-9829-1A44-A076-F899144A4BF3}" srcOrd="0" destOrd="0" presId="urn:microsoft.com/office/officeart/2005/8/layout/vList2"/>
    <dgm:cxn modelId="{013C9FDE-2D73-564C-8E12-068538C7ADDE}" type="presOf" srcId="{64D848BA-A73A-B441-8274-D356A9879F13}" destId="{B4292AA1-60CB-4849-8962-29C02C0F48E8}" srcOrd="0" destOrd="0" presId="urn:microsoft.com/office/officeart/2005/8/layout/vList2"/>
    <dgm:cxn modelId="{15950FE3-3A3B-F54F-A624-A09332996385}" type="presOf" srcId="{4A840974-936E-244C-87A0-721B23873965}" destId="{32A78DF4-62DC-BC46-A907-0582B2C43053}" srcOrd="0" destOrd="1" presId="urn:microsoft.com/office/officeart/2005/8/layout/vList2"/>
    <dgm:cxn modelId="{8E5188E9-D89D-BC41-84F8-03EBBCA67AF8}" type="presOf" srcId="{B11EF244-BB75-A941-85C0-7D3946CC8077}" destId="{32A78DF4-62DC-BC46-A907-0582B2C43053}" srcOrd="0" destOrd="0"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 modelId="{1EC442C4-45D4-7E41-8A1C-E653E386625F}" type="presParOf" srcId="{A771F0E4-7370-4840-A733-0DCE75B406EF}" destId="{18555FFF-9829-1A44-A076-F899144A4BF3}" srcOrd="2" destOrd="0" presId="urn:microsoft.com/office/officeart/2005/8/layout/vList2"/>
    <dgm:cxn modelId="{B8DC2B4E-5127-1440-B9E9-342A0A790F2F}" type="presParOf" srcId="{A771F0E4-7370-4840-A733-0DCE75B406EF}" destId="{B4292AA1-60CB-4849-8962-29C02C0F48E8}" srcOrd="3"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06.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7.xml><?xml version="1.0" encoding="utf-8"?>
<dgm:dataModel xmlns:dgm="http://schemas.openxmlformats.org/drawingml/2006/diagram" xmlns:a="http://schemas.openxmlformats.org/drawingml/2006/main">
  <dgm:ptLst>
    <dgm:pt modelId="{06937658-903B-F643-89E2-84F5C807923A}" type="doc">
      <dgm:prSet loTypeId="urn:microsoft.com/office/officeart/2005/8/layout/default"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E1D07B28-3863-F947-9DC8-EFDCCDD0061D}">
          <dgm:prSet/>
          <dgm:spPr/>
          <dgm:t>
            <a:bodyPr/>
            <a:lstStyle/>
            <a:p>
              <a:r>
                <a:rPr lang="en-US" dirty="0"/>
                <a:t>Asymmetry method:</a:t>
              </a:r>
            </a:p>
            <a:p>
              <a:pPr/>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r>
                      <a:rPr lang="en-DK" i="1">
                        <a:latin typeface="Cambria Math" panose="02040503050406030204" pitchFamily="18" charset="0"/>
                      </a:rPr>
                      <m:t>−</m:t>
                    </m:r>
                    <m:r>
                      <a:rPr lang="en-DK" i="1">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oMath>
                </m:oMathPara>
              </a14:m>
              <a:endParaRPr lang="en-DK" dirty="0"/>
            </a:p>
          </dgm:t>
        </dgm:pt>
      </mc:Choice>
      <mc:Fallback xmlns="">
        <dgm:pt modelId="{E1D07B28-3863-F947-9DC8-EFDCCDD0061D}">
          <dgm:prSet/>
          <dgm:spPr/>
          <dgm:t>
            <a:bodyPr/>
            <a:lstStyle/>
            <a:p>
              <a:r>
                <a:rPr lang="en-US" dirty="0"/>
                <a:t>Asymmetry method:</a:t>
              </a:r>
            </a:p>
            <a:p>
              <a:r>
                <a:rPr lang="en-DK" i="0">
                  <a:latin typeface="Cambria Math" panose="02040503050406030204" pitchFamily="18" charset="0"/>
                </a:rPr>
                <a:t>𝐼(𝜙,𝜃)−𝐼(𝜙,−𝜃)</a:t>
              </a:r>
              <a:endParaRPr lang="en-DK" dirty="0"/>
            </a:p>
          </dgm:t>
        </dgm:pt>
      </mc:Fallback>
    </mc:AlternateContent>
    <dgm:pt modelId="{2BE7BCCB-F3D3-D54C-A19B-52A5C236687D}" type="parTrans" cxnId="{C9577EC2-9244-8A4C-8803-F767EB5A77AB}">
      <dgm:prSet/>
      <dgm:spPr/>
      <dgm:t>
        <a:bodyPr/>
        <a:lstStyle/>
        <a:p>
          <a:endParaRPr lang="en-US"/>
        </a:p>
      </dgm:t>
    </dgm:pt>
    <dgm:pt modelId="{40372FF8-25FF-B942-B330-FD047B34B4E5}" type="sibTrans" cxnId="{C9577EC2-9244-8A4C-8803-F767EB5A77AB}">
      <dgm:prSet/>
      <dgm:spPr/>
      <dgm:t>
        <a:bodyPr/>
        <a:lstStyle/>
        <a:p>
          <a:endParaRPr lang="en-US"/>
        </a:p>
      </dgm:t>
    </dgm:pt>
    <dgm:pt modelId="{B77B6A14-D40F-5545-83CF-DCF599728618}" type="pres">
      <dgm:prSet presAssocID="{06937658-903B-F643-89E2-84F5C807923A}" presName="diagram" presStyleCnt="0">
        <dgm:presLayoutVars>
          <dgm:dir/>
          <dgm:resizeHandles val="exact"/>
        </dgm:presLayoutVars>
      </dgm:prSet>
      <dgm:spPr/>
    </dgm:pt>
    <dgm:pt modelId="{F289FE33-CB08-C842-9FB6-4FF678F75216}" type="pres">
      <dgm:prSet presAssocID="{E1D07B28-3863-F947-9DC8-EFDCCDD0061D}" presName="node" presStyleLbl="node1" presStyleIdx="0" presStyleCnt="1">
        <dgm:presLayoutVars>
          <dgm:bulletEnabled val="1"/>
        </dgm:presLayoutVars>
      </dgm:prSet>
      <dgm:spPr/>
    </dgm:pt>
  </dgm:ptLst>
  <dgm:cxnLst>
    <dgm:cxn modelId="{19F5A44D-FFD7-B64F-A1E6-8A4AB0E3CF8F}" type="presOf" srcId="{06937658-903B-F643-89E2-84F5C807923A}" destId="{B77B6A14-D40F-5545-83CF-DCF599728618}" srcOrd="0" destOrd="0" presId="urn:microsoft.com/office/officeart/2005/8/layout/default"/>
    <dgm:cxn modelId="{C9577EC2-9244-8A4C-8803-F767EB5A77AB}" srcId="{06937658-903B-F643-89E2-84F5C807923A}" destId="{E1D07B28-3863-F947-9DC8-EFDCCDD0061D}" srcOrd="0" destOrd="0" parTransId="{2BE7BCCB-F3D3-D54C-A19B-52A5C236687D}" sibTransId="{40372FF8-25FF-B942-B330-FD047B34B4E5}"/>
    <dgm:cxn modelId="{DEE944C4-2025-1940-BB36-DD93BCB298C2}" type="presOf" srcId="{E1D07B28-3863-F947-9DC8-EFDCCDD0061D}" destId="{F289FE33-CB08-C842-9FB6-4FF678F75216}" srcOrd="0" destOrd="0" presId="urn:microsoft.com/office/officeart/2005/8/layout/default"/>
    <dgm:cxn modelId="{1D452E02-A2A7-E849-8BEC-DB230BE80BFB}" type="presParOf" srcId="{B77B6A14-D40F-5545-83CF-DCF599728618}" destId="{F289FE33-CB08-C842-9FB6-4FF678F75216}" srcOrd="0"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08.xml><?xml version="1.0" encoding="utf-8"?>
<dgm:dataModel xmlns:dgm="http://schemas.openxmlformats.org/drawingml/2006/diagram" xmlns:a="http://schemas.openxmlformats.org/drawingml/2006/main">
  <dgm:ptLst>
    <dgm:pt modelId="{06937658-903B-F643-89E2-84F5C807923A}" type="doc">
      <dgm:prSet loTypeId="urn:microsoft.com/office/officeart/2005/8/layout/default" loCatId="process" qsTypeId="urn:microsoft.com/office/officeart/2005/8/quickstyle/simple1" qsCatId="simple" csTypeId="urn:microsoft.com/office/officeart/2005/8/colors/accent1_2" csCatId="accent1" phldr="1"/>
      <dgm:spPr/>
      <dgm:t>
        <a:bodyPr/>
        <a:lstStyle/>
        <a:p>
          <a:endParaRPr lang="en-US"/>
        </a:p>
      </dgm:t>
    </dgm:pt>
    <dgm:pt modelId="{E1D07B28-3863-F947-9DC8-EFDCCDD0061D}">
      <dgm:prSet/>
      <dgm:spPr>
        <a:blipFill>
          <a:blip xmlns:r="http://schemas.openxmlformats.org/officeDocument/2006/relationships" r:embed="rId1"/>
          <a:stretch>
            <a:fillRect/>
          </a:stretch>
        </a:blipFill>
      </dgm:spPr>
      <dgm:t>
        <a:bodyPr/>
        <a:lstStyle/>
        <a:p>
          <a:r>
            <a:rPr lang="en-US">
              <a:noFill/>
            </a:rPr>
            <a:t> </a:t>
          </a:r>
        </a:p>
      </dgm:t>
    </dgm:pt>
    <dgm:pt modelId="{2BE7BCCB-F3D3-D54C-A19B-52A5C236687D}" type="parTrans" cxnId="{C9577EC2-9244-8A4C-8803-F767EB5A77AB}">
      <dgm:prSet/>
      <dgm:spPr/>
      <dgm:t>
        <a:bodyPr/>
        <a:lstStyle/>
        <a:p>
          <a:endParaRPr lang="en-US"/>
        </a:p>
      </dgm:t>
    </dgm:pt>
    <dgm:pt modelId="{40372FF8-25FF-B942-B330-FD047B34B4E5}" type="sibTrans" cxnId="{C9577EC2-9244-8A4C-8803-F767EB5A77AB}">
      <dgm:prSet/>
      <dgm:spPr/>
      <dgm:t>
        <a:bodyPr/>
        <a:lstStyle/>
        <a:p>
          <a:endParaRPr lang="en-US"/>
        </a:p>
      </dgm:t>
    </dgm:pt>
    <dgm:pt modelId="{B77B6A14-D40F-5545-83CF-DCF599728618}" type="pres">
      <dgm:prSet presAssocID="{06937658-903B-F643-89E2-84F5C807923A}" presName="diagram" presStyleCnt="0">
        <dgm:presLayoutVars>
          <dgm:dir/>
          <dgm:resizeHandles val="exact"/>
        </dgm:presLayoutVars>
      </dgm:prSet>
      <dgm:spPr/>
    </dgm:pt>
    <dgm:pt modelId="{F289FE33-CB08-C842-9FB6-4FF678F75216}" type="pres">
      <dgm:prSet presAssocID="{E1D07B28-3863-F947-9DC8-EFDCCDD0061D}" presName="node" presStyleLbl="node1" presStyleIdx="0" presStyleCnt="1">
        <dgm:presLayoutVars>
          <dgm:bulletEnabled val="1"/>
        </dgm:presLayoutVars>
      </dgm:prSet>
      <dgm:spPr/>
    </dgm:pt>
  </dgm:ptLst>
  <dgm:cxnLst>
    <dgm:cxn modelId="{19F5A44D-FFD7-B64F-A1E6-8A4AB0E3CF8F}" type="presOf" srcId="{06937658-903B-F643-89E2-84F5C807923A}" destId="{B77B6A14-D40F-5545-83CF-DCF599728618}" srcOrd="0" destOrd="0" presId="urn:microsoft.com/office/officeart/2005/8/layout/default"/>
    <dgm:cxn modelId="{C9577EC2-9244-8A4C-8803-F767EB5A77AB}" srcId="{06937658-903B-F643-89E2-84F5C807923A}" destId="{E1D07B28-3863-F947-9DC8-EFDCCDD0061D}" srcOrd="0" destOrd="0" parTransId="{2BE7BCCB-F3D3-D54C-A19B-52A5C236687D}" sibTransId="{40372FF8-25FF-B942-B330-FD047B34B4E5}"/>
    <dgm:cxn modelId="{DEE944C4-2025-1940-BB36-DD93BCB298C2}" type="presOf" srcId="{E1D07B28-3863-F947-9DC8-EFDCCDD0061D}" destId="{F289FE33-CB08-C842-9FB6-4FF678F75216}" srcOrd="0" destOrd="0" presId="urn:microsoft.com/office/officeart/2005/8/layout/default"/>
    <dgm:cxn modelId="{1D452E02-A2A7-E849-8BEC-DB230BE80BFB}" type="presParOf" srcId="{B77B6A14-D40F-5545-83CF-DCF599728618}" destId="{F289FE33-CB08-C842-9FB6-4FF678F75216}" srcOrd="0"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09.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McStas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mc:AlternateContent xmlns:mc="http://schemas.openxmlformats.org/markup-compatibility/2006" xmlns:a14="http://schemas.microsoft.com/office/drawing/2010/main">
      <mc:Choice Requires="a14">
        <dgm:pt modelId="{B11EF244-BB75-A941-85C0-7D3946CC8077}">
          <dgm:prSet/>
          <dgm:spPr/>
          <dgm:t>
            <a:bodyPr/>
            <a:lstStyle/>
            <a:p>
              <a:r>
                <a:rPr lang="en-US"/>
                <a:t>North-south asymmetry: </a:t>
              </a:r>
              <a14:m>
                <m:oMath xmlns:m="http://schemas.openxmlformats.org/officeDocument/2006/math">
                  <m:r>
                    <a:rPr lang="en-DK">
                      <a:latin typeface="Cambria Math" panose="02040503050406030204" pitchFamily="18" charset="0"/>
                    </a:rPr>
                    <m:t>8.72</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−3</m:t>
                      </m:r>
                    </m:sup>
                  </m:sSup>
                </m:oMath>
              </a14:m>
              <a:endParaRPr lang="en-DK"/>
            </a:p>
          </dgm:t>
        </dgm:pt>
      </mc:Choice>
      <mc:Fallback xmlns="">
        <dgm:pt modelId="{B11EF244-BB75-A941-85C0-7D3946CC8077}">
          <dgm:prSet/>
          <dgm:spPr/>
          <dgm:t>
            <a:bodyPr/>
            <a:lstStyle/>
            <a:p>
              <a:r>
                <a:rPr lang="en-US"/>
                <a:t>North-south asymmetry: </a:t>
              </a:r>
              <a:r>
                <a:rPr lang="en-DK" i="0"/>
                <a:t>8.72×10^(−3)</a:t>
              </a:r>
              <a:endParaRPr lang="en-DK"/>
            </a:p>
          </dgm:t>
        </dgm:pt>
      </mc:Fallback>
    </mc:AlternateConten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mc:AlternateContent xmlns:mc="http://schemas.openxmlformats.org/markup-compatibility/2006" xmlns:a14="http://schemas.microsoft.com/office/drawing/2010/main">
      <mc:Choice Requires="a14">
        <dgm:pt modelId="{4A840974-936E-244C-87A0-721B23873965}">
          <dgm:prSet/>
          <dgm:spPr/>
          <dgm:t>
            <a:bodyPr/>
            <a:lstStyle/>
            <a:p>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oMath>
              </a14:m>
              <a:r>
                <a:rPr lang="en-DK" dirty="0"/>
                <a:t>: </a:t>
              </a:r>
              <a14:m>
                <m:oMath xmlns:m="http://schemas.openxmlformats.org/officeDocument/2006/math">
                  <m:r>
                    <a:rPr lang="en-DK">
                      <a:latin typeface="Cambria Math" panose="02040503050406030204" pitchFamily="18" charset="0"/>
                    </a:rPr>
                    <m:t>1</m:t>
                  </m:r>
                  <m:r>
                    <a:rPr lang="en-DK" b="0" i="0">
                      <a:latin typeface="Cambria Math" panose="02040503050406030204" pitchFamily="18" charset="0"/>
                    </a:rPr>
                    <m:t>.</m:t>
                  </m:r>
                  <m:r>
                    <a:rPr lang="en-DK" b="0" i="1">
                      <a:latin typeface="Cambria Math" panose="02040503050406030204" pitchFamily="18" charset="0"/>
                    </a:rPr>
                    <m:t>25</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3</m:t>
                      </m:r>
                    </m:sup>
                  </m:sSup>
                </m:oMath>
              </a14:m>
              <a:endParaRPr lang="en-DK" dirty="0"/>
            </a:p>
          </dgm:t>
        </dgm:pt>
      </mc:Choice>
      <mc:Fallback xmlns="">
        <dgm:pt modelId="{4A840974-936E-244C-87A0-721B23873965}">
          <dgm:prSet/>
          <dgm:spPr/>
          <dgm:t>
            <a:bodyPr/>
            <a:lstStyle/>
            <a:p>
              <a:r>
                <a:rPr lang="en-DK" i="0"/>
                <a:t>𝜒_𝜐^2</a:t>
              </a:r>
              <a:r>
                <a:rPr lang="en-DK" dirty="0"/>
                <a:t>: </a:t>
              </a:r>
              <a:r>
                <a:rPr lang="en-DK" i="0"/>
                <a:t>1</a:t>
              </a:r>
              <a:r>
                <a:rPr lang="en-DK" b="0" i="0"/>
                <a:t>.25</a:t>
              </a:r>
              <a:r>
                <a:rPr lang="en-DK" i="0"/>
                <a:t>×10^3</a:t>
              </a:r>
              <a:endParaRPr lang="en-DK" dirty="0"/>
            </a:p>
          </dgm:t>
        </dgm:pt>
      </mc:Fallback>
    </mc:AlternateContent>
    <dgm:pt modelId="{CB23312B-34E0-DE4B-A00C-C0B09FDE4966}" type="parTrans" cxnId="{142E0C22-5494-FC44-A646-31201B27474F}">
      <dgm:prSet/>
      <dgm:spPr/>
      <dgm:t>
        <a:bodyPr/>
        <a:lstStyle/>
        <a:p>
          <a:endParaRPr lang="en-US"/>
        </a:p>
      </dgm:t>
    </dgm:pt>
    <dgm:pt modelId="{18AD64BD-9505-034C-B078-339823AB9184}" type="sibTrans" cxnId="{142E0C22-5494-FC44-A646-31201B27474F}">
      <dgm:prSet/>
      <dgm:spPr/>
      <dgm:t>
        <a:bodyPr/>
        <a:lstStyle/>
        <a:p>
          <a:endParaRPr lang="en-US"/>
        </a:p>
      </dgm:t>
    </dgm:pt>
    <mc:AlternateContent xmlns:mc="http://schemas.openxmlformats.org/markup-compatibility/2006" xmlns:a14="http://schemas.microsoft.com/office/drawing/2010/main">
      <mc:Choice Requires="a14">
        <dgm:pt modelId="{8623610B-7664-C64A-8719-82FEF5060007}">
          <dgm:prSet/>
          <dgm:spPr/>
          <dgm:t>
            <a:bodyPr/>
            <a:lstStyle/>
            <a:p>
              <a:r>
                <a:rPr lang="en-US" dirty="0"/>
                <a:t>p</a:t>
              </a:r>
              <a:r>
                <a:rPr lang="en-US" b="0" dirty="0"/>
                <a:t>-value: </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da-DK" b="0" i="1" smtClean="0">
                      <a:latin typeface="Cambria Math" panose="02040503050406030204" pitchFamily="18" charset="0"/>
                      <a:ea typeface="Cambria Math" panose="02040503050406030204" pitchFamily="18" charset="0"/>
                    </a:rPr>
                    <m:t>0</m:t>
                  </m:r>
                </m:oMath>
              </a14:m>
              <a:endParaRPr lang="en-DK" dirty="0"/>
            </a:p>
          </dgm:t>
        </dgm:pt>
      </mc:Choice>
      <mc:Fallback xmlns="">
        <dgm:pt modelId="{8623610B-7664-C64A-8719-82FEF5060007}">
          <dgm:prSet/>
          <dgm:spPr/>
          <dgm:t>
            <a:bodyPr/>
            <a:lstStyle/>
            <a:p>
              <a:r>
                <a:rPr lang="en-US" dirty="0"/>
                <a:t>p</a:t>
              </a:r>
              <a:r>
                <a:rPr lang="en-US" b="0" dirty="0"/>
                <a:t>-value: </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0</a:t>
              </a:r>
              <a:endParaRPr lang="en-DK" dirty="0"/>
            </a:p>
          </dgm:t>
        </dgm:pt>
      </mc:Fallback>
    </mc:AlternateContent>
    <dgm:pt modelId="{6F961614-8559-2B4F-8BA1-0BD641F90A71}" type="parTrans" cxnId="{3E401343-F7DE-204C-8F6D-42B70E6457B1}">
      <dgm:prSet/>
      <dgm:spPr/>
      <dgm:t>
        <a:bodyPr/>
        <a:lstStyle/>
        <a:p>
          <a:endParaRPr lang="en-US"/>
        </a:p>
      </dgm:t>
    </dgm:pt>
    <dgm:pt modelId="{6476ACE2-8034-8C4A-9172-79E13FE5B606}" type="sibTrans" cxnId="{3E401343-F7DE-204C-8F6D-42B70E6457B1}">
      <dgm:prSet/>
      <dgm:spPr/>
      <dgm:t>
        <a:bodyPr/>
        <a:lstStyle/>
        <a:p>
          <a:endParaRPr lang="en-US"/>
        </a:p>
      </dgm:t>
    </dgm:pt>
    <mc:AlternateContent xmlns:mc="http://schemas.openxmlformats.org/markup-compatibility/2006" xmlns:a14="http://schemas.microsoft.com/office/drawing/2010/main">
      <mc:Choice Requires="a14">
        <dgm:pt modelId="{0861CC71-4D84-DD46-88FA-2978642A818F}">
          <dgm:prSet/>
          <dgm:spPr/>
          <dgm:t>
            <a:bodyPr/>
            <a:lstStyle/>
            <a:p>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oMath>
              </a14:m>
              <a:r>
                <a:rPr lang="en-DK" dirty="0"/>
                <a:t>: </a:t>
              </a:r>
              <a14:m>
                <m:oMath xmlns:m="http://schemas.openxmlformats.org/officeDocument/2006/math">
                  <m:r>
                    <a:rPr lang="en-DK">
                      <a:latin typeface="Cambria Math" panose="02040503050406030204" pitchFamily="18" charset="0"/>
                    </a:rPr>
                    <m:t>1.</m:t>
                  </m:r>
                  <m:r>
                    <a:rPr lang="en-DK" b="0" i="1">
                      <a:latin typeface="Cambria Math" panose="02040503050406030204" pitchFamily="18" charset="0"/>
                    </a:rPr>
                    <m:t>004</m:t>
                  </m:r>
                </m:oMath>
              </a14:m>
              <a:endParaRPr lang="en-DK" dirty="0"/>
            </a:p>
          </dgm:t>
        </dgm:pt>
      </mc:Choice>
      <mc:Fallback xmlns="">
        <dgm:pt modelId="{0861CC71-4D84-DD46-88FA-2978642A818F}">
          <dgm:prSet/>
          <dgm:spPr/>
          <dgm:t>
            <a:bodyPr/>
            <a:lstStyle/>
            <a:p>
              <a:r>
                <a:rPr lang="en-DK" i="0"/>
                <a:t>𝜒_𝜐^2</a:t>
              </a:r>
              <a:r>
                <a:rPr lang="en-DK" dirty="0"/>
                <a:t>: </a:t>
              </a:r>
              <a:r>
                <a:rPr lang="en-DK" i="0"/>
                <a:t>1.</a:t>
              </a:r>
              <a:r>
                <a:rPr lang="en-DK" b="0" i="0"/>
                <a:t>004</a:t>
              </a:r>
              <a:endParaRPr lang="en-DK" dirty="0"/>
            </a:p>
          </dgm:t>
        </dgm:pt>
      </mc:Fallback>
    </mc:AlternateContent>
    <dgm:pt modelId="{79414A22-C3D0-2542-8459-BF6A98500039}" type="sibTrans" cxnId="{52CF240D-11F3-424A-8DC0-6F23114FAC92}">
      <dgm:prSet/>
      <dgm:spPr/>
      <dgm:t>
        <a:bodyPr/>
        <a:lstStyle/>
        <a:p>
          <a:endParaRPr lang="en-US"/>
        </a:p>
      </dgm:t>
    </dgm:pt>
    <dgm:pt modelId="{767D81C2-29C6-8F4B-B343-88D34797080C}" type="parTrans" cxnId="{52CF240D-11F3-424A-8DC0-6F23114FAC92}">
      <dgm:prSet/>
      <dgm:spPr/>
      <dgm:t>
        <a:bodyPr/>
        <a:lstStyle/>
        <a:p>
          <a:endParaRPr lang="en-US"/>
        </a:p>
      </dgm:t>
    </dgm:pt>
    <mc:AlternateContent xmlns:mc="http://schemas.openxmlformats.org/markup-compatibility/2006" xmlns:a14="http://schemas.microsoft.com/office/drawing/2010/main">
      <mc:Choice Requires="a14">
        <dgm:pt modelId="{64D848BA-A73A-B441-8274-D356A9879F13}">
          <dgm:prSet/>
          <dgm:spPr/>
          <dgm:t>
            <a:bodyPr/>
            <a:lstStyle/>
            <a:p>
              <a:r>
                <a:rPr lang="en-US"/>
                <a:t>North-south asymmetry: </a:t>
              </a:r>
              <a14:m>
                <m:oMath xmlns:m="http://schemas.openxmlformats.org/officeDocument/2006/math">
                  <m:r>
                    <a:rPr lang="en-DK">
                      <a:latin typeface="Cambria Math" panose="02040503050406030204" pitchFamily="18" charset="0"/>
                    </a:rPr>
                    <m:t>2</m:t>
                  </m:r>
                  <m:r>
                    <a:rPr lang="en-DK" b="0" i="0">
                      <a:latin typeface="Cambria Math" panose="02040503050406030204" pitchFamily="18" charset="0"/>
                    </a:rPr>
                    <m:t>.52</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DK"/>
            </a:p>
          </dgm:t>
        </dgm:pt>
      </mc:Choice>
      <mc:Fallback xmlns="">
        <dgm:pt modelId="{64D848BA-A73A-B441-8274-D356A9879F13}">
          <dgm:prSet/>
          <dgm:spPr/>
          <dgm:t>
            <a:bodyPr/>
            <a:lstStyle/>
            <a:p>
              <a:r>
                <a:rPr lang="en-US"/>
                <a:t>North-south asymmetry: </a:t>
              </a:r>
              <a:r>
                <a:rPr lang="en-DK" i="0"/>
                <a:t>2</a:t>
              </a:r>
              <a:r>
                <a:rPr lang="en-DK" b="0" i="0"/>
                <a:t>.52</a:t>
              </a:r>
              <a:r>
                <a:rPr lang="en-DK" i="0"/>
                <a:t>×10^(−</a:t>
              </a:r>
              <a:r>
                <a:rPr lang="en-DK" b="0" i="0"/>
                <a:t>6)</a:t>
              </a:r>
              <a:endParaRPr lang="en-DK"/>
            </a:p>
          </dgm:t>
        </dgm:pt>
      </mc:Fallback>
    </mc:AlternateContent>
    <dgm:pt modelId="{E88B0DEA-89D1-6C4B-B497-1960FC641F86}" type="sibTrans" cxnId="{437C8AAC-867E-2641-AE77-32A02E1243C5}">
      <dgm:prSet/>
      <dgm:spPr/>
      <dgm:t>
        <a:bodyPr/>
        <a:lstStyle/>
        <a:p>
          <a:endParaRPr lang="en-US"/>
        </a:p>
      </dgm:t>
    </dgm:pt>
    <dgm:pt modelId="{01BA2E45-6A7B-7D47-8C6F-146A0B8893A1}" type="parTrans" cxnId="{437C8AAC-867E-2641-AE77-32A02E1243C5}">
      <dgm:prSet/>
      <dgm:spPr/>
      <dgm:t>
        <a:bodyPr/>
        <a:lstStyle/>
        <a:p>
          <a:endParaRPr lang="en-US"/>
        </a:p>
      </dgm:t>
    </dgm:pt>
    <mc:AlternateContent xmlns:mc="http://schemas.openxmlformats.org/markup-compatibility/2006" xmlns:a14="http://schemas.microsoft.com/office/drawing/2010/main">
      <mc:Choice Requires="a14">
        <dgm:pt modelId="{CABAA593-7EB7-DD49-B673-C00D7937A2B8}">
          <dgm:prSet/>
          <dgm:spPr/>
          <dgm:t>
            <a:bodyPr/>
            <a:lstStyle/>
            <a:p>
              <a:r>
                <a:rPr lang="en-US" dirty="0"/>
                <a:t>p-value: </a:t>
              </a:r>
              <a14:m>
                <m:oMath xmlns:m="http://schemas.openxmlformats.org/officeDocument/2006/math">
                  <m:r>
                    <a:rPr lang="en-DK" b="0" i="1">
                      <a:latin typeface="Cambria Math" panose="02040503050406030204" pitchFamily="18" charset="0"/>
                    </a:rPr>
                    <m:t>0.308</m:t>
                  </m:r>
                </m:oMath>
              </a14:m>
              <a:endParaRPr lang="en-DK" dirty="0"/>
            </a:p>
          </dgm:t>
        </dgm:pt>
      </mc:Choice>
      <mc:Fallback xmlns="">
        <dgm:pt modelId="{CABAA593-7EB7-DD49-B673-C00D7937A2B8}">
          <dgm:prSet/>
          <dgm:spPr/>
          <dgm:t>
            <a:bodyPr/>
            <a:lstStyle/>
            <a:p>
              <a:r>
                <a:rPr lang="en-US" dirty="0"/>
                <a:t>p-value: </a:t>
              </a:r>
              <a:r>
                <a:rPr lang="en-DK" b="0" i="0"/>
                <a:t>0.308</a:t>
              </a:r>
              <a:endParaRPr lang="en-DK" dirty="0"/>
            </a:p>
          </dgm:t>
        </dgm:pt>
      </mc:Fallback>
    </mc:AlternateContent>
    <dgm:pt modelId="{46E0CF35-E6CF-F444-B921-DF86AF980A0C}" type="sibTrans" cxnId="{3DA99680-3C49-D74C-AD8C-A01732A7CBD1}">
      <dgm:prSet/>
      <dgm:spPr/>
      <dgm:t>
        <a:bodyPr/>
        <a:lstStyle/>
        <a:p>
          <a:endParaRPr lang="en-US"/>
        </a:p>
      </dgm:t>
    </dgm:pt>
    <dgm:pt modelId="{5AAE98F2-3191-A64F-B249-87A01792846E}" type="parTrans" cxnId="{3DA99680-3C49-D74C-AD8C-A01732A7CBD1}">
      <dgm:prSet/>
      <dgm:spPr/>
      <dgm:t>
        <a:bodyPr/>
        <a:lstStyle/>
        <a:p>
          <a:endParaRPr lang="en-US"/>
        </a:p>
      </dgm:t>
    </dgm:pt>
    <dgm:pt modelId="{943B8442-024B-9141-B8C9-74112B5A4FA7}">
      <dgm:prSet/>
      <dgm:spPr/>
      <dgm:t>
        <a:bodyPr/>
        <a:lstStyle/>
        <a:p>
          <a:r>
            <a:rPr lang="en-US"/>
            <a:t>McMini</a:t>
          </a:r>
          <a:endParaRPr lang="en-DK"/>
        </a:p>
      </dgm:t>
    </dgm:pt>
    <dgm:pt modelId="{32C7A7F4-56A2-504A-BC87-A0C154598873}" type="sibTrans" cxnId="{1AA62FCE-903B-7844-A80F-2D71197A192D}">
      <dgm:prSet/>
      <dgm:spPr/>
      <dgm:t>
        <a:bodyPr/>
        <a:lstStyle/>
        <a:p>
          <a:endParaRPr lang="en-US"/>
        </a:p>
      </dgm:t>
    </dgm:pt>
    <dgm:pt modelId="{BD9C941E-996D-1D4E-A1C0-5DDC4B393A02}" type="parTrans" cxnId="{1AA62FCE-903B-7844-A80F-2D71197A192D}">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2">
        <dgm:presLayoutVars>
          <dgm:chMax val="0"/>
          <dgm:bulletEnabled val="1"/>
        </dgm:presLayoutVars>
      </dgm:prSet>
      <dgm:spPr/>
    </dgm:pt>
    <dgm:pt modelId="{32A78DF4-62DC-BC46-A907-0582B2C43053}" type="pres">
      <dgm:prSet presAssocID="{6CB96E0C-3B73-4C46-B468-070C21663E9B}" presName="childText" presStyleLbl="revTx" presStyleIdx="0" presStyleCnt="2">
        <dgm:presLayoutVars>
          <dgm:bulletEnabled val="1"/>
        </dgm:presLayoutVars>
      </dgm:prSet>
      <dgm:spPr/>
    </dgm:pt>
    <dgm:pt modelId="{18555FFF-9829-1A44-A076-F899144A4BF3}" type="pres">
      <dgm:prSet presAssocID="{943B8442-024B-9141-B8C9-74112B5A4FA7}" presName="parentText" presStyleLbl="node1" presStyleIdx="1" presStyleCnt="2">
        <dgm:presLayoutVars>
          <dgm:chMax val="0"/>
          <dgm:bulletEnabled val="1"/>
        </dgm:presLayoutVars>
      </dgm:prSet>
      <dgm:spPr/>
    </dgm:pt>
    <dgm:pt modelId="{B4292AA1-60CB-4849-8962-29C02C0F48E8}" type="pres">
      <dgm:prSet presAssocID="{943B8442-024B-9141-B8C9-74112B5A4FA7}" presName="childText" presStyleLbl="revTx" presStyleIdx="1" presStyleCnt="2">
        <dgm:presLayoutVars>
          <dgm:bulletEnabled val="1"/>
        </dgm:presLayoutVars>
      </dgm:prSet>
      <dgm:spPr/>
    </dgm:pt>
  </dgm:ptLst>
  <dgm:cxnLst>
    <dgm:cxn modelId="{34A1E20A-60A6-F245-ADDE-E2B094493099}" type="presOf" srcId="{CABAA593-7EB7-DD49-B673-C00D7937A2B8}" destId="{B4292AA1-60CB-4849-8962-29C02C0F48E8}" srcOrd="0" destOrd="2" presId="urn:microsoft.com/office/officeart/2005/8/layout/vList2"/>
    <dgm:cxn modelId="{52CF240D-11F3-424A-8DC0-6F23114FAC92}" srcId="{943B8442-024B-9141-B8C9-74112B5A4FA7}" destId="{0861CC71-4D84-DD46-88FA-2978642A818F}" srcOrd="1" destOrd="0" parTransId="{767D81C2-29C6-8F4B-B343-88D34797080C}" sibTransId="{79414A22-C3D0-2542-8459-BF6A98500039}"/>
    <dgm:cxn modelId="{3F7AB312-0682-7A4F-A7FD-EFDF19C271D5}" srcId="{6CB96E0C-3B73-4C46-B468-070C21663E9B}" destId="{B11EF244-BB75-A941-85C0-7D3946CC8077}" srcOrd="0" destOrd="0" parTransId="{38F11542-FDA7-5F44-A9F3-FD753D173243}" sibTransId="{D4AC8AF2-460A-DB46-BA82-BA45E2FB19FB}"/>
    <dgm:cxn modelId="{ED105020-EF72-DC4E-82E1-99AB3342E23B}" type="presOf" srcId="{8623610B-7664-C64A-8719-82FEF5060007}" destId="{32A78DF4-62DC-BC46-A907-0582B2C43053}" srcOrd="0" destOrd="2" presId="urn:microsoft.com/office/officeart/2005/8/layout/vList2"/>
    <dgm:cxn modelId="{142E0C22-5494-FC44-A646-31201B27474F}" srcId="{6CB96E0C-3B73-4C46-B468-070C21663E9B}" destId="{4A840974-936E-244C-87A0-721B23873965}" srcOrd="1" destOrd="0" parTransId="{CB23312B-34E0-DE4B-A00C-C0B09FDE4966}" sibTransId="{18AD64BD-9505-034C-B078-339823AB9184}"/>
    <dgm:cxn modelId="{3E401343-F7DE-204C-8F6D-42B70E6457B1}" srcId="{6CB96E0C-3B73-4C46-B468-070C21663E9B}" destId="{8623610B-7664-C64A-8719-82FEF5060007}" srcOrd="2" destOrd="0" parTransId="{6F961614-8559-2B4F-8BA1-0BD641F90A71}" sibTransId="{6476ACE2-8034-8C4A-9172-79E13FE5B606}"/>
    <dgm:cxn modelId="{3DA99680-3C49-D74C-AD8C-A01732A7CBD1}" srcId="{943B8442-024B-9141-B8C9-74112B5A4FA7}" destId="{CABAA593-7EB7-DD49-B673-C00D7937A2B8}" srcOrd="2" destOrd="0" parTransId="{5AAE98F2-3191-A64F-B249-87A01792846E}" sibTransId="{46E0CF35-E6CF-F444-B921-DF86AF980A0C}"/>
    <dgm:cxn modelId="{F53BE395-9937-9749-A2AB-8EA6D75BD1BC}" type="presOf" srcId="{6CB96E0C-3B73-4C46-B468-070C21663E9B}" destId="{0146FBE6-3CA1-7542-9EA0-07EFDA0458EB}" srcOrd="0" destOrd="0" presId="urn:microsoft.com/office/officeart/2005/8/layout/vList2"/>
    <dgm:cxn modelId="{437C8AAC-867E-2641-AE77-32A02E1243C5}" srcId="{943B8442-024B-9141-B8C9-74112B5A4FA7}" destId="{64D848BA-A73A-B441-8274-D356A9879F13}" srcOrd="0" destOrd="0" parTransId="{01BA2E45-6A7B-7D47-8C6F-146A0B8893A1}" sibTransId="{E88B0DEA-89D1-6C4B-B497-1960FC641F86}"/>
    <dgm:cxn modelId="{D6C662B3-1E8E-7E41-912D-B87D74AB2510}" type="presOf" srcId="{36289411-C0B5-3B44-BF33-078C42EF2E69}" destId="{A771F0E4-7370-4840-A733-0DCE75B406EF}" srcOrd="0" destOrd="0" presId="urn:microsoft.com/office/officeart/2005/8/layout/vList2"/>
    <dgm:cxn modelId="{755834CB-F683-274B-A0C5-20594A98B242}" srcId="{36289411-C0B5-3B44-BF33-078C42EF2E69}" destId="{6CB96E0C-3B73-4C46-B468-070C21663E9B}" srcOrd="0" destOrd="0" parTransId="{9F80F529-2122-1A4E-ADD7-7FD62E883E22}" sibTransId="{FF9E8430-C61A-2B4D-8FA1-B63FF12219A4}"/>
    <dgm:cxn modelId="{1AA62FCE-903B-7844-A80F-2D71197A192D}" srcId="{36289411-C0B5-3B44-BF33-078C42EF2E69}" destId="{943B8442-024B-9141-B8C9-74112B5A4FA7}" srcOrd="1" destOrd="0" parTransId="{BD9C941E-996D-1D4E-A1C0-5DDC4B393A02}" sibTransId="{32C7A7F4-56A2-504A-BC87-A0C154598873}"/>
    <dgm:cxn modelId="{DAD5BED8-E0AD-DA47-AE3F-5E9AAA5E27F0}" type="presOf" srcId="{0861CC71-4D84-DD46-88FA-2978642A818F}" destId="{B4292AA1-60CB-4849-8962-29C02C0F48E8}" srcOrd="0" destOrd="1" presId="urn:microsoft.com/office/officeart/2005/8/layout/vList2"/>
    <dgm:cxn modelId="{E13EB2DB-153A-8148-AAE3-7CC7823BB33B}" type="presOf" srcId="{943B8442-024B-9141-B8C9-74112B5A4FA7}" destId="{18555FFF-9829-1A44-A076-F899144A4BF3}" srcOrd="0" destOrd="0" presId="urn:microsoft.com/office/officeart/2005/8/layout/vList2"/>
    <dgm:cxn modelId="{013C9FDE-2D73-564C-8E12-068538C7ADDE}" type="presOf" srcId="{64D848BA-A73A-B441-8274-D356A9879F13}" destId="{B4292AA1-60CB-4849-8962-29C02C0F48E8}" srcOrd="0" destOrd="0" presId="urn:microsoft.com/office/officeart/2005/8/layout/vList2"/>
    <dgm:cxn modelId="{15950FE3-3A3B-F54F-A624-A09332996385}" type="presOf" srcId="{4A840974-936E-244C-87A0-721B23873965}" destId="{32A78DF4-62DC-BC46-A907-0582B2C43053}" srcOrd="0" destOrd="1" presId="urn:microsoft.com/office/officeart/2005/8/layout/vList2"/>
    <dgm:cxn modelId="{8E5188E9-D89D-BC41-84F8-03EBBCA67AF8}" type="presOf" srcId="{B11EF244-BB75-A941-85C0-7D3946CC8077}" destId="{32A78DF4-62DC-BC46-A907-0582B2C43053}" srcOrd="0" destOrd="0"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 modelId="{1EC442C4-45D4-7E41-8A1C-E653E386625F}" type="presParOf" srcId="{A771F0E4-7370-4840-A733-0DCE75B406EF}" destId="{18555FFF-9829-1A44-A076-F899144A4BF3}" srcOrd="2" destOrd="0" presId="urn:microsoft.com/office/officeart/2005/8/layout/vList2"/>
    <dgm:cxn modelId="{B8DC2B4E-5127-1440-B9E9-342A0A790F2F}" type="presParOf" srcId="{A771F0E4-7370-4840-A733-0DCE75B406EF}" destId="{B4292AA1-60CB-4849-8962-29C02C0F48E8}" srcOrd="3" destOrd="0" presId="urn:microsoft.com/office/officeart/2005/8/layout/vList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110.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McStas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dgm:pt modelId="{B11EF244-BB75-A941-85C0-7D3946CC8077}">
      <dgm:prSet/>
      <dgm:spPr>
        <a:blipFill>
          <a:blip xmlns:r="http://schemas.openxmlformats.org/officeDocument/2006/relationships" r:embed="rId1"/>
          <a:stretch>
            <a:fillRect l="-621" t="-6250" b="-7500"/>
          </a:stretch>
        </a:blipFill>
      </dgm:spPr>
      <dgm:t>
        <a:bodyPr/>
        <a:lstStyle/>
        <a:p>
          <a:r>
            <a:rPr lang="en-US">
              <a:noFill/>
            </a:rPr>
            <a:t> </a:t>
          </a:r>
        </a:p>
      </dgm:t>
    </dgm:p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dgm:pt modelId="{4A840974-936E-244C-87A0-721B23873965}">
      <dgm:prSet/>
      <dgm:spPr/>
      <dgm:t>
        <a:bodyPr/>
        <a:lstStyle/>
        <a:p>
          <a:r>
            <a:rPr lang="en-US">
              <a:noFill/>
            </a:rPr>
            <a:t> </a:t>
          </a:r>
        </a:p>
      </dgm:t>
    </dgm:pt>
    <dgm:pt modelId="{CB23312B-34E0-DE4B-A00C-C0B09FDE4966}" type="parTrans" cxnId="{142E0C22-5494-FC44-A646-31201B27474F}">
      <dgm:prSet/>
      <dgm:spPr/>
      <dgm:t>
        <a:bodyPr/>
        <a:lstStyle/>
        <a:p>
          <a:endParaRPr lang="en-US"/>
        </a:p>
      </dgm:t>
    </dgm:pt>
    <dgm:pt modelId="{18AD64BD-9505-034C-B078-339823AB9184}" type="sibTrans" cxnId="{142E0C22-5494-FC44-A646-31201B27474F}">
      <dgm:prSet/>
      <dgm:spPr/>
      <dgm:t>
        <a:bodyPr/>
        <a:lstStyle/>
        <a:p>
          <a:endParaRPr lang="en-US"/>
        </a:p>
      </dgm:t>
    </dgm:pt>
    <dgm:pt modelId="{8623610B-7664-C64A-8719-82FEF5060007}">
      <dgm:prSet/>
      <dgm:spPr/>
      <dgm:t>
        <a:bodyPr/>
        <a:lstStyle/>
        <a:p>
          <a:r>
            <a:rPr lang="en-US">
              <a:noFill/>
            </a:rPr>
            <a:t> </a:t>
          </a:r>
        </a:p>
      </dgm:t>
    </dgm:pt>
    <dgm:pt modelId="{6F961614-8559-2B4F-8BA1-0BD641F90A71}" type="parTrans" cxnId="{3E401343-F7DE-204C-8F6D-42B70E6457B1}">
      <dgm:prSet/>
      <dgm:spPr/>
      <dgm:t>
        <a:bodyPr/>
        <a:lstStyle/>
        <a:p>
          <a:endParaRPr lang="en-US"/>
        </a:p>
      </dgm:t>
    </dgm:pt>
    <dgm:pt modelId="{6476ACE2-8034-8C4A-9172-79E13FE5B606}" type="sibTrans" cxnId="{3E401343-F7DE-204C-8F6D-42B70E6457B1}">
      <dgm:prSet/>
      <dgm:spPr/>
      <dgm:t>
        <a:bodyPr/>
        <a:lstStyle/>
        <a:p>
          <a:endParaRPr lang="en-US"/>
        </a:p>
      </dgm:t>
    </dgm:pt>
    <dgm:pt modelId="{0861CC71-4D84-DD46-88FA-2978642A818F}">
      <dgm:prSet/>
      <dgm:spPr/>
      <dgm:t>
        <a:bodyPr/>
        <a:lstStyle/>
        <a:p>
          <a:r>
            <a:rPr lang="en-US">
              <a:noFill/>
            </a:rPr>
            <a:t> </a:t>
          </a:r>
        </a:p>
      </dgm:t>
    </dgm:pt>
    <dgm:pt modelId="{79414A22-C3D0-2542-8459-BF6A98500039}" type="sibTrans" cxnId="{52CF240D-11F3-424A-8DC0-6F23114FAC92}">
      <dgm:prSet/>
      <dgm:spPr/>
      <dgm:t>
        <a:bodyPr/>
        <a:lstStyle/>
        <a:p>
          <a:endParaRPr lang="en-US"/>
        </a:p>
      </dgm:t>
    </dgm:pt>
    <dgm:pt modelId="{767D81C2-29C6-8F4B-B343-88D34797080C}" type="parTrans" cxnId="{52CF240D-11F3-424A-8DC0-6F23114FAC92}">
      <dgm:prSet/>
      <dgm:spPr/>
      <dgm:t>
        <a:bodyPr/>
        <a:lstStyle/>
        <a:p>
          <a:endParaRPr lang="en-US"/>
        </a:p>
      </dgm:t>
    </dgm:pt>
    <dgm:pt modelId="{64D848BA-A73A-B441-8274-D356A9879F13}">
      <dgm:prSet/>
      <dgm:spPr>
        <a:blipFill>
          <a:blip xmlns:r="http://schemas.openxmlformats.org/officeDocument/2006/relationships" r:embed="rId2"/>
          <a:stretch>
            <a:fillRect l="-621" t="-6250" b="-8750"/>
          </a:stretch>
        </a:blipFill>
      </dgm:spPr>
      <dgm:t>
        <a:bodyPr/>
        <a:lstStyle/>
        <a:p>
          <a:r>
            <a:rPr lang="en-US">
              <a:noFill/>
            </a:rPr>
            <a:t> </a:t>
          </a:r>
        </a:p>
      </dgm:t>
    </dgm:pt>
    <dgm:pt modelId="{E88B0DEA-89D1-6C4B-B497-1960FC641F86}" type="sibTrans" cxnId="{437C8AAC-867E-2641-AE77-32A02E1243C5}">
      <dgm:prSet/>
      <dgm:spPr/>
      <dgm:t>
        <a:bodyPr/>
        <a:lstStyle/>
        <a:p>
          <a:endParaRPr lang="en-US"/>
        </a:p>
      </dgm:t>
    </dgm:pt>
    <dgm:pt modelId="{01BA2E45-6A7B-7D47-8C6F-146A0B8893A1}" type="parTrans" cxnId="{437C8AAC-867E-2641-AE77-32A02E1243C5}">
      <dgm:prSet/>
      <dgm:spPr/>
      <dgm:t>
        <a:bodyPr/>
        <a:lstStyle/>
        <a:p>
          <a:endParaRPr lang="en-US"/>
        </a:p>
      </dgm:t>
    </dgm:pt>
    <dgm:pt modelId="{CABAA593-7EB7-DD49-B673-C00D7937A2B8}">
      <dgm:prSet/>
      <dgm:spPr/>
      <dgm:t>
        <a:bodyPr/>
        <a:lstStyle/>
        <a:p>
          <a:r>
            <a:rPr lang="en-US">
              <a:noFill/>
            </a:rPr>
            <a:t> </a:t>
          </a:r>
        </a:p>
      </dgm:t>
    </dgm:pt>
    <dgm:pt modelId="{46E0CF35-E6CF-F444-B921-DF86AF980A0C}" type="sibTrans" cxnId="{3DA99680-3C49-D74C-AD8C-A01732A7CBD1}">
      <dgm:prSet/>
      <dgm:spPr/>
      <dgm:t>
        <a:bodyPr/>
        <a:lstStyle/>
        <a:p>
          <a:endParaRPr lang="en-US"/>
        </a:p>
      </dgm:t>
    </dgm:pt>
    <dgm:pt modelId="{5AAE98F2-3191-A64F-B249-87A01792846E}" type="parTrans" cxnId="{3DA99680-3C49-D74C-AD8C-A01732A7CBD1}">
      <dgm:prSet/>
      <dgm:spPr/>
      <dgm:t>
        <a:bodyPr/>
        <a:lstStyle/>
        <a:p>
          <a:endParaRPr lang="en-US"/>
        </a:p>
      </dgm:t>
    </dgm:pt>
    <dgm:pt modelId="{943B8442-024B-9141-B8C9-74112B5A4FA7}">
      <dgm:prSet/>
      <dgm:spPr/>
      <dgm:t>
        <a:bodyPr/>
        <a:lstStyle/>
        <a:p>
          <a:r>
            <a:rPr lang="en-US"/>
            <a:t>McMini</a:t>
          </a:r>
          <a:endParaRPr lang="en-DK"/>
        </a:p>
      </dgm:t>
    </dgm:pt>
    <dgm:pt modelId="{32C7A7F4-56A2-504A-BC87-A0C154598873}" type="sibTrans" cxnId="{1AA62FCE-903B-7844-A80F-2D71197A192D}">
      <dgm:prSet/>
      <dgm:spPr/>
      <dgm:t>
        <a:bodyPr/>
        <a:lstStyle/>
        <a:p>
          <a:endParaRPr lang="en-US"/>
        </a:p>
      </dgm:t>
    </dgm:pt>
    <dgm:pt modelId="{BD9C941E-996D-1D4E-A1C0-5DDC4B393A02}" type="parTrans" cxnId="{1AA62FCE-903B-7844-A80F-2D71197A192D}">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2">
        <dgm:presLayoutVars>
          <dgm:chMax val="0"/>
          <dgm:bulletEnabled val="1"/>
        </dgm:presLayoutVars>
      </dgm:prSet>
      <dgm:spPr/>
    </dgm:pt>
    <dgm:pt modelId="{32A78DF4-62DC-BC46-A907-0582B2C43053}" type="pres">
      <dgm:prSet presAssocID="{6CB96E0C-3B73-4C46-B468-070C21663E9B}" presName="childText" presStyleLbl="revTx" presStyleIdx="0" presStyleCnt="2">
        <dgm:presLayoutVars>
          <dgm:bulletEnabled val="1"/>
        </dgm:presLayoutVars>
      </dgm:prSet>
      <dgm:spPr/>
    </dgm:pt>
    <dgm:pt modelId="{18555FFF-9829-1A44-A076-F899144A4BF3}" type="pres">
      <dgm:prSet presAssocID="{943B8442-024B-9141-B8C9-74112B5A4FA7}" presName="parentText" presStyleLbl="node1" presStyleIdx="1" presStyleCnt="2">
        <dgm:presLayoutVars>
          <dgm:chMax val="0"/>
          <dgm:bulletEnabled val="1"/>
        </dgm:presLayoutVars>
      </dgm:prSet>
      <dgm:spPr/>
    </dgm:pt>
    <dgm:pt modelId="{B4292AA1-60CB-4849-8962-29C02C0F48E8}" type="pres">
      <dgm:prSet presAssocID="{943B8442-024B-9141-B8C9-74112B5A4FA7}" presName="childText" presStyleLbl="revTx" presStyleIdx="1" presStyleCnt="2">
        <dgm:presLayoutVars>
          <dgm:bulletEnabled val="1"/>
        </dgm:presLayoutVars>
      </dgm:prSet>
      <dgm:spPr/>
    </dgm:pt>
  </dgm:ptLst>
  <dgm:cxnLst>
    <dgm:cxn modelId="{34A1E20A-60A6-F245-ADDE-E2B094493099}" type="presOf" srcId="{CABAA593-7EB7-DD49-B673-C00D7937A2B8}" destId="{B4292AA1-60CB-4849-8962-29C02C0F48E8}" srcOrd="0" destOrd="2" presId="urn:microsoft.com/office/officeart/2005/8/layout/vList2"/>
    <dgm:cxn modelId="{52CF240D-11F3-424A-8DC0-6F23114FAC92}" srcId="{943B8442-024B-9141-B8C9-74112B5A4FA7}" destId="{0861CC71-4D84-DD46-88FA-2978642A818F}" srcOrd="1" destOrd="0" parTransId="{767D81C2-29C6-8F4B-B343-88D34797080C}" sibTransId="{79414A22-C3D0-2542-8459-BF6A98500039}"/>
    <dgm:cxn modelId="{3F7AB312-0682-7A4F-A7FD-EFDF19C271D5}" srcId="{6CB96E0C-3B73-4C46-B468-070C21663E9B}" destId="{B11EF244-BB75-A941-85C0-7D3946CC8077}" srcOrd="0" destOrd="0" parTransId="{38F11542-FDA7-5F44-A9F3-FD753D173243}" sibTransId="{D4AC8AF2-460A-DB46-BA82-BA45E2FB19FB}"/>
    <dgm:cxn modelId="{ED105020-EF72-DC4E-82E1-99AB3342E23B}" type="presOf" srcId="{8623610B-7664-C64A-8719-82FEF5060007}" destId="{32A78DF4-62DC-BC46-A907-0582B2C43053}" srcOrd="0" destOrd="2" presId="urn:microsoft.com/office/officeart/2005/8/layout/vList2"/>
    <dgm:cxn modelId="{142E0C22-5494-FC44-A646-31201B27474F}" srcId="{6CB96E0C-3B73-4C46-B468-070C21663E9B}" destId="{4A840974-936E-244C-87A0-721B23873965}" srcOrd="1" destOrd="0" parTransId="{CB23312B-34E0-DE4B-A00C-C0B09FDE4966}" sibTransId="{18AD64BD-9505-034C-B078-339823AB9184}"/>
    <dgm:cxn modelId="{3E401343-F7DE-204C-8F6D-42B70E6457B1}" srcId="{6CB96E0C-3B73-4C46-B468-070C21663E9B}" destId="{8623610B-7664-C64A-8719-82FEF5060007}" srcOrd="2" destOrd="0" parTransId="{6F961614-8559-2B4F-8BA1-0BD641F90A71}" sibTransId="{6476ACE2-8034-8C4A-9172-79E13FE5B606}"/>
    <dgm:cxn modelId="{3DA99680-3C49-D74C-AD8C-A01732A7CBD1}" srcId="{943B8442-024B-9141-B8C9-74112B5A4FA7}" destId="{CABAA593-7EB7-DD49-B673-C00D7937A2B8}" srcOrd="2" destOrd="0" parTransId="{5AAE98F2-3191-A64F-B249-87A01792846E}" sibTransId="{46E0CF35-E6CF-F444-B921-DF86AF980A0C}"/>
    <dgm:cxn modelId="{F53BE395-9937-9749-A2AB-8EA6D75BD1BC}" type="presOf" srcId="{6CB96E0C-3B73-4C46-B468-070C21663E9B}" destId="{0146FBE6-3CA1-7542-9EA0-07EFDA0458EB}" srcOrd="0" destOrd="0" presId="urn:microsoft.com/office/officeart/2005/8/layout/vList2"/>
    <dgm:cxn modelId="{437C8AAC-867E-2641-AE77-32A02E1243C5}" srcId="{943B8442-024B-9141-B8C9-74112B5A4FA7}" destId="{64D848BA-A73A-B441-8274-D356A9879F13}" srcOrd="0" destOrd="0" parTransId="{01BA2E45-6A7B-7D47-8C6F-146A0B8893A1}" sibTransId="{E88B0DEA-89D1-6C4B-B497-1960FC641F86}"/>
    <dgm:cxn modelId="{D6C662B3-1E8E-7E41-912D-B87D74AB2510}" type="presOf" srcId="{36289411-C0B5-3B44-BF33-078C42EF2E69}" destId="{A771F0E4-7370-4840-A733-0DCE75B406EF}" srcOrd="0" destOrd="0" presId="urn:microsoft.com/office/officeart/2005/8/layout/vList2"/>
    <dgm:cxn modelId="{755834CB-F683-274B-A0C5-20594A98B242}" srcId="{36289411-C0B5-3B44-BF33-078C42EF2E69}" destId="{6CB96E0C-3B73-4C46-B468-070C21663E9B}" srcOrd="0" destOrd="0" parTransId="{9F80F529-2122-1A4E-ADD7-7FD62E883E22}" sibTransId="{FF9E8430-C61A-2B4D-8FA1-B63FF12219A4}"/>
    <dgm:cxn modelId="{1AA62FCE-903B-7844-A80F-2D71197A192D}" srcId="{36289411-C0B5-3B44-BF33-078C42EF2E69}" destId="{943B8442-024B-9141-B8C9-74112B5A4FA7}" srcOrd="1" destOrd="0" parTransId="{BD9C941E-996D-1D4E-A1C0-5DDC4B393A02}" sibTransId="{32C7A7F4-56A2-504A-BC87-A0C154598873}"/>
    <dgm:cxn modelId="{DAD5BED8-E0AD-DA47-AE3F-5E9AAA5E27F0}" type="presOf" srcId="{0861CC71-4D84-DD46-88FA-2978642A818F}" destId="{B4292AA1-60CB-4849-8962-29C02C0F48E8}" srcOrd="0" destOrd="1" presId="urn:microsoft.com/office/officeart/2005/8/layout/vList2"/>
    <dgm:cxn modelId="{E13EB2DB-153A-8148-AAE3-7CC7823BB33B}" type="presOf" srcId="{943B8442-024B-9141-B8C9-74112B5A4FA7}" destId="{18555FFF-9829-1A44-A076-F899144A4BF3}" srcOrd="0" destOrd="0" presId="urn:microsoft.com/office/officeart/2005/8/layout/vList2"/>
    <dgm:cxn modelId="{013C9FDE-2D73-564C-8E12-068538C7ADDE}" type="presOf" srcId="{64D848BA-A73A-B441-8274-D356A9879F13}" destId="{B4292AA1-60CB-4849-8962-29C02C0F48E8}" srcOrd="0" destOrd="0" presId="urn:microsoft.com/office/officeart/2005/8/layout/vList2"/>
    <dgm:cxn modelId="{15950FE3-3A3B-F54F-A624-A09332996385}" type="presOf" srcId="{4A840974-936E-244C-87A0-721B23873965}" destId="{32A78DF4-62DC-BC46-A907-0582B2C43053}" srcOrd="0" destOrd="1" presId="urn:microsoft.com/office/officeart/2005/8/layout/vList2"/>
    <dgm:cxn modelId="{8E5188E9-D89D-BC41-84F8-03EBBCA67AF8}" type="presOf" srcId="{B11EF244-BB75-A941-85C0-7D3946CC8077}" destId="{32A78DF4-62DC-BC46-A907-0582B2C43053}" srcOrd="0" destOrd="0"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 modelId="{1EC442C4-45D4-7E41-8A1C-E653E386625F}" type="presParOf" srcId="{A771F0E4-7370-4840-A733-0DCE75B406EF}" destId="{18555FFF-9829-1A44-A076-F899144A4BF3}" srcOrd="2" destOrd="0" presId="urn:microsoft.com/office/officeart/2005/8/layout/vList2"/>
    <dgm:cxn modelId="{B8DC2B4E-5127-1440-B9E9-342A0A790F2F}" type="presParOf" srcId="{A771F0E4-7370-4840-A733-0DCE75B406EF}" destId="{B4292AA1-60CB-4849-8962-29C02C0F48E8}" srcOrd="3"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11.xml><?xml version="1.0" encoding="utf-8"?>
<dgm:dataModel xmlns:dgm="http://schemas.openxmlformats.org/drawingml/2006/diagram" xmlns:a="http://schemas.openxmlformats.org/drawingml/2006/main">
  <dgm:ptLst>
    <dgm:pt modelId="{4C9EACA3-E4F5-D44F-9E70-7E8AADD9660B}" type="doc">
      <dgm:prSet loTypeId="urn:microsoft.com/office/officeart/2008/layout/LinedList" loCatId="process" qsTypeId="urn:microsoft.com/office/officeart/2005/8/quickstyle/simple1" qsCatId="simple" csTypeId="urn:microsoft.com/office/officeart/2005/8/colors/accent1_2" csCatId="accent1" phldr="1"/>
      <dgm:spPr/>
      <dgm:t>
        <a:bodyPr/>
        <a:lstStyle/>
        <a:p>
          <a:endParaRPr lang="en-US"/>
        </a:p>
      </dgm:t>
    </dgm:pt>
    <dgm:pt modelId="{5DA8B55F-6A0A-B14D-A9D0-7D07446D8DDB}">
      <dgm:prSet custT="1"/>
      <dgm:spPr/>
      <dgm:t>
        <a:bodyPr/>
        <a:lstStyle/>
        <a:p>
          <a:r>
            <a:rPr lang="en-US" sz="1400" b="0" dirty="0"/>
            <a:t>Takeaway: McStas 4</a:t>
          </a:r>
          <a:r>
            <a:rPr lang="el-GR" sz="1400" b="0" dirty="0"/>
            <a:t>π </a:t>
          </a:r>
          <a:r>
            <a:rPr lang="en-US" sz="1400" b="0" dirty="0"/>
            <a:t>monitor shows systematic north-south asymmetry.</a:t>
          </a:r>
          <a:endParaRPr lang="en-DK" sz="1400" dirty="0"/>
        </a:p>
      </dgm:t>
    </dgm:pt>
    <dgm:pt modelId="{B3A60952-3876-B547-9FD6-ACE5D30C13AA}" type="parTrans" cxnId="{AE4E437F-DF47-0842-AF84-511A2860ADA1}">
      <dgm:prSet/>
      <dgm:spPr/>
      <dgm:t>
        <a:bodyPr/>
        <a:lstStyle/>
        <a:p>
          <a:endParaRPr lang="en-US"/>
        </a:p>
      </dgm:t>
    </dgm:pt>
    <dgm:pt modelId="{573B470A-D9F4-F847-95A2-C6DDF2AD4006}" type="sibTrans" cxnId="{AE4E437F-DF47-0842-AF84-511A2860ADA1}">
      <dgm:prSet/>
      <dgm:spPr/>
      <dgm:t>
        <a:bodyPr/>
        <a:lstStyle/>
        <a:p>
          <a:endParaRPr lang="en-US"/>
        </a:p>
      </dgm:t>
    </dgm:pt>
    <dgm:pt modelId="{FB00F140-FF37-7340-8572-012F1C3CD259}" type="pres">
      <dgm:prSet presAssocID="{4C9EACA3-E4F5-D44F-9E70-7E8AADD9660B}" presName="vert0" presStyleCnt="0">
        <dgm:presLayoutVars>
          <dgm:dir/>
          <dgm:animOne val="branch"/>
          <dgm:animLvl val="lvl"/>
        </dgm:presLayoutVars>
      </dgm:prSet>
      <dgm:spPr/>
    </dgm:pt>
    <dgm:pt modelId="{C2247B8B-3278-464D-B879-EAE5FA5151D1}" type="pres">
      <dgm:prSet presAssocID="{5DA8B55F-6A0A-B14D-A9D0-7D07446D8DDB}" presName="thickLine" presStyleLbl="alignNode1" presStyleIdx="0" presStyleCnt="1"/>
      <dgm:spPr/>
    </dgm:pt>
    <dgm:pt modelId="{166A564D-9B89-E248-AB88-E4838B7DB6C6}" type="pres">
      <dgm:prSet presAssocID="{5DA8B55F-6A0A-B14D-A9D0-7D07446D8DDB}" presName="horz1" presStyleCnt="0"/>
      <dgm:spPr/>
    </dgm:pt>
    <dgm:pt modelId="{F8B726D3-F320-CB46-A1CE-A4EECABE8E41}" type="pres">
      <dgm:prSet presAssocID="{5DA8B55F-6A0A-B14D-A9D0-7D07446D8DDB}" presName="tx1" presStyleLbl="revTx" presStyleIdx="0" presStyleCnt="1" custLinFactNeighborX="0" custLinFactNeighborY="-50000"/>
      <dgm:spPr/>
    </dgm:pt>
    <dgm:pt modelId="{26C85BE8-CE89-BA42-B798-A1220E9611B8}" type="pres">
      <dgm:prSet presAssocID="{5DA8B55F-6A0A-B14D-A9D0-7D07446D8DDB}" presName="vert1" presStyleCnt="0"/>
      <dgm:spPr/>
    </dgm:pt>
  </dgm:ptLst>
  <dgm:cxnLst>
    <dgm:cxn modelId="{6ECFDC61-CF2A-9145-8D7D-90F8851C6F1D}" type="presOf" srcId="{5DA8B55F-6A0A-B14D-A9D0-7D07446D8DDB}" destId="{F8B726D3-F320-CB46-A1CE-A4EECABE8E41}" srcOrd="0" destOrd="0" presId="urn:microsoft.com/office/officeart/2008/layout/LinedList"/>
    <dgm:cxn modelId="{AE4E437F-DF47-0842-AF84-511A2860ADA1}" srcId="{4C9EACA3-E4F5-D44F-9E70-7E8AADD9660B}" destId="{5DA8B55F-6A0A-B14D-A9D0-7D07446D8DDB}" srcOrd="0" destOrd="0" parTransId="{B3A60952-3876-B547-9FD6-ACE5D30C13AA}" sibTransId="{573B470A-D9F4-F847-95A2-C6DDF2AD4006}"/>
    <dgm:cxn modelId="{E3C9CF82-5260-6246-8E81-3CA646C1BA14}" type="presOf" srcId="{4C9EACA3-E4F5-D44F-9E70-7E8AADD9660B}" destId="{FB00F140-FF37-7340-8572-012F1C3CD259}" srcOrd="0" destOrd="0" presId="urn:microsoft.com/office/officeart/2008/layout/LinedList"/>
    <dgm:cxn modelId="{D00DA8C2-C936-0949-84C4-3AC12626D6A9}" type="presParOf" srcId="{FB00F140-FF37-7340-8572-012F1C3CD259}" destId="{C2247B8B-3278-464D-B879-EAE5FA5151D1}" srcOrd="0" destOrd="0" presId="urn:microsoft.com/office/officeart/2008/layout/LinedList"/>
    <dgm:cxn modelId="{5C98FD06-4CDC-1140-B00F-924EE0385C01}" type="presParOf" srcId="{FB00F140-FF37-7340-8572-012F1C3CD259}" destId="{166A564D-9B89-E248-AB88-E4838B7DB6C6}" srcOrd="1" destOrd="0" presId="urn:microsoft.com/office/officeart/2008/layout/LinedList"/>
    <dgm:cxn modelId="{F7204CCA-3D49-5341-AC0F-4FA389D787BC}" type="presParOf" srcId="{166A564D-9B89-E248-AB88-E4838B7DB6C6}" destId="{F8B726D3-F320-CB46-A1CE-A4EECABE8E41}" srcOrd="0" destOrd="0" presId="urn:microsoft.com/office/officeart/2008/layout/LinedList"/>
    <dgm:cxn modelId="{94490F48-09D1-284B-93EA-556D64EE1FC8}" type="presParOf" srcId="{166A564D-9B89-E248-AB88-E4838B7DB6C6}" destId="{26C85BE8-CE89-BA42-B798-A1220E9611B8}" srcOrd="1" destOrd="0" presId="urn:microsoft.com/office/officeart/2008/layout/LinedList"/>
  </dgm:cxnLst>
  <dgm:bg/>
  <dgm:whole/>
  <dgm:extLst>
    <a:ext uri="http://schemas.microsoft.com/office/drawing/2008/diagram">
      <dsp:dataModelExt xmlns:dsp="http://schemas.microsoft.com/office/drawing/2008/diagram" relId="rId33" minVer="http://schemas.openxmlformats.org/drawingml/2006/diagram"/>
    </a:ext>
  </dgm:extLst>
</dgm:dataModel>
</file>

<file path=ppt/diagrams/data112.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3.xml><?xml version="1.0" encoding="utf-8"?>
<dgm:dataModel xmlns:dgm="http://schemas.openxmlformats.org/drawingml/2006/diagram" xmlns:a="http://schemas.openxmlformats.org/drawingml/2006/main">
  <dgm:ptLst>
    <dgm:pt modelId="{B9821ADE-2A2B-C342-8398-CEECD4CD7337}"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dgm:pt modelId="{695AD890-3A06-574C-BB7E-B607393297F4}">
      <dgm:prSet/>
      <dgm:spPr/>
      <dgm:t>
        <a:bodyPr/>
        <a:lstStyle/>
        <a:p>
          <a:pPr>
            <a:buNone/>
          </a:pPr>
          <a:r>
            <a:rPr lang="en-US" dirty="0"/>
            <a:t>Cylindrical monitor</a:t>
          </a:r>
          <a:endParaRPr lang="en-DK" dirty="0"/>
        </a:p>
      </dgm:t>
    </dgm:pt>
    <dgm:pt modelId="{51475AAB-F9BB-A842-8B49-CE8F4B0D592F}" type="parTrans" cxnId="{91E5EF26-B8A8-904A-8766-FB1548282182}">
      <dgm:prSet/>
      <dgm:spPr/>
      <dgm:t>
        <a:bodyPr/>
        <a:lstStyle/>
        <a:p>
          <a:endParaRPr lang="en-US"/>
        </a:p>
      </dgm:t>
    </dgm:pt>
    <dgm:pt modelId="{EDA63FA5-4ECF-E240-B089-CAE113130252}" type="sibTrans" cxnId="{91E5EF26-B8A8-904A-8766-FB1548282182}">
      <dgm:prSet/>
      <dgm:spPr/>
      <dgm:t>
        <a:bodyPr/>
        <a:lstStyle/>
        <a:p>
          <a:endParaRPr lang="en-US"/>
        </a:p>
      </dgm:t>
    </dgm:pt>
    <mc:AlternateContent xmlns:mc="http://schemas.openxmlformats.org/markup-compatibility/2006" xmlns:a14="http://schemas.microsoft.com/office/drawing/2010/main">
      <mc:Choice Requires="a14">
        <dgm:pt modelId="{3F3A78CC-A0EF-664B-8105-5DC9AA489797}">
          <dgm:prSet/>
          <dgm:spPr/>
          <dgm:t>
            <a:bodyPr/>
            <a:lstStyle/>
            <a:p>
              <a:pPr>
                <a:buFont typeface="Arial" panose="020B0604020202020204" pitchFamily="34" charset="0"/>
                <a:buChar char="•"/>
              </a:pPr>
              <a:r>
                <a:rPr lang="en-US" dirty="0"/>
                <a:t>Left-right asymmetry after zero bin shift: </a:t>
              </a:r>
              <a14:m>
                <m:oMath xmlns:m="http://schemas.openxmlformats.org/officeDocument/2006/math">
                  <m:r>
                    <a:rPr lang="en-DK" i="1">
                      <a:latin typeface="Cambria Math" panose="02040503050406030204" pitchFamily="18" charset="0"/>
                    </a:rPr>
                    <m:t>3</m:t>
                  </m:r>
                  <m:r>
                    <a:rPr lang="en-DK" b="0" i="1">
                      <a:latin typeface="Cambria Math" panose="02040503050406030204" pitchFamily="18" charset="0"/>
                    </a:rPr>
                    <m:t>.60</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3F3A78CC-A0EF-664B-8105-5DC9AA489797}">
          <dgm:prSet/>
          <dgm:spPr/>
          <dgm:t>
            <a:bodyPr/>
            <a:lstStyle/>
            <a:p>
              <a:pPr>
                <a:buFont typeface="Arial" panose="020B0604020202020204" pitchFamily="34" charset="0"/>
                <a:buChar char="•"/>
              </a:pPr>
              <a:r>
                <a:rPr lang="en-US" dirty="0"/>
                <a:t>Left-right asymmetry after zero bin shift: </a:t>
              </a:r>
              <a:r>
                <a:rPr lang="en-DK" i="0">
                  <a:latin typeface="Cambria Math" panose="02040503050406030204" pitchFamily="18" charset="0"/>
                </a:rPr>
                <a:t>3</a:t>
              </a:r>
              <a:r>
                <a:rPr lang="en-DK" b="0" i="0">
                  <a:latin typeface="Cambria Math" panose="02040503050406030204" pitchFamily="18" charset="0"/>
                </a:rPr>
                <a:t>.60</a:t>
              </a:r>
              <a:r>
                <a:rPr lang="en-DK" i="0">
                  <a:latin typeface="Cambria Math" panose="02040503050406030204" pitchFamily="18" charset="0"/>
                </a:rPr>
                <a:t>×10^(−2)</a:t>
              </a:r>
              <a:endParaRPr lang="en-DK" dirty="0"/>
            </a:p>
          </dgm:t>
        </dgm:pt>
      </mc:Fallback>
    </mc:AlternateContent>
    <dgm:pt modelId="{464B953F-34FB-7A49-91DB-B263AEA274C0}" type="parTrans" cxnId="{4743A6E3-2849-9C44-BC97-A3D3E1FFCAE5}">
      <dgm:prSet/>
      <dgm:spPr/>
      <dgm:t>
        <a:bodyPr/>
        <a:lstStyle/>
        <a:p>
          <a:endParaRPr lang="en-US"/>
        </a:p>
      </dgm:t>
    </dgm:pt>
    <dgm:pt modelId="{14BEAC01-3474-9543-89FC-4A69E8A27F94}" type="sibTrans" cxnId="{4743A6E3-2849-9C44-BC97-A3D3E1FFCAE5}">
      <dgm:prSet/>
      <dgm:spPr/>
      <dgm:t>
        <a:bodyPr/>
        <a:lstStyle/>
        <a:p>
          <a:endParaRPr lang="en-US"/>
        </a:p>
      </dgm:t>
    </dgm:pt>
    <mc:AlternateContent xmlns:mc="http://schemas.openxmlformats.org/markup-compatibility/2006" xmlns:a14="http://schemas.microsoft.com/office/drawing/2010/main">
      <mc:Choice Requires="a14">
        <dgm:pt modelId="{F6C842F0-A19A-0D41-B709-06FAC76460F2}">
          <dgm:prSet/>
          <dgm:spPr/>
          <dgm:t>
            <a:bodyPr/>
            <a:lstStyle/>
            <a:p>
              <a:pPr>
                <a:buFont typeface="Arial" panose="020B0604020202020204" pitchFamily="34" charset="0"/>
                <a:buChar char="•"/>
              </a:pPr>
              <a:r>
                <a:rPr lang="en-US" dirty="0"/>
                <a:t>Left-right asymmetry after one bin shift: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63</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DK" dirty="0"/>
            </a:p>
          </dgm:t>
        </dgm:pt>
      </mc:Choice>
      <mc:Fallback xmlns="">
        <dgm:pt modelId="{F6C842F0-A19A-0D41-B709-06FAC76460F2}">
          <dgm:prSet/>
          <dgm:spPr/>
          <dgm:t>
            <a:bodyPr/>
            <a:lstStyle/>
            <a:p>
              <a:pPr>
                <a:buFont typeface="Arial" panose="020B0604020202020204" pitchFamily="34" charset="0"/>
                <a:buChar char="•"/>
              </a:pPr>
              <a:r>
                <a:rPr lang="en-US" dirty="0"/>
                <a:t>Left-right asymmetry after one bin shift: </a:t>
              </a:r>
              <a:r>
                <a:rPr lang="en-DK" i="0">
                  <a:latin typeface="Cambria Math" panose="02040503050406030204" pitchFamily="18" charset="0"/>
                </a:rPr>
                <a:t>1.</a:t>
              </a:r>
              <a:r>
                <a:rPr lang="en-DK" b="0" i="0">
                  <a:latin typeface="Cambria Math" panose="02040503050406030204" pitchFamily="18" charset="0"/>
                </a:rPr>
                <a:t>63</a:t>
              </a:r>
              <a:r>
                <a:rPr lang="en-DK" i="0">
                  <a:latin typeface="Cambria Math" panose="02040503050406030204" pitchFamily="18" charset="0"/>
                </a:rPr>
                <a:t>×10^(−</a:t>
              </a:r>
              <a:r>
                <a:rPr lang="en-DK" b="0" i="0">
                  <a:latin typeface="Cambria Math" panose="02040503050406030204" pitchFamily="18" charset="0"/>
                </a:rPr>
                <a:t>6)</a:t>
              </a:r>
              <a:endParaRPr lang="en-DK" dirty="0"/>
            </a:p>
          </dgm:t>
        </dgm:pt>
      </mc:Fallback>
    </mc:AlternateContent>
    <dgm:pt modelId="{B0E41FBA-2CA6-5F4F-8C16-548FA1061C3A}" type="parTrans" cxnId="{591C1159-9962-0241-BF7E-93CA727234D6}">
      <dgm:prSet/>
      <dgm:spPr/>
      <dgm:t>
        <a:bodyPr/>
        <a:lstStyle/>
        <a:p>
          <a:endParaRPr lang="en-US"/>
        </a:p>
      </dgm:t>
    </dgm:pt>
    <dgm:pt modelId="{E045CF2B-3353-D34C-AF09-C0B991F4EE04}" type="sibTrans" cxnId="{591C1159-9962-0241-BF7E-93CA727234D6}">
      <dgm:prSet/>
      <dgm:spPr/>
      <dgm:t>
        <a:bodyPr/>
        <a:lstStyle/>
        <a:p>
          <a:endParaRPr lang="en-US"/>
        </a:p>
      </dgm:t>
    </dgm:pt>
    <dgm:pt modelId="{9C38E735-B984-DE40-BA24-1F8E2AD28C36}" type="pres">
      <dgm:prSet presAssocID="{B9821ADE-2A2B-C342-8398-CEECD4CD7337}" presName="Name0" presStyleCnt="0">
        <dgm:presLayoutVars>
          <dgm:dir/>
          <dgm:resizeHandles val="exact"/>
        </dgm:presLayoutVars>
      </dgm:prSet>
      <dgm:spPr/>
    </dgm:pt>
    <dgm:pt modelId="{679BE3E5-46CF-EB4E-9E9D-8753BA455499}" type="pres">
      <dgm:prSet presAssocID="{695AD890-3A06-574C-BB7E-B607393297F4}" presName="composite" presStyleCnt="0"/>
      <dgm:spPr/>
    </dgm:pt>
    <dgm:pt modelId="{9794AB50-04ED-FE42-A749-7DA364F3475F}" type="pres">
      <dgm:prSet presAssocID="{695AD890-3A06-574C-BB7E-B607393297F4}" presName="rect1" presStyleLbl="trAlignAcc1" presStyleIdx="0" presStyleCnt="1">
        <dgm:presLayoutVars>
          <dgm:bulletEnabled val="1"/>
        </dgm:presLayoutVars>
      </dgm:prSet>
      <dgm:spPr/>
    </dgm:pt>
    <dgm:pt modelId="{949162AB-08D0-5B46-8E0D-6FA61D4046E6}" type="pres">
      <dgm:prSet presAssocID="{695AD890-3A06-574C-BB7E-B607393297F4}" presName="rect2" presStyleLbl="fgImgPlace1" presStyleIdx="0" presStyleCnt="1"/>
      <dgm:spPr/>
    </dgm:pt>
  </dgm:ptLst>
  <dgm:cxnLst>
    <dgm:cxn modelId="{512BE302-8AE1-2640-BA14-24D75421869E}" type="presOf" srcId="{695AD890-3A06-574C-BB7E-B607393297F4}" destId="{9794AB50-04ED-FE42-A749-7DA364F3475F}" srcOrd="0" destOrd="0" presId="urn:microsoft.com/office/officeart/2008/layout/PictureStrips"/>
    <dgm:cxn modelId="{91E5EF26-B8A8-904A-8766-FB1548282182}" srcId="{B9821ADE-2A2B-C342-8398-CEECD4CD7337}" destId="{695AD890-3A06-574C-BB7E-B607393297F4}" srcOrd="0" destOrd="0" parTransId="{51475AAB-F9BB-A842-8B49-CE8F4B0D592F}" sibTransId="{EDA63FA5-4ECF-E240-B089-CAE113130252}"/>
    <dgm:cxn modelId="{8CD24544-7252-BE49-BB07-F62424B65319}" type="presOf" srcId="{3F3A78CC-A0EF-664B-8105-5DC9AA489797}" destId="{9794AB50-04ED-FE42-A749-7DA364F3475F}" srcOrd="0" destOrd="1" presId="urn:microsoft.com/office/officeart/2008/layout/PictureStrips"/>
    <dgm:cxn modelId="{591C1159-9962-0241-BF7E-93CA727234D6}" srcId="{695AD890-3A06-574C-BB7E-B607393297F4}" destId="{F6C842F0-A19A-0D41-B709-06FAC76460F2}" srcOrd="1" destOrd="0" parTransId="{B0E41FBA-2CA6-5F4F-8C16-548FA1061C3A}" sibTransId="{E045CF2B-3353-D34C-AF09-C0B991F4EE04}"/>
    <dgm:cxn modelId="{DA03006A-5D50-F74A-A7A6-59FD158AC412}" type="presOf" srcId="{B9821ADE-2A2B-C342-8398-CEECD4CD7337}" destId="{9C38E735-B984-DE40-BA24-1F8E2AD28C36}" srcOrd="0" destOrd="0" presId="urn:microsoft.com/office/officeart/2008/layout/PictureStrips"/>
    <dgm:cxn modelId="{4743A6E3-2849-9C44-BC97-A3D3E1FFCAE5}" srcId="{695AD890-3A06-574C-BB7E-B607393297F4}" destId="{3F3A78CC-A0EF-664B-8105-5DC9AA489797}" srcOrd="0" destOrd="0" parTransId="{464B953F-34FB-7A49-91DB-B263AEA274C0}" sibTransId="{14BEAC01-3474-9543-89FC-4A69E8A27F94}"/>
    <dgm:cxn modelId="{AE6FF2E9-8311-3B46-97A4-51AFF1100D2D}" type="presOf" srcId="{F6C842F0-A19A-0D41-B709-06FAC76460F2}" destId="{9794AB50-04ED-FE42-A749-7DA364F3475F}" srcOrd="0" destOrd="2" presId="urn:microsoft.com/office/officeart/2008/layout/PictureStrips"/>
    <dgm:cxn modelId="{5C3B96AD-F67B-044B-AADA-A0AFD3295EC1}" type="presParOf" srcId="{9C38E735-B984-DE40-BA24-1F8E2AD28C36}" destId="{679BE3E5-46CF-EB4E-9E9D-8753BA455499}" srcOrd="0" destOrd="0" presId="urn:microsoft.com/office/officeart/2008/layout/PictureStrips"/>
    <dgm:cxn modelId="{35B3333E-8540-9A4E-8AD6-02B9278270EA}" type="presParOf" srcId="{679BE3E5-46CF-EB4E-9E9D-8753BA455499}" destId="{9794AB50-04ED-FE42-A749-7DA364F3475F}" srcOrd="0" destOrd="0" presId="urn:microsoft.com/office/officeart/2008/layout/PictureStrips"/>
    <dgm:cxn modelId="{4E1348EE-D520-AB43-86BB-99565D2AD119}" type="presParOf" srcId="{679BE3E5-46CF-EB4E-9E9D-8753BA455499}" destId="{949162AB-08D0-5B46-8E0D-6FA61D4046E6}" srcOrd="1" destOrd="0" presId="urn:microsoft.com/office/officeart/2008/layout/PictureStrip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4.xml><?xml version="1.0" encoding="utf-8"?>
<dgm:dataModel xmlns:dgm="http://schemas.openxmlformats.org/drawingml/2006/diagram" xmlns:a="http://schemas.openxmlformats.org/drawingml/2006/main">
  <dgm:ptLst>
    <dgm:pt modelId="{B9821ADE-2A2B-C342-8398-CEECD4CD7337}"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dgm:pt modelId="{695AD890-3A06-574C-BB7E-B607393297F4}">
      <dgm:prSet/>
      <dgm:spPr>
        <a:blipFill>
          <a:blip xmlns:r="http://schemas.openxmlformats.org/officeDocument/2006/relationships" r:embed="rId1"/>
          <a:stretch>
            <a:fillRect t="-1258"/>
          </a:stretch>
        </a:blipFill>
      </dgm:spPr>
      <dgm:t>
        <a:bodyPr/>
        <a:lstStyle/>
        <a:p>
          <a:r>
            <a:rPr lang="en-US">
              <a:noFill/>
            </a:rPr>
            <a:t> </a:t>
          </a:r>
        </a:p>
      </dgm:t>
    </dgm:pt>
    <dgm:pt modelId="{51475AAB-F9BB-A842-8B49-CE8F4B0D592F}" type="parTrans" cxnId="{91E5EF26-B8A8-904A-8766-FB1548282182}">
      <dgm:prSet/>
      <dgm:spPr/>
      <dgm:t>
        <a:bodyPr/>
        <a:lstStyle/>
        <a:p>
          <a:endParaRPr lang="en-US"/>
        </a:p>
      </dgm:t>
    </dgm:pt>
    <dgm:pt modelId="{EDA63FA5-4ECF-E240-B089-CAE113130252}" type="sibTrans" cxnId="{91E5EF26-B8A8-904A-8766-FB1548282182}">
      <dgm:prSet/>
      <dgm:spPr/>
      <dgm:t>
        <a:bodyPr/>
        <a:lstStyle/>
        <a:p>
          <a:endParaRPr lang="en-US"/>
        </a:p>
      </dgm:t>
    </dgm:pt>
    <dgm:pt modelId="{3F3A78CC-A0EF-664B-8105-5DC9AA489797}">
      <dgm:prSet/>
      <dgm:spPr/>
      <dgm:t>
        <a:bodyPr/>
        <a:lstStyle/>
        <a:p>
          <a:r>
            <a:rPr lang="en-US">
              <a:noFill/>
            </a:rPr>
            <a:t> </a:t>
          </a:r>
        </a:p>
      </dgm:t>
    </dgm:pt>
    <dgm:pt modelId="{464B953F-34FB-7A49-91DB-B263AEA274C0}" type="parTrans" cxnId="{4743A6E3-2849-9C44-BC97-A3D3E1FFCAE5}">
      <dgm:prSet/>
      <dgm:spPr/>
      <dgm:t>
        <a:bodyPr/>
        <a:lstStyle/>
        <a:p>
          <a:endParaRPr lang="en-US"/>
        </a:p>
      </dgm:t>
    </dgm:pt>
    <dgm:pt modelId="{14BEAC01-3474-9543-89FC-4A69E8A27F94}" type="sibTrans" cxnId="{4743A6E3-2849-9C44-BC97-A3D3E1FFCAE5}">
      <dgm:prSet/>
      <dgm:spPr/>
      <dgm:t>
        <a:bodyPr/>
        <a:lstStyle/>
        <a:p>
          <a:endParaRPr lang="en-US"/>
        </a:p>
      </dgm:t>
    </dgm:pt>
    <dgm:pt modelId="{F6C842F0-A19A-0D41-B709-06FAC76460F2}">
      <dgm:prSet/>
      <dgm:spPr/>
      <dgm:t>
        <a:bodyPr/>
        <a:lstStyle/>
        <a:p>
          <a:r>
            <a:rPr lang="en-US">
              <a:noFill/>
            </a:rPr>
            <a:t> </a:t>
          </a:r>
        </a:p>
      </dgm:t>
    </dgm:pt>
    <dgm:pt modelId="{B0E41FBA-2CA6-5F4F-8C16-548FA1061C3A}" type="parTrans" cxnId="{591C1159-9962-0241-BF7E-93CA727234D6}">
      <dgm:prSet/>
      <dgm:spPr/>
      <dgm:t>
        <a:bodyPr/>
        <a:lstStyle/>
        <a:p>
          <a:endParaRPr lang="en-US"/>
        </a:p>
      </dgm:t>
    </dgm:pt>
    <dgm:pt modelId="{E045CF2B-3353-D34C-AF09-C0B991F4EE04}" type="sibTrans" cxnId="{591C1159-9962-0241-BF7E-93CA727234D6}">
      <dgm:prSet/>
      <dgm:spPr/>
      <dgm:t>
        <a:bodyPr/>
        <a:lstStyle/>
        <a:p>
          <a:endParaRPr lang="en-US"/>
        </a:p>
      </dgm:t>
    </dgm:pt>
    <dgm:pt modelId="{9C38E735-B984-DE40-BA24-1F8E2AD28C36}" type="pres">
      <dgm:prSet presAssocID="{B9821ADE-2A2B-C342-8398-CEECD4CD7337}" presName="Name0" presStyleCnt="0">
        <dgm:presLayoutVars>
          <dgm:dir/>
          <dgm:resizeHandles val="exact"/>
        </dgm:presLayoutVars>
      </dgm:prSet>
      <dgm:spPr/>
    </dgm:pt>
    <dgm:pt modelId="{679BE3E5-46CF-EB4E-9E9D-8753BA455499}" type="pres">
      <dgm:prSet presAssocID="{695AD890-3A06-574C-BB7E-B607393297F4}" presName="composite" presStyleCnt="0"/>
      <dgm:spPr/>
    </dgm:pt>
    <dgm:pt modelId="{9794AB50-04ED-FE42-A749-7DA364F3475F}" type="pres">
      <dgm:prSet presAssocID="{695AD890-3A06-574C-BB7E-B607393297F4}" presName="rect1" presStyleLbl="trAlignAcc1" presStyleIdx="0" presStyleCnt="1">
        <dgm:presLayoutVars>
          <dgm:bulletEnabled val="1"/>
        </dgm:presLayoutVars>
      </dgm:prSet>
      <dgm:spPr/>
    </dgm:pt>
    <dgm:pt modelId="{949162AB-08D0-5B46-8E0D-6FA61D4046E6}" type="pres">
      <dgm:prSet presAssocID="{695AD890-3A06-574C-BB7E-B607393297F4}" presName="rect2" presStyleLbl="fgImgPlace1" presStyleIdx="0" presStyleCnt="1"/>
      <dgm:spPr/>
    </dgm:pt>
  </dgm:ptLst>
  <dgm:cxnLst>
    <dgm:cxn modelId="{512BE302-8AE1-2640-BA14-24D75421869E}" type="presOf" srcId="{695AD890-3A06-574C-BB7E-B607393297F4}" destId="{9794AB50-04ED-FE42-A749-7DA364F3475F}" srcOrd="0" destOrd="0" presId="urn:microsoft.com/office/officeart/2008/layout/PictureStrips"/>
    <dgm:cxn modelId="{91E5EF26-B8A8-904A-8766-FB1548282182}" srcId="{B9821ADE-2A2B-C342-8398-CEECD4CD7337}" destId="{695AD890-3A06-574C-BB7E-B607393297F4}" srcOrd="0" destOrd="0" parTransId="{51475AAB-F9BB-A842-8B49-CE8F4B0D592F}" sibTransId="{EDA63FA5-4ECF-E240-B089-CAE113130252}"/>
    <dgm:cxn modelId="{8CD24544-7252-BE49-BB07-F62424B65319}" type="presOf" srcId="{3F3A78CC-A0EF-664B-8105-5DC9AA489797}" destId="{9794AB50-04ED-FE42-A749-7DA364F3475F}" srcOrd="0" destOrd="1" presId="urn:microsoft.com/office/officeart/2008/layout/PictureStrips"/>
    <dgm:cxn modelId="{591C1159-9962-0241-BF7E-93CA727234D6}" srcId="{695AD890-3A06-574C-BB7E-B607393297F4}" destId="{F6C842F0-A19A-0D41-B709-06FAC76460F2}" srcOrd="1" destOrd="0" parTransId="{B0E41FBA-2CA6-5F4F-8C16-548FA1061C3A}" sibTransId="{E045CF2B-3353-D34C-AF09-C0B991F4EE04}"/>
    <dgm:cxn modelId="{DA03006A-5D50-F74A-A7A6-59FD158AC412}" type="presOf" srcId="{B9821ADE-2A2B-C342-8398-CEECD4CD7337}" destId="{9C38E735-B984-DE40-BA24-1F8E2AD28C36}" srcOrd="0" destOrd="0" presId="urn:microsoft.com/office/officeart/2008/layout/PictureStrips"/>
    <dgm:cxn modelId="{4743A6E3-2849-9C44-BC97-A3D3E1FFCAE5}" srcId="{695AD890-3A06-574C-BB7E-B607393297F4}" destId="{3F3A78CC-A0EF-664B-8105-5DC9AA489797}" srcOrd="0" destOrd="0" parTransId="{464B953F-34FB-7A49-91DB-B263AEA274C0}" sibTransId="{14BEAC01-3474-9543-89FC-4A69E8A27F94}"/>
    <dgm:cxn modelId="{AE6FF2E9-8311-3B46-97A4-51AFF1100D2D}" type="presOf" srcId="{F6C842F0-A19A-0D41-B709-06FAC76460F2}" destId="{9794AB50-04ED-FE42-A749-7DA364F3475F}" srcOrd="0" destOrd="2" presId="urn:microsoft.com/office/officeart/2008/layout/PictureStrips"/>
    <dgm:cxn modelId="{5C3B96AD-F67B-044B-AADA-A0AFD3295EC1}" type="presParOf" srcId="{9C38E735-B984-DE40-BA24-1F8E2AD28C36}" destId="{679BE3E5-46CF-EB4E-9E9D-8753BA455499}" srcOrd="0" destOrd="0" presId="urn:microsoft.com/office/officeart/2008/layout/PictureStrips"/>
    <dgm:cxn modelId="{35B3333E-8540-9A4E-8AD6-02B9278270EA}" type="presParOf" srcId="{679BE3E5-46CF-EB4E-9E9D-8753BA455499}" destId="{9794AB50-04ED-FE42-A749-7DA364F3475F}" srcOrd="0" destOrd="0" presId="urn:microsoft.com/office/officeart/2008/layout/PictureStrips"/>
    <dgm:cxn modelId="{4E1348EE-D520-AB43-86BB-99565D2AD119}" type="presParOf" srcId="{679BE3E5-46CF-EB4E-9E9D-8753BA455499}" destId="{949162AB-08D0-5B46-8E0D-6FA61D4046E6}" srcOrd="1" destOrd="0" presId="urn:microsoft.com/office/officeart/2008/layout/PictureStrip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5.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McStas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mc:AlternateContent xmlns:mc="http://schemas.openxmlformats.org/markup-compatibility/2006" xmlns:a14="http://schemas.microsoft.com/office/drawing/2010/main">
      <mc:Choice Requires="a14">
        <dgm:pt modelId="{B11EF244-BB75-A941-85C0-7D3946CC8077}">
          <dgm:prSet/>
          <dgm:spPr/>
          <dgm:t>
            <a:bodyPr/>
            <a:lstStyle/>
            <a:p>
              <a:r>
                <a:rPr lang="en-US"/>
                <a:t>North-south asymmetry: </a:t>
              </a:r>
              <a14:m>
                <m:oMath xmlns:m="http://schemas.openxmlformats.org/officeDocument/2006/math">
                  <m:r>
                    <a:rPr lang="en-DK">
                      <a:latin typeface="Cambria Math" panose="02040503050406030204" pitchFamily="18" charset="0"/>
                    </a:rPr>
                    <m:t>8.72</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−3</m:t>
                      </m:r>
                    </m:sup>
                  </m:sSup>
                </m:oMath>
              </a14:m>
              <a:endParaRPr lang="en-DK"/>
            </a:p>
          </dgm:t>
        </dgm:pt>
      </mc:Choice>
      <mc:Fallback xmlns="">
        <dgm:pt modelId="{B11EF244-BB75-A941-85C0-7D3946CC8077}">
          <dgm:prSet/>
          <dgm:spPr/>
          <dgm:t>
            <a:bodyPr/>
            <a:lstStyle/>
            <a:p>
              <a:r>
                <a:rPr lang="en-US"/>
                <a:t>North-south asymmetry: </a:t>
              </a:r>
              <a:r>
                <a:rPr lang="en-DK" i="0"/>
                <a:t>8.72×10^(−3)</a:t>
              </a:r>
              <a:endParaRPr lang="en-DK"/>
            </a:p>
          </dgm:t>
        </dgm:pt>
      </mc:Fallback>
    </mc:AlternateConten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mc:AlternateContent xmlns:mc="http://schemas.openxmlformats.org/markup-compatibility/2006" xmlns:a14="http://schemas.microsoft.com/office/drawing/2010/main">
      <mc:Choice Requires="a14">
        <dgm:pt modelId="{4A840974-936E-244C-87A0-721B23873965}">
          <dgm:prSet/>
          <dgm:spPr/>
          <dgm:t>
            <a:bodyPr/>
            <a:lstStyle/>
            <a:p>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oMath>
              </a14:m>
              <a:r>
                <a:rPr lang="en-DK" dirty="0"/>
                <a:t>: </a:t>
              </a:r>
              <a14:m>
                <m:oMath xmlns:m="http://schemas.openxmlformats.org/officeDocument/2006/math">
                  <m:r>
                    <a:rPr lang="en-DK">
                      <a:latin typeface="Cambria Math" panose="02040503050406030204" pitchFamily="18" charset="0"/>
                    </a:rPr>
                    <m:t>1</m:t>
                  </m:r>
                  <m:r>
                    <a:rPr lang="en-DK" b="0" i="0">
                      <a:latin typeface="Cambria Math" panose="02040503050406030204" pitchFamily="18" charset="0"/>
                    </a:rPr>
                    <m:t>.</m:t>
                  </m:r>
                  <m:r>
                    <a:rPr lang="en-DK" b="0" i="1">
                      <a:latin typeface="Cambria Math" panose="02040503050406030204" pitchFamily="18" charset="0"/>
                    </a:rPr>
                    <m:t>25</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3</m:t>
                      </m:r>
                    </m:sup>
                  </m:sSup>
                </m:oMath>
              </a14:m>
              <a:endParaRPr lang="en-DK" dirty="0"/>
            </a:p>
          </dgm:t>
        </dgm:pt>
      </mc:Choice>
      <mc:Fallback xmlns="">
        <dgm:pt modelId="{4A840974-936E-244C-87A0-721B23873965}">
          <dgm:prSet/>
          <dgm:spPr/>
          <dgm:t>
            <a:bodyPr/>
            <a:lstStyle/>
            <a:p>
              <a:r>
                <a:rPr lang="en-DK" i="0"/>
                <a:t>𝜒_𝜐^2</a:t>
              </a:r>
              <a:r>
                <a:rPr lang="en-DK" dirty="0"/>
                <a:t>: </a:t>
              </a:r>
              <a:r>
                <a:rPr lang="en-DK" i="0"/>
                <a:t>1</a:t>
              </a:r>
              <a:r>
                <a:rPr lang="en-DK" b="0" i="0"/>
                <a:t>.25</a:t>
              </a:r>
              <a:r>
                <a:rPr lang="en-DK" i="0"/>
                <a:t>×10^3</a:t>
              </a:r>
              <a:endParaRPr lang="en-DK" dirty="0"/>
            </a:p>
          </dgm:t>
        </dgm:pt>
      </mc:Fallback>
    </mc:AlternateContent>
    <dgm:pt modelId="{CB23312B-34E0-DE4B-A00C-C0B09FDE4966}" type="parTrans" cxnId="{142E0C22-5494-FC44-A646-31201B27474F}">
      <dgm:prSet/>
      <dgm:spPr/>
      <dgm:t>
        <a:bodyPr/>
        <a:lstStyle/>
        <a:p>
          <a:endParaRPr lang="en-US"/>
        </a:p>
      </dgm:t>
    </dgm:pt>
    <dgm:pt modelId="{18AD64BD-9505-034C-B078-339823AB9184}" type="sibTrans" cxnId="{142E0C22-5494-FC44-A646-31201B27474F}">
      <dgm:prSet/>
      <dgm:spPr/>
      <dgm:t>
        <a:bodyPr/>
        <a:lstStyle/>
        <a:p>
          <a:endParaRPr lang="en-US"/>
        </a:p>
      </dgm:t>
    </dgm:pt>
    <mc:AlternateContent xmlns:mc="http://schemas.openxmlformats.org/markup-compatibility/2006" xmlns:a14="http://schemas.microsoft.com/office/drawing/2010/main">
      <mc:Choice Requires="a14">
        <dgm:pt modelId="{8623610B-7664-C64A-8719-82FEF5060007}">
          <dgm:prSet/>
          <dgm:spPr/>
          <dgm:t>
            <a:bodyPr/>
            <a:lstStyle/>
            <a:p>
              <a:r>
                <a:rPr lang="en-US" dirty="0"/>
                <a:t>p</a:t>
              </a:r>
              <a:r>
                <a:rPr lang="en-US" b="0" dirty="0"/>
                <a:t>-value: </a:t>
              </a:r>
              <a14:m>
                <m:oMath xmlns:m="http://schemas.openxmlformats.org/officeDocument/2006/math">
                  <m:r>
                    <a:rPr lang="da-DK" b="0" i="0" smtClean="0">
                      <a:latin typeface="Cambria Math" panose="02040503050406030204" pitchFamily="18" charset="0"/>
                    </a:rPr>
                    <m:t>&lt;</m:t>
                  </m:r>
                  <m:sSup>
                    <m:sSupPr>
                      <m:ctrlPr>
                        <a:rPr lang="en-DK" b="0" i="1" smtClean="0">
                          <a:latin typeface="Cambria Math" panose="02040503050406030204" pitchFamily="18" charset="0"/>
                        </a:rPr>
                      </m:ctrlPr>
                    </m:sSupPr>
                    <m:e>
                      <m:r>
                        <a:rPr lang="da-DK" b="0" i="1" smtClean="0">
                          <a:latin typeface="Cambria Math" panose="02040503050406030204" pitchFamily="18" charset="0"/>
                        </a:rPr>
                        <m:t>10</m:t>
                      </m:r>
                    </m:e>
                    <m:sup>
                      <m:r>
                        <a:rPr lang="da-DK" b="0" i="1" smtClean="0">
                          <a:latin typeface="Cambria Math" panose="02040503050406030204" pitchFamily="18" charset="0"/>
                        </a:rPr>
                        <m:t>−30</m:t>
                      </m:r>
                    </m:sup>
                  </m:sSup>
                </m:oMath>
              </a14:m>
              <a:endParaRPr lang="en-DK" dirty="0"/>
            </a:p>
          </dgm:t>
        </dgm:pt>
      </mc:Choice>
      <mc:Fallback xmlns="">
        <dgm:pt modelId="{8623610B-7664-C64A-8719-82FEF5060007}">
          <dgm:prSet/>
          <dgm:spPr/>
          <dgm:t>
            <a:bodyPr/>
            <a:lstStyle/>
            <a:p>
              <a:r>
                <a:rPr lang="en-US" dirty="0"/>
                <a:t>p</a:t>
              </a:r>
              <a:r>
                <a:rPr lang="en-US" b="0" dirty="0"/>
                <a:t>-value: </a:t>
              </a:r>
              <a:r>
                <a:rPr lang="da-DK" b="0" i="0">
                  <a:latin typeface="Cambria Math" panose="02040503050406030204" pitchFamily="18" charset="0"/>
                </a:rPr>
                <a:t>&lt;10</a:t>
              </a:r>
              <a:r>
                <a:rPr lang="en-DK" b="0" i="0">
                  <a:latin typeface="Cambria Math" panose="02040503050406030204" pitchFamily="18" charset="0"/>
                </a:rPr>
                <a:t>^(</a:t>
              </a:r>
              <a:r>
                <a:rPr lang="da-DK" b="0" i="0">
                  <a:latin typeface="Cambria Math" panose="02040503050406030204" pitchFamily="18" charset="0"/>
                </a:rPr>
                <a:t>−30</a:t>
              </a:r>
              <a:r>
                <a:rPr lang="en-DK" b="0" i="0">
                  <a:latin typeface="Cambria Math" panose="02040503050406030204" pitchFamily="18" charset="0"/>
                </a:rPr>
                <a:t>)</a:t>
              </a:r>
              <a:endParaRPr lang="en-DK" dirty="0"/>
            </a:p>
          </dgm:t>
        </dgm:pt>
      </mc:Fallback>
    </mc:AlternateContent>
    <dgm:pt modelId="{6F961614-8559-2B4F-8BA1-0BD641F90A71}" type="parTrans" cxnId="{3E401343-F7DE-204C-8F6D-42B70E6457B1}">
      <dgm:prSet/>
      <dgm:spPr/>
      <dgm:t>
        <a:bodyPr/>
        <a:lstStyle/>
        <a:p>
          <a:endParaRPr lang="en-US"/>
        </a:p>
      </dgm:t>
    </dgm:pt>
    <dgm:pt modelId="{6476ACE2-8034-8C4A-9172-79E13FE5B606}" type="sibTrans" cxnId="{3E401343-F7DE-204C-8F6D-42B70E6457B1}">
      <dgm:prSet/>
      <dgm:spPr/>
      <dgm:t>
        <a:bodyPr/>
        <a:lstStyle/>
        <a:p>
          <a:endParaRPr lang="en-US"/>
        </a:p>
      </dgm:t>
    </dgm:pt>
    <dgm:pt modelId="{943B8442-024B-9141-B8C9-74112B5A4FA7}">
      <dgm:prSet/>
      <dgm:spPr/>
      <dgm:t>
        <a:bodyPr/>
        <a:lstStyle/>
        <a:p>
          <a:r>
            <a:rPr lang="en-US"/>
            <a:t>McMini</a:t>
          </a:r>
          <a:endParaRPr lang="en-DK"/>
        </a:p>
      </dgm:t>
    </dgm:pt>
    <dgm:pt modelId="{BD9C941E-996D-1D4E-A1C0-5DDC4B393A02}" type="parTrans" cxnId="{1AA62FCE-903B-7844-A80F-2D71197A192D}">
      <dgm:prSet/>
      <dgm:spPr/>
      <dgm:t>
        <a:bodyPr/>
        <a:lstStyle/>
        <a:p>
          <a:endParaRPr lang="en-US"/>
        </a:p>
      </dgm:t>
    </dgm:pt>
    <dgm:pt modelId="{32C7A7F4-56A2-504A-BC87-A0C154598873}" type="sibTrans" cxnId="{1AA62FCE-903B-7844-A80F-2D71197A192D}">
      <dgm:prSet/>
      <dgm:spPr/>
      <dgm:t>
        <a:bodyPr/>
        <a:lstStyle/>
        <a:p>
          <a:endParaRPr lang="en-US"/>
        </a:p>
      </dgm:t>
    </dgm:pt>
    <mc:AlternateContent xmlns:mc="http://schemas.openxmlformats.org/markup-compatibility/2006" xmlns:a14="http://schemas.microsoft.com/office/drawing/2010/main">
      <mc:Choice Requires="a14">
        <dgm:pt modelId="{64D848BA-A73A-B441-8274-D356A9879F13}">
          <dgm:prSet/>
          <dgm:spPr/>
          <dgm:t>
            <a:bodyPr/>
            <a:lstStyle/>
            <a:p>
              <a:r>
                <a:rPr lang="en-US"/>
                <a:t>North-south asymmetry: </a:t>
              </a:r>
              <a14:m>
                <m:oMath xmlns:m="http://schemas.openxmlformats.org/officeDocument/2006/math">
                  <m:r>
                    <a:rPr lang="en-DK">
                      <a:latin typeface="Cambria Math" panose="02040503050406030204" pitchFamily="18" charset="0"/>
                    </a:rPr>
                    <m:t>2</m:t>
                  </m:r>
                  <m:r>
                    <a:rPr lang="en-DK" b="0" i="0">
                      <a:latin typeface="Cambria Math" panose="02040503050406030204" pitchFamily="18" charset="0"/>
                    </a:rPr>
                    <m:t>.52</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DK"/>
            </a:p>
          </dgm:t>
        </dgm:pt>
      </mc:Choice>
      <mc:Fallback xmlns="">
        <dgm:pt modelId="{64D848BA-A73A-B441-8274-D356A9879F13}">
          <dgm:prSet/>
          <dgm:spPr/>
          <dgm:t>
            <a:bodyPr/>
            <a:lstStyle/>
            <a:p>
              <a:r>
                <a:rPr lang="en-US"/>
                <a:t>North-south asymmetry: </a:t>
              </a:r>
              <a:r>
                <a:rPr lang="en-DK" i="0"/>
                <a:t>2</a:t>
              </a:r>
              <a:r>
                <a:rPr lang="en-DK" b="0" i="0"/>
                <a:t>.52</a:t>
              </a:r>
              <a:r>
                <a:rPr lang="en-DK" i="0"/>
                <a:t>×10^(−</a:t>
              </a:r>
              <a:r>
                <a:rPr lang="en-DK" b="0" i="0"/>
                <a:t>6)</a:t>
              </a:r>
              <a:endParaRPr lang="en-DK"/>
            </a:p>
          </dgm:t>
        </dgm:pt>
      </mc:Fallback>
    </mc:AlternateContent>
    <dgm:pt modelId="{01BA2E45-6A7B-7D47-8C6F-146A0B8893A1}" type="parTrans" cxnId="{437C8AAC-867E-2641-AE77-32A02E1243C5}">
      <dgm:prSet/>
      <dgm:spPr/>
      <dgm:t>
        <a:bodyPr/>
        <a:lstStyle/>
        <a:p>
          <a:endParaRPr lang="en-US"/>
        </a:p>
      </dgm:t>
    </dgm:pt>
    <dgm:pt modelId="{E88B0DEA-89D1-6C4B-B497-1960FC641F86}" type="sibTrans" cxnId="{437C8AAC-867E-2641-AE77-32A02E1243C5}">
      <dgm:prSet/>
      <dgm:spPr/>
      <dgm:t>
        <a:bodyPr/>
        <a:lstStyle/>
        <a:p>
          <a:endParaRPr lang="en-US"/>
        </a:p>
      </dgm:t>
    </dgm:pt>
    <mc:AlternateContent xmlns:mc="http://schemas.openxmlformats.org/markup-compatibility/2006" xmlns:a14="http://schemas.microsoft.com/office/drawing/2010/main">
      <mc:Choice Requires="a14">
        <dgm:pt modelId="{0861CC71-4D84-DD46-88FA-2978642A818F}">
          <dgm:prSet/>
          <dgm:spPr/>
          <dgm:t>
            <a:bodyPr/>
            <a:lstStyle/>
            <a:p>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oMath>
              </a14:m>
              <a:r>
                <a:rPr lang="en-DK"/>
                <a:t>: </a:t>
              </a:r>
              <a14:m>
                <m:oMath xmlns:m="http://schemas.openxmlformats.org/officeDocument/2006/math">
                  <m:r>
                    <a:rPr lang="en-DK">
                      <a:latin typeface="Cambria Math" panose="02040503050406030204" pitchFamily="18" charset="0"/>
                    </a:rPr>
                    <m:t>1.</m:t>
                  </m:r>
                  <m:r>
                    <a:rPr lang="en-DK" b="0" i="1">
                      <a:latin typeface="Cambria Math" panose="02040503050406030204" pitchFamily="18" charset="0"/>
                    </a:rPr>
                    <m:t>004</m:t>
                  </m:r>
                </m:oMath>
              </a14:m>
              <a:endParaRPr lang="en-DK"/>
            </a:p>
          </dgm:t>
        </dgm:pt>
      </mc:Choice>
      <mc:Fallback xmlns="">
        <dgm:pt modelId="{0861CC71-4D84-DD46-88FA-2978642A818F}">
          <dgm:prSet/>
          <dgm:spPr/>
          <dgm:t>
            <a:bodyPr/>
            <a:lstStyle/>
            <a:p>
              <a:r>
                <a:rPr lang="en-DK" i="0"/>
                <a:t>𝜒_𝜐^2</a:t>
              </a:r>
              <a:r>
                <a:rPr lang="en-DK"/>
                <a:t>: </a:t>
              </a:r>
              <a:r>
                <a:rPr lang="en-DK" i="0"/>
                <a:t>1.</a:t>
              </a:r>
              <a:r>
                <a:rPr lang="en-DK" b="0" i="0"/>
                <a:t>004</a:t>
              </a:r>
              <a:endParaRPr lang="en-DK"/>
            </a:p>
          </dgm:t>
        </dgm:pt>
      </mc:Fallback>
    </mc:AlternateContent>
    <dgm:pt modelId="{767D81C2-29C6-8F4B-B343-88D34797080C}" type="parTrans" cxnId="{52CF240D-11F3-424A-8DC0-6F23114FAC92}">
      <dgm:prSet/>
      <dgm:spPr/>
      <dgm:t>
        <a:bodyPr/>
        <a:lstStyle/>
        <a:p>
          <a:endParaRPr lang="en-US"/>
        </a:p>
      </dgm:t>
    </dgm:pt>
    <dgm:pt modelId="{79414A22-C3D0-2542-8459-BF6A98500039}" type="sibTrans" cxnId="{52CF240D-11F3-424A-8DC0-6F23114FAC92}">
      <dgm:prSet/>
      <dgm:spPr/>
      <dgm:t>
        <a:bodyPr/>
        <a:lstStyle/>
        <a:p>
          <a:endParaRPr lang="en-US"/>
        </a:p>
      </dgm:t>
    </dgm:pt>
    <mc:AlternateContent xmlns:mc="http://schemas.openxmlformats.org/markup-compatibility/2006" xmlns:a14="http://schemas.microsoft.com/office/drawing/2010/main">
      <mc:Choice Requires="a14">
        <dgm:pt modelId="{CABAA593-7EB7-DD49-B673-C00D7937A2B8}">
          <dgm:prSet/>
          <dgm:spPr/>
          <dgm:t>
            <a:bodyPr/>
            <a:lstStyle/>
            <a:p>
              <a:r>
                <a:rPr lang="en-US" dirty="0"/>
                <a:t>p-value: </a:t>
              </a:r>
              <a14:m>
                <m:oMath xmlns:m="http://schemas.openxmlformats.org/officeDocument/2006/math">
                  <m:r>
                    <a:rPr lang="en-DK" b="0" i="1">
                      <a:latin typeface="Cambria Math" panose="02040503050406030204" pitchFamily="18" charset="0"/>
                    </a:rPr>
                    <m:t>0.308</m:t>
                  </m:r>
                </m:oMath>
              </a14:m>
              <a:endParaRPr lang="en-DK" dirty="0"/>
            </a:p>
          </dgm:t>
        </dgm:pt>
      </mc:Choice>
      <mc:Fallback xmlns="">
        <dgm:pt modelId="{CABAA593-7EB7-DD49-B673-C00D7937A2B8}">
          <dgm:prSet/>
          <dgm:spPr/>
          <dgm:t>
            <a:bodyPr/>
            <a:lstStyle/>
            <a:p>
              <a:r>
                <a:rPr lang="en-US" dirty="0"/>
                <a:t>p-value: </a:t>
              </a:r>
              <a:r>
                <a:rPr lang="en-DK" b="0" i="0"/>
                <a:t>0.308</a:t>
              </a:r>
              <a:endParaRPr lang="en-DK" dirty="0"/>
            </a:p>
          </dgm:t>
        </dgm:pt>
      </mc:Fallback>
    </mc:AlternateContent>
    <dgm:pt modelId="{5AAE98F2-3191-A64F-B249-87A01792846E}" type="parTrans" cxnId="{3DA99680-3C49-D74C-AD8C-A01732A7CBD1}">
      <dgm:prSet/>
      <dgm:spPr/>
      <dgm:t>
        <a:bodyPr/>
        <a:lstStyle/>
        <a:p>
          <a:endParaRPr lang="en-US"/>
        </a:p>
      </dgm:t>
    </dgm:pt>
    <dgm:pt modelId="{46E0CF35-E6CF-F444-B921-DF86AF980A0C}" type="sibTrans" cxnId="{3DA99680-3C49-D74C-AD8C-A01732A7CBD1}">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2">
        <dgm:presLayoutVars>
          <dgm:chMax val="0"/>
          <dgm:bulletEnabled val="1"/>
        </dgm:presLayoutVars>
      </dgm:prSet>
      <dgm:spPr/>
    </dgm:pt>
    <dgm:pt modelId="{32A78DF4-62DC-BC46-A907-0582B2C43053}" type="pres">
      <dgm:prSet presAssocID="{6CB96E0C-3B73-4C46-B468-070C21663E9B}" presName="childText" presStyleLbl="revTx" presStyleIdx="0" presStyleCnt="2">
        <dgm:presLayoutVars>
          <dgm:bulletEnabled val="1"/>
        </dgm:presLayoutVars>
      </dgm:prSet>
      <dgm:spPr/>
    </dgm:pt>
    <dgm:pt modelId="{18555FFF-9829-1A44-A076-F899144A4BF3}" type="pres">
      <dgm:prSet presAssocID="{943B8442-024B-9141-B8C9-74112B5A4FA7}" presName="parentText" presStyleLbl="node1" presStyleIdx="1" presStyleCnt="2">
        <dgm:presLayoutVars>
          <dgm:chMax val="0"/>
          <dgm:bulletEnabled val="1"/>
        </dgm:presLayoutVars>
      </dgm:prSet>
      <dgm:spPr/>
    </dgm:pt>
    <dgm:pt modelId="{B4292AA1-60CB-4849-8962-29C02C0F48E8}" type="pres">
      <dgm:prSet presAssocID="{943B8442-024B-9141-B8C9-74112B5A4FA7}" presName="childText" presStyleLbl="revTx" presStyleIdx="1" presStyleCnt="2">
        <dgm:presLayoutVars>
          <dgm:bulletEnabled val="1"/>
        </dgm:presLayoutVars>
      </dgm:prSet>
      <dgm:spPr/>
    </dgm:pt>
  </dgm:ptLst>
  <dgm:cxnLst>
    <dgm:cxn modelId="{34A1E20A-60A6-F245-ADDE-E2B094493099}" type="presOf" srcId="{CABAA593-7EB7-DD49-B673-C00D7937A2B8}" destId="{B4292AA1-60CB-4849-8962-29C02C0F48E8}" srcOrd="0" destOrd="2" presId="urn:microsoft.com/office/officeart/2005/8/layout/vList2"/>
    <dgm:cxn modelId="{52CF240D-11F3-424A-8DC0-6F23114FAC92}" srcId="{943B8442-024B-9141-B8C9-74112B5A4FA7}" destId="{0861CC71-4D84-DD46-88FA-2978642A818F}" srcOrd="1" destOrd="0" parTransId="{767D81C2-29C6-8F4B-B343-88D34797080C}" sibTransId="{79414A22-C3D0-2542-8459-BF6A98500039}"/>
    <dgm:cxn modelId="{3F7AB312-0682-7A4F-A7FD-EFDF19C271D5}" srcId="{6CB96E0C-3B73-4C46-B468-070C21663E9B}" destId="{B11EF244-BB75-A941-85C0-7D3946CC8077}" srcOrd="0" destOrd="0" parTransId="{38F11542-FDA7-5F44-A9F3-FD753D173243}" sibTransId="{D4AC8AF2-460A-DB46-BA82-BA45E2FB19FB}"/>
    <dgm:cxn modelId="{ED105020-EF72-DC4E-82E1-99AB3342E23B}" type="presOf" srcId="{8623610B-7664-C64A-8719-82FEF5060007}" destId="{32A78DF4-62DC-BC46-A907-0582B2C43053}" srcOrd="0" destOrd="2" presId="urn:microsoft.com/office/officeart/2005/8/layout/vList2"/>
    <dgm:cxn modelId="{142E0C22-5494-FC44-A646-31201B27474F}" srcId="{6CB96E0C-3B73-4C46-B468-070C21663E9B}" destId="{4A840974-936E-244C-87A0-721B23873965}" srcOrd="1" destOrd="0" parTransId="{CB23312B-34E0-DE4B-A00C-C0B09FDE4966}" sibTransId="{18AD64BD-9505-034C-B078-339823AB9184}"/>
    <dgm:cxn modelId="{3E401343-F7DE-204C-8F6D-42B70E6457B1}" srcId="{6CB96E0C-3B73-4C46-B468-070C21663E9B}" destId="{8623610B-7664-C64A-8719-82FEF5060007}" srcOrd="2" destOrd="0" parTransId="{6F961614-8559-2B4F-8BA1-0BD641F90A71}" sibTransId="{6476ACE2-8034-8C4A-9172-79E13FE5B606}"/>
    <dgm:cxn modelId="{3DA99680-3C49-D74C-AD8C-A01732A7CBD1}" srcId="{943B8442-024B-9141-B8C9-74112B5A4FA7}" destId="{CABAA593-7EB7-DD49-B673-C00D7937A2B8}" srcOrd="2" destOrd="0" parTransId="{5AAE98F2-3191-A64F-B249-87A01792846E}" sibTransId="{46E0CF35-E6CF-F444-B921-DF86AF980A0C}"/>
    <dgm:cxn modelId="{F53BE395-9937-9749-A2AB-8EA6D75BD1BC}" type="presOf" srcId="{6CB96E0C-3B73-4C46-B468-070C21663E9B}" destId="{0146FBE6-3CA1-7542-9EA0-07EFDA0458EB}" srcOrd="0" destOrd="0" presId="urn:microsoft.com/office/officeart/2005/8/layout/vList2"/>
    <dgm:cxn modelId="{437C8AAC-867E-2641-AE77-32A02E1243C5}" srcId="{943B8442-024B-9141-B8C9-74112B5A4FA7}" destId="{64D848BA-A73A-B441-8274-D356A9879F13}" srcOrd="0" destOrd="0" parTransId="{01BA2E45-6A7B-7D47-8C6F-146A0B8893A1}" sibTransId="{E88B0DEA-89D1-6C4B-B497-1960FC641F86}"/>
    <dgm:cxn modelId="{D6C662B3-1E8E-7E41-912D-B87D74AB2510}" type="presOf" srcId="{36289411-C0B5-3B44-BF33-078C42EF2E69}" destId="{A771F0E4-7370-4840-A733-0DCE75B406EF}" srcOrd="0" destOrd="0" presId="urn:microsoft.com/office/officeart/2005/8/layout/vList2"/>
    <dgm:cxn modelId="{755834CB-F683-274B-A0C5-20594A98B242}" srcId="{36289411-C0B5-3B44-BF33-078C42EF2E69}" destId="{6CB96E0C-3B73-4C46-B468-070C21663E9B}" srcOrd="0" destOrd="0" parTransId="{9F80F529-2122-1A4E-ADD7-7FD62E883E22}" sibTransId="{FF9E8430-C61A-2B4D-8FA1-B63FF12219A4}"/>
    <dgm:cxn modelId="{1AA62FCE-903B-7844-A80F-2D71197A192D}" srcId="{36289411-C0B5-3B44-BF33-078C42EF2E69}" destId="{943B8442-024B-9141-B8C9-74112B5A4FA7}" srcOrd="1" destOrd="0" parTransId="{BD9C941E-996D-1D4E-A1C0-5DDC4B393A02}" sibTransId="{32C7A7F4-56A2-504A-BC87-A0C154598873}"/>
    <dgm:cxn modelId="{DAD5BED8-E0AD-DA47-AE3F-5E9AAA5E27F0}" type="presOf" srcId="{0861CC71-4D84-DD46-88FA-2978642A818F}" destId="{B4292AA1-60CB-4849-8962-29C02C0F48E8}" srcOrd="0" destOrd="1" presId="urn:microsoft.com/office/officeart/2005/8/layout/vList2"/>
    <dgm:cxn modelId="{E13EB2DB-153A-8148-AAE3-7CC7823BB33B}" type="presOf" srcId="{943B8442-024B-9141-B8C9-74112B5A4FA7}" destId="{18555FFF-9829-1A44-A076-F899144A4BF3}" srcOrd="0" destOrd="0" presId="urn:microsoft.com/office/officeart/2005/8/layout/vList2"/>
    <dgm:cxn modelId="{013C9FDE-2D73-564C-8E12-068538C7ADDE}" type="presOf" srcId="{64D848BA-A73A-B441-8274-D356A9879F13}" destId="{B4292AA1-60CB-4849-8962-29C02C0F48E8}" srcOrd="0" destOrd="0" presId="urn:microsoft.com/office/officeart/2005/8/layout/vList2"/>
    <dgm:cxn modelId="{15950FE3-3A3B-F54F-A624-A09332996385}" type="presOf" srcId="{4A840974-936E-244C-87A0-721B23873965}" destId="{32A78DF4-62DC-BC46-A907-0582B2C43053}" srcOrd="0" destOrd="1" presId="urn:microsoft.com/office/officeart/2005/8/layout/vList2"/>
    <dgm:cxn modelId="{8E5188E9-D89D-BC41-84F8-03EBBCA67AF8}" type="presOf" srcId="{B11EF244-BB75-A941-85C0-7D3946CC8077}" destId="{32A78DF4-62DC-BC46-A907-0582B2C43053}" srcOrd="0" destOrd="0"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 modelId="{1EC442C4-45D4-7E41-8A1C-E653E386625F}" type="presParOf" srcId="{A771F0E4-7370-4840-A733-0DCE75B406EF}" destId="{18555FFF-9829-1A44-A076-F899144A4BF3}" srcOrd="2" destOrd="0" presId="urn:microsoft.com/office/officeart/2005/8/layout/vList2"/>
    <dgm:cxn modelId="{B8DC2B4E-5127-1440-B9E9-342A0A790F2F}" type="presParOf" srcId="{A771F0E4-7370-4840-A733-0DCE75B406EF}" destId="{B4292AA1-60CB-4849-8962-29C02C0F48E8}" srcOrd="3" destOrd="0" presId="urn:microsoft.com/office/officeart/2005/8/layout/vList2"/>
  </dgm:cxnLst>
  <dgm:bg/>
  <dgm:whole/>
  <dgm:extLst>
    <a:ext uri="http://schemas.microsoft.com/office/drawing/2008/diagram">
      <dsp:dataModelExt xmlns:dsp="http://schemas.microsoft.com/office/drawing/2008/diagram" relId="rId23" minVer="http://schemas.openxmlformats.org/drawingml/2006/diagram"/>
    </a:ext>
  </dgm:extLst>
</dgm:dataModel>
</file>

<file path=ppt/diagrams/data116.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McStas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dgm:pt modelId="{B11EF244-BB75-A941-85C0-7D3946CC8077}">
      <dgm:prSet/>
      <dgm:spPr>
        <a:blipFill>
          <a:blip xmlns:r="http://schemas.openxmlformats.org/officeDocument/2006/relationships" r:embed="rId1"/>
          <a:stretch>
            <a:fillRect l="-310" t="-6250" b="-8750"/>
          </a:stretch>
        </a:blipFill>
      </dgm:spPr>
      <dgm:t>
        <a:bodyPr/>
        <a:lstStyle/>
        <a:p>
          <a:r>
            <a:rPr lang="en-US">
              <a:noFill/>
            </a:rPr>
            <a:t> </a:t>
          </a:r>
        </a:p>
      </dgm:t>
    </dgm:p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dgm:pt modelId="{4A840974-936E-244C-87A0-721B23873965}">
      <dgm:prSet/>
      <dgm:spPr/>
      <dgm:t>
        <a:bodyPr/>
        <a:lstStyle/>
        <a:p>
          <a:r>
            <a:rPr lang="en-US">
              <a:noFill/>
            </a:rPr>
            <a:t> </a:t>
          </a:r>
        </a:p>
      </dgm:t>
    </dgm:pt>
    <dgm:pt modelId="{CB23312B-34E0-DE4B-A00C-C0B09FDE4966}" type="parTrans" cxnId="{142E0C22-5494-FC44-A646-31201B27474F}">
      <dgm:prSet/>
      <dgm:spPr/>
      <dgm:t>
        <a:bodyPr/>
        <a:lstStyle/>
        <a:p>
          <a:endParaRPr lang="en-US"/>
        </a:p>
      </dgm:t>
    </dgm:pt>
    <dgm:pt modelId="{18AD64BD-9505-034C-B078-339823AB9184}" type="sibTrans" cxnId="{142E0C22-5494-FC44-A646-31201B27474F}">
      <dgm:prSet/>
      <dgm:spPr/>
      <dgm:t>
        <a:bodyPr/>
        <a:lstStyle/>
        <a:p>
          <a:endParaRPr lang="en-US"/>
        </a:p>
      </dgm:t>
    </dgm:pt>
    <dgm:pt modelId="{8623610B-7664-C64A-8719-82FEF5060007}">
      <dgm:prSet/>
      <dgm:spPr/>
      <dgm:t>
        <a:bodyPr/>
        <a:lstStyle/>
        <a:p>
          <a:r>
            <a:rPr lang="en-US">
              <a:noFill/>
            </a:rPr>
            <a:t> </a:t>
          </a:r>
        </a:p>
      </dgm:t>
    </dgm:pt>
    <dgm:pt modelId="{6F961614-8559-2B4F-8BA1-0BD641F90A71}" type="parTrans" cxnId="{3E401343-F7DE-204C-8F6D-42B70E6457B1}">
      <dgm:prSet/>
      <dgm:spPr/>
      <dgm:t>
        <a:bodyPr/>
        <a:lstStyle/>
        <a:p>
          <a:endParaRPr lang="en-US"/>
        </a:p>
      </dgm:t>
    </dgm:pt>
    <dgm:pt modelId="{6476ACE2-8034-8C4A-9172-79E13FE5B606}" type="sibTrans" cxnId="{3E401343-F7DE-204C-8F6D-42B70E6457B1}">
      <dgm:prSet/>
      <dgm:spPr/>
      <dgm:t>
        <a:bodyPr/>
        <a:lstStyle/>
        <a:p>
          <a:endParaRPr lang="en-US"/>
        </a:p>
      </dgm:t>
    </dgm:pt>
    <dgm:pt modelId="{943B8442-024B-9141-B8C9-74112B5A4FA7}">
      <dgm:prSet/>
      <dgm:spPr/>
      <dgm:t>
        <a:bodyPr/>
        <a:lstStyle/>
        <a:p>
          <a:r>
            <a:rPr lang="en-US"/>
            <a:t>McMini</a:t>
          </a:r>
          <a:endParaRPr lang="en-DK"/>
        </a:p>
      </dgm:t>
    </dgm:pt>
    <dgm:pt modelId="{BD9C941E-996D-1D4E-A1C0-5DDC4B393A02}" type="parTrans" cxnId="{1AA62FCE-903B-7844-A80F-2D71197A192D}">
      <dgm:prSet/>
      <dgm:spPr/>
      <dgm:t>
        <a:bodyPr/>
        <a:lstStyle/>
        <a:p>
          <a:endParaRPr lang="en-US"/>
        </a:p>
      </dgm:t>
    </dgm:pt>
    <dgm:pt modelId="{32C7A7F4-56A2-504A-BC87-A0C154598873}" type="sibTrans" cxnId="{1AA62FCE-903B-7844-A80F-2D71197A192D}">
      <dgm:prSet/>
      <dgm:spPr/>
      <dgm:t>
        <a:bodyPr/>
        <a:lstStyle/>
        <a:p>
          <a:endParaRPr lang="en-US"/>
        </a:p>
      </dgm:t>
    </dgm:pt>
    <dgm:pt modelId="{64D848BA-A73A-B441-8274-D356A9879F13}">
      <dgm:prSet/>
      <dgm:spPr>
        <a:blipFill>
          <a:blip xmlns:r="http://schemas.openxmlformats.org/officeDocument/2006/relationships" r:embed="rId2"/>
          <a:stretch>
            <a:fillRect l="-310" t="-5000" b="-8750"/>
          </a:stretch>
        </a:blipFill>
      </dgm:spPr>
      <dgm:t>
        <a:bodyPr/>
        <a:lstStyle/>
        <a:p>
          <a:r>
            <a:rPr lang="en-US">
              <a:noFill/>
            </a:rPr>
            <a:t> </a:t>
          </a:r>
        </a:p>
      </dgm:t>
    </dgm:pt>
    <dgm:pt modelId="{01BA2E45-6A7B-7D47-8C6F-146A0B8893A1}" type="parTrans" cxnId="{437C8AAC-867E-2641-AE77-32A02E1243C5}">
      <dgm:prSet/>
      <dgm:spPr/>
      <dgm:t>
        <a:bodyPr/>
        <a:lstStyle/>
        <a:p>
          <a:endParaRPr lang="en-US"/>
        </a:p>
      </dgm:t>
    </dgm:pt>
    <dgm:pt modelId="{E88B0DEA-89D1-6C4B-B497-1960FC641F86}" type="sibTrans" cxnId="{437C8AAC-867E-2641-AE77-32A02E1243C5}">
      <dgm:prSet/>
      <dgm:spPr/>
      <dgm:t>
        <a:bodyPr/>
        <a:lstStyle/>
        <a:p>
          <a:endParaRPr lang="en-US"/>
        </a:p>
      </dgm:t>
    </dgm:pt>
    <dgm:pt modelId="{0861CC71-4D84-DD46-88FA-2978642A818F}">
      <dgm:prSet/>
      <dgm:spPr/>
      <dgm:t>
        <a:bodyPr/>
        <a:lstStyle/>
        <a:p>
          <a:r>
            <a:rPr lang="en-US">
              <a:noFill/>
            </a:rPr>
            <a:t> </a:t>
          </a:r>
        </a:p>
      </dgm:t>
    </dgm:pt>
    <dgm:pt modelId="{767D81C2-29C6-8F4B-B343-88D34797080C}" type="parTrans" cxnId="{52CF240D-11F3-424A-8DC0-6F23114FAC92}">
      <dgm:prSet/>
      <dgm:spPr/>
      <dgm:t>
        <a:bodyPr/>
        <a:lstStyle/>
        <a:p>
          <a:endParaRPr lang="en-US"/>
        </a:p>
      </dgm:t>
    </dgm:pt>
    <dgm:pt modelId="{79414A22-C3D0-2542-8459-BF6A98500039}" type="sibTrans" cxnId="{52CF240D-11F3-424A-8DC0-6F23114FAC92}">
      <dgm:prSet/>
      <dgm:spPr/>
      <dgm:t>
        <a:bodyPr/>
        <a:lstStyle/>
        <a:p>
          <a:endParaRPr lang="en-US"/>
        </a:p>
      </dgm:t>
    </dgm:pt>
    <dgm:pt modelId="{CABAA593-7EB7-DD49-B673-C00D7937A2B8}">
      <dgm:prSet/>
      <dgm:spPr/>
      <dgm:t>
        <a:bodyPr/>
        <a:lstStyle/>
        <a:p>
          <a:r>
            <a:rPr lang="en-US">
              <a:noFill/>
            </a:rPr>
            <a:t> </a:t>
          </a:r>
        </a:p>
      </dgm:t>
    </dgm:pt>
    <dgm:pt modelId="{5AAE98F2-3191-A64F-B249-87A01792846E}" type="parTrans" cxnId="{3DA99680-3C49-D74C-AD8C-A01732A7CBD1}">
      <dgm:prSet/>
      <dgm:spPr/>
      <dgm:t>
        <a:bodyPr/>
        <a:lstStyle/>
        <a:p>
          <a:endParaRPr lang="en-US"/>
        </a:p>
      </dgm:t>
    </dgm:pt>
    <dgm:pt modelId="{46E0CF35-E6CF-F444-B921-DF86AF980A0C}" type="sibTrans" cxnId="{3DA99680-3C49-D74C-AD8C-A01732A7CBD1}">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2">
        <dgm:presLayoutVars>
          <dgm:chMax val="0"/>
          <dgm:bulletEnabled val="1"/>
        </dgm:presLayoutVars>
      </dgm:prSet>
      <dgm:spPr/>
    </dgm:pt>
    <dgm:pt modelId="{32A78DF4-62DC-BC46-A907-0582B2C43053}" type="pres">
      <dgm:prSet presAssocID="{6CB96E0C-3B73-4C46-B468-070C21663E9B}" presName="childText" presStyleLbl="revTx" presStyleIdx="0" presStyleCnt="2">
        <dgm:presLayoutVars>
          <dgm:bulletEnabled val="1"/>
        </dgm:presLayoutVars>
      </dgm:prSet>
      <dgm:spPr/>
    </dgm:pt>
    <dgm:pt modelId="{18555FFF-9829-1A44-A076-F899144A4BF3}" type="pres">
      <dgm:prSet presAssocID="{943B8442-024B-9141-B8C9-74112B5A4FA7}" presName="parentText" presStyleLbl="node1" presStyleIdx="1" presStyleCnt="2">
        <dgm:presLayoutVars>
          <dgm:chMax val="0"/>
          <dgm:bulletEnabled val="1"/>
        </dgm:presLayoutVars>
      </dgm:prSet>
      <dgm:spPr/>
    </dgm:pt>
    <dgm:pt modelId="{B4292AA1-60CB-4849-8962-29C02C0F48E8}" type="pres">
      <dgm:prSet presAssocID="{943B8442-024B-9141-B8C9-74112B5A4FA7}" presName="childText" presStyleLbl="revTx" presStyleIdx="1" presStyleCnt="2">
        <dgm:presLayoutVars>
          <dgm:bulletEnabled val="1"/>
        </dgm:presLayoutVars>
      </dgm:prSet>
      <dgm:spPr/>
    </dgm:pt>
  </dgm:ptLst>
  <dgm:cxnLst>
    <dgm:cxn modelId="{34A1E20A-60A6-F245-ADDE-E2B094493099}" type="presOf" srcId="{CABAA593-7EB7-DD49-B673-C00D7937A2B8}" destId="{B4292AA1-60CB-4849-8962-29C02C0F48E8}" srcOrd="0" destOrd="2" presId="urn:microsoft.com/office/officeart/2005/8/layout/vList2"/>
    <dgm:cxn modelId="{52CF240D-11F3-424A-8DC0-6F23114FAC92}" srcId="{943B8442-024B-9141-B8C9-74112B5A4FA7}" destId="{0861CC71-4D84-DD46-88FA-2978642A818F}" srcOrd="1" destOrd="0" parTransId="{767D81C2-29C6-8F4B-B343-88D34797080C}" sibTransId="{79414A22-C3D0-2542-8459-BF6A98500039}"/>
    <dgm:cxn modelId="{3F7AB312-0682-7A4F-A7FD-EFDF19C271D5}" srcId="{6CB96E0C-3B73-4C46-B468-070C21663E9B}" destId="{B11EF244-BB75-A941-85C0-7D3946CC8077}" srcOrd="0" destOrd="0" parTransId="{38F11542-FDA7-5F44-A9F3-FD753D173243}" sibTransId="{D4AC8AF2-460A-DB46-BA82-BA45E2FB19FB}"/>
    <dgm:cxn modelId="{ED105020-EF72-DC4E-82E1-99AB3342E23B}" type="presOf" srcId="{8623610B-7664-C64A-8719-82FEF5060007}" destId="{32A78DF4-62DC-BC46-A907-0582B2C43053}" srcOrd="0" destOrd="2" presId="urn:microsoft.com/office/officeart/2005/8/layout/vList2"/>
    <dgm:cxn modelId="{142E0C22-5494-FC44-A646-31201B27474F}" srcId="{6CB96E0C-3B73-4C46-B468-070C21663E9B}" destId="{4A840974-936E-244C-87A0-721B23873965}" srcOrd="1" destOrd="0" parTransId="{CB23312B-34E0-DE4B-A00C-C0B09FDE4966}" sibTransId="{18AD64BD-9505-034C-B078-339823AB9184}"/>
    <dgm:cxn modelId="{3E401343-F7DE-204C-8F6D-42B70E6457B1}" srcId="{6CB96E0C-3B73-4C46-B468-070C21663E9B}" destId="{8623610B-7664-C64A-8719-82FEF5060007}" srcOrd="2" destOrd="0" parTransId="{6F961614-8559-2B4F-8BA1-0BD641F90A71}" sibTransId="{6476ACE2-8034-8C4A-9172-79E13FE5B606}"/>
    <dgm:cxn modelId="{3DA99680-3C49-D74C-AD8C-A01732A7CBD1}" srcId="{943B8442-024B-9141-B8C9-74112B5A4FA7}" destId="{CABAA593-7EB7-DD49-B673-C00D7937A2B8}" srcOrd="2" destOrd="0" parTransId="{5AAE98F2-3191-A64F-B249-87A01792846E}" sibTransId="{46E0CF35-E6CF-F444-B921-DF86AF980A0C}"/>
    <dgm:cxn modelId="{F53BE395-9937-9749-A2AB-8EA6D75BD1BC}" type="presOf" srcId="{6CB96E0C-3B73-4C46-B468-070C21663E9B}" destId="{0146FBE6-3CA1-7542-9EA0-07EFDA0458EB}" srcOrd="0" destOrd="0" presId="urn:microsoft.com/office/officeart/2005/8/layout/vList2"/>
    <dgm:cxn modelId="{437C8AAC-867E-2641-AE77-32A02E1243C5}" srcId="{943B8442-024B-9141-B8C9-74112B5A4FA7}" destId="{64D848BA-A73A-B441-8274-D356A9879F13}" srcOrd="0" destOrd="0" parTransId="{01BA2E45-6A7B-7D47-8C6F-146A0B8893A1}" sibTransId="{E88B0DEA-89D1-6C4B-B497-1960FC641F86}"/>
    <dgm:cxn modelId="{D6C662B3-1E8E-7E41-912D-B87D74AB2510}" type="presOf" srcId="{36289411-C0B5-3B44-BF33-078C42EF2E69}" destId="{A771F0E4-7370-4840-A733-0DCE75B406EF}" srcOrd="0" destOrd="0" presId="urn:microsoft.com/office/officeart/2005/8/layout/vList2"/>
    <dgm:cxn modelId="{755834CB-F683-274B-A0C5-20594A98B242}" srcId="{36289411-C0B5-3B44-BF33-078C42EF2E69}" destId="{6CB96E0C-3B73-4C46-B468-070C21663E9B}" srcOrd="0" destOrd="0" parTransId="{9F80F529-2122-1A4E-ADD7-7FD62E883E22}" sibTransId="{FF9E8430-C61A-2B4D-8FA1-B63FF12219A4}"/>
    <dgm:cxn modelId="{1AA62FCE-903B-7844-A80F-2D71197A192D}" srcId="{36289411-C0B5-3B44-BF33-078C42EF2E69}" destId="{943B8442-024B-9141-B8C9-74112B5A4FA7}" srcOrd="1" destOrd="0" parTransId="{BD9C941E-996D-1D4E-A1C0-5DDC4B393A02}" sibTransId="{32C7A7F4-56A2-504A-BC87-A0C154598873}"/>
    <dgm:cxn modelId="{DAD5BED8-E0AD-DA47-AE3F-5E9AAA5E27F0}" type="presOf" srcId="{0861CC71-4D84-DD46-88FA-2978642A818F}" destId="{B4292AA1-60CB-4849-8962-29C02C0F48E8}" srcOrd="0" destOrd="1" presId="urn:microsoft.com/office/officeart/2005/8/layout/vList2"/>
    <dgm:cxn modelId="{E13EB2DB-153A-8148-AAE3-7CC7823BB33B}" type="presOf" srcId="{943B8442-024B-9141-B8C9-74112B5A4FA7}" destId="{18555FFF-9829-1A44-A076-F899144A4BF3}" srcOrd="0" destOrd="0" presId="urn:microsoft.com/office/officeart/2005/8/layout/vList2"/>
    <dgm:cxn modelId="{013C9FDE-2D73-564C-8E12-068538C7ADDE}" type="presOf" srcId="{64D848BA-A73A-B441-8274-D356A9879F13}" destId="{B4292AA1-60CB-4849-8962-29C02C0F48E8}" srcOrd="0" destOrd="0" presId="urn:microsoft.com/office/officeart/2005/8/layout/vList2"/>
    <dgm:cxn modelId="{15950FE3-3A3B-F54F-A624-A09332996385}" type="presOf" srcId="{4A840974-936E-244C-87A0-721B23873965}" destId="{32A78DF4-62DC-BC46-A907-0582B2C43053}" srcOrd="0" destOrd="1" presId="urn:microsoft.com/office/officeart/2005/8/layout/vList2"/>
    <dgm:cxn modelId="{8E5188E9-D89D-BC41-84F8-03EBBCA67AF8}" type="presOf" srcId="{B11EF244-BB75-A941-85C0-7D3946CC8077}" destId="{32A78DF4-62DC-BC46-A907-0582B2C43053}" srcOrd="0" destOrd="0"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 modelId="{1EC442C4-45D4-7E41-8A1C-E653E386625F}" type="presParOf" srcId="{A771F0E4-7370-4840-A733-0DCE75B406EF}" destId="{18555FFF-9829-1A44-A076-F899144A4BF3}" srcOrd="2" destOrd="0" presId="urn:microsoft.com/office/officeart/2005/8/layout/vList2"/>
    <dgm:cxn modelId="{B8DC2B4E-5127-1440-B9E9-342A0A790F2F}" type="presParOf" srcId="{A771F0E4-7370-4840-A733-0DCE75B406EF}" destId="{B4292AA1-60CB-4849-8962-29C02C0F48E8}" srcOrd="3" destOrd="0" presId="urn:microsoft.com/office/officeart/2005/8/layout/vList2"/>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ata117.xml><?xml version="1.0" encoding="utf-8"?>
<dgm:dataModel xmlns:dgm="http://schemas.openxmlformats.org/drawingml/2006/diagram" xmlns:a="http://schemas.openxmlformats.org/drawingml/2006/main">
  <dgm:ptLst>
    <dgm:pt modelId="{4C9EACA3-E4F5-D44F-9E70-7E8AADD9660B}" type="doc">
      <dgm:prSet loTypeId="urn:microsoft.com/office/officeart/2008/layout/LinedList"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5DA8B55F-6A0A-B14D-A9D0-7D07446D8DDB}">
          <dgm:prSet custT="1"/>
          <dgm:spPr/>
          <dgm:t>
            <a:bodyPr/>
            <a:lstStyle/>
            <a:p>
              <a:r>
                <a:rPr lang="en-US" sz="1400" b="0" dirty="0"/>
                <a:t>Takeaway: </a:t>
              </a:r>
              <a14:m>
                <m:oMath xmlns:m="http://schemas.openxmlformats.org/officeDocument/2006/math">
                  <m:r>
                    <a:rPr lang="da-DK" sz="1400" b="0" i="1" smtClean="0">
                      <a:latin typeface="Cambria Math" panose="02040503050406030204" pitchFamily="18" charset="0"/>
                    </a:rPr>
                    <m:t>4</m:t>
                  </m:r>
                  <m:r>
                    <a:rPr lang="da-DK" sz="1400" b="0" i="1" smtClean="0">
                      <a:latin typeface="Cambria Math" panose="02040503050406030204" pitchFamily="18" charset="0"/>
                      <a:ea typeface="Cambria Math" panose="02040503050406030204" pitchFamily="18" charset="0"/>
                    </a:rPr>
                    <m:t>𝜋</m:t>
                  </m:r>
                </m:oMath>
              </a14:m>
              <a:r>
                <a:rPr lang="en-US" sz="1400" dirty="0"/>
                <a:t> monitor</a:t>
              </a:r>
              <a:r>
                <a:rPr lang="en-US" sz="1400" b="0" dirty="0"/>
                <a:t> has clear north-south asymmetry</a:t>
              </a:r>
              <a:endParaRPr lang="en-DK" sz="1400" dirty="0"/>
            </a:p>
          </dgm:t>
        </dgm:pt>
      </mc:Choice>
      <mc:Fallback xmlns="">
        <dgm:pt modelId="{5DA8B55F-6A0A-B14D-A9D0-7D07446D8DDB}">
          <dgm:prSet custT="1"/>
          <dgm:spPr/>
          <dgm:t>
            <a:bodyPr/>
            <a:lstStyle/>
            <a:p>
              <a:r>
                <a:rPr lang="en-US" sz="1400" b="0" dirty="0"/>
                <a:t>Takeaway: </a:t>
              </a:r>
              <a:r>
                <a:rPr lang="da-DK" sz="1400" b="0" i="0">
                  <a:latin typeface="Cambria Math" panose="02040503050406030204" pitchFamily="18" charset="0"/>
                </a:rPr>
                <a:t>4</a:t>
              </a:r>
              <a:r>
                <a:rPr lang="da-DK" sz="1400" b="0" i="0">
                  <a:latin typeface="Cambria Math" panose="02040503050406030204" pitchFamily="18" charset="0"/>
                  <a:ea typeface="Cambria Math" panose="02040503050406030204" pitchFamily="18" charset="0"/>
                </a:rPr>
                <a:t>𝜋</a:t>
              </a:r>
              <a:r>
                <a:rPr lang="en-US" sz="1400" dirty="0"/>
                <a:t> monitor</a:t>
              </a:r>
              <a:r>
                <a:rPr lang="en-US" sz="1400" b="0" dirty="0"/>
                <a:t> has clear north-south asymmetry</a:t>
              </a:r>
              <a:endParaRPr lang="en-DK" sz="1400" dirty="0"/>
            </a:p>
          </dgm:t>
        </dgm:pt>
      </mc:Fallback>
    </mc:AlternateContent>
    <dgm:pt modelId="{B3A60952-3876-B547-9FD6-ACE5D30C13AA}" type="parTrans" cxnId="{AE4E437F-DF47-0842-AF84-511A2860ADA1}">
      <dgm:prSet/>
      <dgm:spPr/>
      <dgm:t>
        <a:bodyPr/>
        <a:lstStyle/>
        <a:p>
          <a:endParaRPr lang="en-US"/>
        </a:p>
      </dgm:t>
    </dgm:pt>
    <dgm:pt modelId="{573B470A-D9F4-F847-95A2-C6DDF2AD4006}" type="sibTrans" cxnId="{AE4E437F-DF47-0842-AF84-511A2860ADA1}">
      <dgm:prSet/>
      <dgm:spPr/>
      <dgm:t>
        <a:bodyPr/>
        <a:lstStyle/>
        <a:p>
          <a:endParaRPr lang="en-US"/>
        </a:p>
      </dgm:t>
    </dgm:pt>
    <dgm:pt modelId="{FB00F140-FF37-7340-8572-012F1C3CD259}" type="pres">
      <dgm:prSet presAssocID="{4C9EACA3-E4F5-D44F-9E70-7E8AADD9660B}" presName="vert0" presStyleCnt="0">
        <dgm:presLayoutVars>
          <dgm:dir/>
          <dgm:animOne val="branch"/>
          <dgm:animLvl val="lvl"/>
        </dgm:presLayoutVars>
      </dgm:prSet>
      <dgm:spPr/>
    </dgm:pt>
    <dgm:pt modelId="{C2247B8B-3278-464D-B879-EAE5FA5151D1}" type="pres">
      <dgm:prSet presAssocID="{5DA8B55F-6A0A-B14D-A9D0-7D07446D8DDB}" presName="thickLine" presStyleLbl="alignNode1" presStyleIdx="0" presStyleCnt="1"/>
      <dgm:spPr/>
    </dgm:pt>
    <dgm:pt modelId="{166A564D-9B89-E248-AB88-E4838B7DB6C6}" type="pres">
      <dgm:prSet presAssocID="{5DA8B55F-6A0A-B14D-A9D0-7D07446D8DDB}" presName="horz1" presStyleCnt="0"/>
      <dgm:spPr/>
    </dgm:pt>
    <dgm:pt modelId="{F8B726D3-F320-CB46-A1CE-A4EECABE8E41}" type="pres">
      <dgm:prSet presAssocID="{5DA8B55F-6A0A-B14D-A9D0-7D07446D8DDB}" presName="tx1" presStyleLbl="revTx" presStyleIdx="0" presStyleCnt="1" custLinFactY="200000" custLinFactNeighborX="0" custLinFactNeighborY="232299"/>
      <dgm:spPr/>
    </dgm:pt>
    <dgm:pt modelId="{26C85BE8-CE89-BA42-B798-A1220E9611B8}" type="pres">
      <dgm:prSet presAssocID="{5DA8B55F-6A0A-B14D-A9D0-7D07446D8DDB}" presName="vert1" presStyleCnt="0"/>
      <dgm:spPr/>
    </dgm:pt>
  </dgm:ptLst>
  <dgm:cxnLst>
    <dgm:cxn modelId="{6ECFDC61-CF2A-9145-8D7D-90F8851C6F1D}" type="presOf" srcId="{5DA8B55F-6A0A-B14D-A9D0-7D07446D8DDB}" destId="{F8B726D3-F320-CB46-A1CE-A4EECABE8E41}" srcOrd="0" destOrd="0" presId="urn:microsoft.com/office/officeart/2008/layout/LinedList"/>
    <dgm:cxn modelId="{AE4E437F-DF47-0842-AF84-511A2860ADA1}" srcId="{4C9EACA3-E4F5-D44F-9E70-7E8AADD9660B}" destId="{5DA8B55F-6A0A-B14D-A9D0-7D07446D8DDB}" srcOrd="0" destOrd="0" parTransId="{B3A60952-3876-B547-9FD6-ACE5D30C13AA}" sibTransId="{573B470A-D9F4-F847-95A2-C6DDF2AD4006}"/>
    <dgm:cxn modelId="{E3C9CF82-5260-6246-8E81-3CA646C1BA14}" type="presOf" srcId="{4C9EACA3-E4F5-D44F-9E70-7E8AADD9660B}" destId="{FB00F140-FF37-7340-8572-012F1C3CD259}" srcOrd="0" destOrd="0" presId="urn:microsoft.com/office/officeart/2008/layout/LinedList"/>
    <dgm:cxn modelId="{D00DA8C2-C936-0949-84C4-3AC12626D6A9}" type="presParOf" srcId="{FB00F140-FF37-7340-8572-012F1C3CD259}" destId="{C2247B8B-3278-464D-B879-EAE5FA5151D1}" srcOrd="0" destOrd="0" presId="urn:microsoft.com/office/officeart/2008/layout/LinedList"/>
    <dgm:cxn modelId="{5C98FD06-4CDC-1140-B00F-924EE0385C01}" type="presParOf" srcId="{FB00F140-FF37-7340-8572-012F1C3CD259}" destId="{166A564D-9B89-E248-AB88-E4838B7DB6C6}" srcOrd="1" destOrd="0" presId="urn:microsoft.com/office/officeart/2008/layout/LinedList"/>
    <dgm:cxn modelId="{F7204CCA-3D49-5341-AC0F-4FA389D787BC}" type="presParOf" srcId="{166A564D-9B89-E248-AB88-E4838B7DB6C6}" destId="{F8B726D3-F320-CB46-A1CE-A4EECABE8E41}" srcOrd="0" destOrd="0" presId="urn:microsoft.com/office/officeart/2008/layout/LinedList"/>
    <dgm:cxn modelId="{94490F48-09D1-284B-93EA-556D64EE1FC8}" type="presParOf" srcId="{166A564D-9B89-E248-AB88-E4838B7DB6C6}" destId="{26C85BE8-CE89-BA42-B798-A1220E9611B8}" srcOrd="1" destOrd="0" presId="urn:microsoft.com/office/officeart/2008/layout/LinedList"/>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ata118.xml><?xml version="1.0" encoding="utf-8"?>
<dgm:dataModel xmlns:dgm="http://schemas.openxmlformats.org/drawingml/2006/diagram" xmlns:a="http://schemas.openxmlformats.org/drawingml/2006/main">
  <dgm:ptLst>
    <dgm:pt modelId="{4C9EACA3-E4F5-D44F-9E70-7E8AADD9660B}" type="doc">
      <dgm:prSet loTypeId="urn:microsoft.com/office/officeart/2008/layout/LinedList" loCatId="process" qsTypeId="urn:microsoft.com/office/officeart/2005/8/quickstyle/simple1" qsCatId="simple" csTypeId="urn:microsoft.com/office/officeart/2005/8/colors/accent1_2" csCatId="accent1" phldr="1"/>
      <dgm:spPr/>
      <dgm:t>
        <a:bodyPr/>
        <a:lstStyle/>
        <a:p>
          <a:endParaRPr lang="en-US"/>
        </a:p>
      </dgm:t>
    </dgm:pt>
    <dgm:pt modelId="{5DA8B55F-6A0A-B14D-A9D0-7D07446D8DDB}">
      <dgm:prSet custT="1"/>
      <dgm:spPr>
        <a:blipFill>
          <a:blip xmlns:r="http://schemas.openxmlformats.org/officeDocument/2006/relationships" r:embed="rId1"/>
          <a:stretch>
            <a:fillRect l="-1416" t="-2439" r="-1416"/>
          </a:stretch>
        </a:blipFill>
      </dgm:spPr>
      <dgm:t>
        <a:bodyPr/>
        <a:lstStyle/>
        <a:p>
          <a:r>
            <a:rPr lang="en-US">
              <a:noFill/>
            </a:rPr>
            <a:t> </a:t>
          </a:r>
        </a:p>
      </dgm:t>
    </dgm:pt>
    <dgm:pt modelId="{B3A60952-3876-B547-9FD6-ACE5D30C13AA}" type="parTrans" cxnId="{AE4E437F-DF47-0842-AF84-511A2860ADA1}">
      <dgm:prSet/>
      <dgm:spPr/>
      <dgm:t>
        <a:bodyPr/>
        <a:lstStyle/>
        <a:p>
          <a:endParaRPr lang="en-US"/>
        </a:p>
      </dgm:t>
    </dgm:pt>
    <dgm:pt modelId="{573B470A-D9F4-F847-95A2-C6DDF2AD4006}" type="sibTrans" cxnId="{AE4E437F-DF47-0842-AF84-511A2860ADA1}">
      <dgm:prSet/>
      <dgm:spPr/>
      <dgm:t>
        <a:bodyPr/>
        <a:lstStyle/>
        <a:p>
          <a:endParaRPr lang="en-US"/>
        </a:p>
      </dgm:t>
    </dgm:pt>
    <dgm:pt modelId="{FB00F140-FF37-7340-8572-012F1C3CD259}" type="pres">
      <dgm:prSet presAssocID="{4C9EACA3-E4F5-D44F-9E70-7E8AADD9660B}" presName="vert0" presStyleCnt="0">
        <dgm:presLayoutVars>
          <dgm:dir/>
          <dgm:animOne val="branch"/>
          <dgm:animLvl val="lvl"/>
        </dgm:presLayoutVars>
      </dgm:prSet>
      <dgm:spPr/>
    </dgm:pt>
    <dgm:pt modelId="{C2247B8B-3278-464D-B879-EAE5FA5151D1}" type="pres">
      <dgm:prSet presAssocID="{5DA8B55F-6A0A-B14D-A9D0-7D07446D8DDB}" presName="thickLine" presStyleLbl="alignNode1" presStyleIdx="0" presStyleCnt="1"/>
      <dgm:spPr/>
    </dgm:pt>
    <dgm:pt modelId="{166A564D-9B89-E248-AB88-E4838B7DB6C6}" type="pres">
      <dgm:prSet presAssocID="{5DA8B55F-6A0A-B14D-A9D0-7D07446D8DDB}" presName="horz1" presStyleCnt="0"/>
      <dgm:spPr/>
    </dgm:pt>
    <dgm:pt modelId="{F8B726D3-F320-CB46-A1CE-A4EECABE8E41}" type="pres">
      <dgm:prSet presAssocID="{5DA8B55F-6A0A-B14D-A9D0-7D07446D8DDB}" presName="tx1" presStyleLbl="revTx" presStyleIdx="0" presStyleCnt="1" custLinFactY="200000" custLinFactNeighborX="0" custLinFactNeighborY="232299"/>
      <dgm:spPr/>
    </dgm:pt>
    <dgm:pt modelId="{26C85BE8-CE89-BA42-B798-A1220E9611B8}" type="pres">
      <dgm:prSet presAssocID="{5DA8B55F-6A0A-B14D-A9D0-7D07446D8DDB}" presName="vert1" presStyleCnt="0"/>
      <dgm:spPr/>
    </dgm:pt>
  </dgm:ptLst>
  <dgm:cxnLst>
    <dgm:cxn modelId="{6ECFDC61-CF2A-9145-8D7D-90F8851C6F1D}" type="presOf" srcId="{5DA8B55F-6A0A-B14D-A9D0-7D07446D8DDB}" destId="{F8B726D3-F320-CB46-A1CE-A4EECABE8E41}" srcOrd="0" destOrd="0" presId="urn:microsoft.com/office/officeart/2008/layout/LinedList"/>
    <dgm:cxn modelId="{AE4E437F-DF47-0842-AF84-511A2860ADA1}" srcId="{4C9EACA3-E4F5-D44F-9E70-7E8AADD9660B}" destId="{5DA8B55F-6A0A-B14D-A9D0-7D07446D8DDB}" srcOrd="0" destOrd="0" parTransId="{B3A60952-3876-B547-9FD6-ACE5D30C13AA}" sibTransId="{573B470A-D9F4-F847-95A2-C6DDF2AD4006}"/>
    <dgm:cxn modelId="{E3C9CF82-5260-6246-8E81-3CA646C1BA14}" type="presOf" srcId="{4C9EACA3-E4F5-D44F-9E70-7E8AADD9660B}" destId="{FB00F140-FF37-7340-8572-012F1C3CD259}" srcOrd="0" destOrd="0" presId="urn:microsoft.com/office/officeart/2008/layout/LinedList"/>
    <dgm:cxn modelId="{D00DA8C2-C936-0949-84C4-3AC12626D6A9}" type="presParOf" srcId="{FB00F140-FF37-7340-8572-012F1C3CD259}" destId="{C2247B8B-3278-464D-B879-EAE5FA5151D1}" srcOrd="0" destOrd="0" presId="urn:microsoft.com/office/officeart/2008/layout/LinedList"/>
    <dgm:cxn modelId="{5C98FD06-4CDC-1140-B00F-924EE0385C01}" type="presParOf" srcId="{FB00F140-FF37-7340-8572-012F1C3CD259}" destId="{166A564D-9B89-E248-AB88-E4838B7DB6C6}" srcOrd="1" destOrd="0" presId="urn:microsoft.com/office/officeart/2008/layout/LinedList"/>
    <dgm:cxn modelId="{F7204CCA-3D49-5341-AC0F-4FA389D787BC}" type="presParOf" srcId="{166A564D-9B89-E248-AB88-E4838B7DB6C6}" destId="{F8B726D3-F320-CB46-A1CE-A4EECABE8E41}" srcOrd="0" destOrd="0" presId="urn:microsoft.com/office/officeart/2008/layout/LinedList"/>
    <dgm:cxn modelId="{94490F48-09D1-284B-93EA-556D64EE1FC8}" type="presParOf" srcId="{166A564D-9B89-E248-AB88-E4838B7DB6C6}" destId="{26C85BE8-CE89-BA42-B798-A1220E9611B8}" srcOrd="1" destOrd="0" presId="urn:microsoft.com/office/officeart/2008/layout/LinedList"/>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119.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0.xml><?xml version="1.0" encoding="utf-8"?>
<dgm:dataModel xmlns:dgm="http://schemas.openxmlformats.org/drawingml/2006/diagram" xmlns:a="http://schemas.openxmlformats.org/drawingml/2006/main">
  <dgm:ptLst>
    <dgm:pt modelId="{B9821ADE-2A2B-C342-8398-CEECD4CD7337}"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dgm:pt modelId="{695AD890-3A06-574C-BB7E-B607393297F4}">
      <dgm:prSet/>
      <dgm:spPr/>
      <dgm:t>
        <a:bodyPr/>
        <a:lstStyle/>
        <a:p>
          <a:pPr>
            <a:buNone/>
          </a:pPr>
          <a:r>
            <a:rPr lang="en-US" dirty="0"/>
            <a:t>Cylindrical monitor</a:t>
          </a:r>
          <a:endParaRPr lang="en-DK" dirty="0"/>
        </a:p>
      </dgm:t>
    </dgm:pt>
    <dgm:pt modelId="{51475AAB-F9BB-A842-8B49-CE8F4B0D592F}" type="parTrans" cxnId="{91E5EF26-B8A8-904A-8766-FB1548282182}">
      <dgm:prSet/>
      <dgm:spPr/>
      <dgm:t>
        <a:bodyPr/>
        <a:lstStyle/>
        <a:p>
          <a:endParaRPr lang="en-US"/>
        </a:p>
      </dgm:t>
    </dgm:pt>
    <dgm:pt modelId="{EDA63FA5-4ECF-E240-B089-CAE113130252}" type="sibTrans" cxnId="{91E5EF26-B8A8-904A-8766-FB1548282182}">
      <dgm:prSet/>
      <dgm:spPr/>
      <dgm:t>
        <a:bodyPr/>
        <a:lstStyle/>
        <a:p>
          <a:endParaRPr lang="en-US"/>
        </a:p>
      </dgm:t>
    </dgm:pt>
    <mc:AlternateContent xmlns:mc="http://schemas.openxmlformats.org/markup-compatibility/2006" xmlns:a14="http://schemas.microsoft.com/office/drawing/2010/main">
      <mc:Choice Requires="a14">
        <dgm:pt modelId="{3F3A78CC-A0EF-664B-8105-5DC9AA489797}">
          <dgm:prSet/>
          <dgm:spPr/>
          <dgm:t>
            <a:bodyPr/>
            <a:lstStyle/>
            <a:p>
              <a:pPr>
                <a:buFont typeface="Arial" panose="020B0604020202020204" pitchFamily="34" charset="0"/>
                <a:buChar char="•"/>
              </a:pPr>
              <a:r>
                <a:rPr lang="en-US" dirty="0"/>
                <a:t>Left-right asymmetry after zero bin shift: </a:t>
              </a:r>
              <a14:m>
                <m:oMath xmlns:m="http://schemas.openxmlformats.org/officeDocument/2006/math">
                  <m:r>
                    <a:rPr lang="en-DK" i="1">
                      <a:latin typeface="Cambria Math" panose="02040503050406030204" pitchFamily="18" charset="0"/>
                    </a:rPr>
                    <m:t>3</m:t>
                  </m:r>
                  <m:r>
                    <a:rPr lang="en-DK" b="0" i="1">
                      <a:latin typeface="Cambria Math" panose="02040503050406030204" pitchFamily="18" charset="0"/>
                    </a:rPr>
                    <m:t>.60</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3F3A78CC-A0EF-664B-8105-5DC9AA489797}">
          <dgm:prSet/>
          <dgm:spPr/>
          <dgm:t>
            <a:bodyPr/>
            <a:lstStyle/>
            <a:p>
              <a:pPr>
                <a:buFont typeface="Arial" panose="020B0604020202020204" pitchFamily="34" charset="0"/>
                <a:buChar char="•"/>
              </a:pPr>
              <a:r>
                <a:rPr lang="en-US" dirty="0"/>
                <a:t>Left-right asymmetry after zero bin shift: </a:t>
              </a:r>
              <a:r>
                <a:rPr lang="en-DK" i="0">
                  <a:latin typeface="Cambria Math" panose="02040503050406030204" pitchFamily="18" charset="0"/>
                </a:rPr>
                <a:t>3</a:t>
              </a:r>
              <a:r>
                <a:rPr lang="en-DK" b="0" i="0">
                  <a:latin typeface="Cambria Math" panose="02040503050406030204" pitchFamily="18" charset="0"/>
                </a:rPr>
                <a:t>.60</a:t>
              </a:r>
              <a:r>
                <a:rPr lang="en-DK" i="0">
                  <a:latin typeface="Cambria Math" panose="02040503050406030204" pitchFamily="18" charset="0"/>
                </a:rPr>
                <a:t>×10^(−2)</a:t>
              </a:r>
              <a:endParaRPr lang="en-DK" dirty="0"/>
            </a:p>
          </dgm:t>
        </dgm:pt>
      </mc:Fallback>
    </mc:AlternateContent>
    <dgm:pt modelId="{464B953F-34FB-7A49-91DB-B263AEA274C0}" type="parTrans" cxnId="{4743A6E3-2849-9C44-BC97-A3D3E1FFCAE5}">
      <dgm:prSet/>
      <dgm:spPr/>
      <dgm:t>
        <a:bodyPr/>
        <a:lstStyle/>
        <a:p>
          <a:endParaRPr lang="en-US"/>
        </a:p>
      </dgm:t>
    </dgm:pt>
    <dgm:pt modelId="{14BEAC01-3474-9543-89FC-4A69E8A27F94}" type="sibTrans" cxnId="{4743A6E3-2849-9C44-BC97-A3D3E1FFCAE5}">
      <dgm:prSet/>
      <dgm:spPr/>
      <dgm:t>
        <a:bodyPr/>
        <a:lstStyle/>
        <a:p>
          <a:endParaRPr lang="en-US"/>
        </a:p>
      </dgm:t>
    </dgm:pt>
    <mc:AlternateContent xmlns:mc="http://schemas.openxmlformats.org/markup-compatibility/2006" xmlns:a14="http://schemas.microsoft.com/office/drawing/2010/main">
      <mc:Choice Requires="a14">
        <dgm:pt modelId="{F6C842F0-A19A-0D41-B709-06FAC76460F2}">
          <dgm:prSet/>
          <dgm:spPr/>
          <dgm:t>
            <a:bodyPr/>
            <a:lstStyle/>
            <a:p>
              <a:pPr>
                <a:buFont typeface="Arial" panose="020B0604020202020204" pitchFamily="34" charset="0"/>
                <a:buChar char="•"/>
              </a:pPr>
              <a:r>
                <a:rPr lang="en-US" dirty="0"/>
                <a:t>Left-right asymmetry after one bin shift: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63</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DK" dirty="0"/>
            </a:p>
          </dgm:t>
        </dgm:pt>
      </mc:Choice>
      <mc:Fallback xmlns="">
        <dgm:pt modelId="{F6C842F0-A19A-0D41-B709-06FAC76460F2}">
          <dgm:prSet/>
          <dgm:spPr/>
          <dgm:t>
            <a:bodyPr/>
            <a:lstStyle/>
            <a:p>
              <a:pPr>
                <a:buFont typeface="Arial" panose="020B0604020202020204" pitchFamily="34" charset="0"/>
                <a:buChar char="•"/>
              </a:pPr>
              <a:r>
                <a:rPr lang="en-US" dirty="0"/>
                <a:t>Left-right asymmetry after one bin shift: </a:t>
              </a:r>
              <a:r>
                <a:rPr lang="en-DK" i="0">
                  <a:latin typeface="Cambria Math" panose="02040503050406030204" pitchFamily="18" charset="0"/>
                </a:rPr>
                <a:t>1.</a:t>
              </a:r>
              <a:r>
                <a:rPr lang="en-DK" b="0" i="0">
                  <a:latin typeface="Cambria Math" panose="02040503050406030204" pitchFamily="18" charset="0"/>
                </a:rPr>
                <a:t>63</a:t>
              </a:r>
              <a:r>
                <a:rPr lang="en-DK" i="0">
                  <a:latin typeface="Cambria Math" panose="02040503050406030204" pitchFamily="18" charset="0"/>
                </a:rPr>
                <a:t>×10^(−</a:t>
              </a:r>
              <a:r>
                <a:rPr lang="en-DK" b="0" i="0">
                  <a:latin typeface="Cambria Math" panose="02040503050406030204" pitchFamily="18" charset="0"/>
                </a:rPr>
                <a:t>6)</a:t>
              </a:r>
              <a:endParaRPr lang="en-DK" dirty="0"/>
            </a:p>
          </dgm:t>
        </dgm:pt>
      </mc:Fallback>
    </mc:AlternateContent>
    <dgm:pt modelId="{B0E41FBA-2CA6-5F4F-8C16-548FA1061C3A}" type="parTrans" cxnId="{591C1159-9962-0241-BF7E-93CA727234D6}">
      <dgm:prSet/>
      <dgm:spPr/>
      <dgm:t>
        <a:bodyPr/>
        <a:lstStyle/>
        <a:p>
          <a:endParaRPr lang="en-US"/>
        </a:p>
      </dgm:t>
    </dgm:pt>
    <dgm:pt modelId="{E045CF2B-3353-D34C-AF09-C0B991F4EE04}" type="sibTrans" cxnId="{591C1159-9962-0241-BF7E-93CA727234D6}">
      <dgm:prSet/>
      <dgm:spPr/>
      <dgm:t>
        <a:bodyPr/>
        <a:lstStyle/>
        <a:p>
          <a:endParaRPr lang="en-US"/>
        </a:p>
      </dgm:t>
    </dgm:pt>
    <dgm:pt modelId="{9C38E735-B984-DE40-BA24-1F8E2AD28C36}" type="pres">
      <dgm:prSet presAssocID="{B9821ADE-2A2B-C342-8398-CEECD4CD7337}" presName="Name0" presStyleCnt="0">
        <dgm:presLayoutVars>
          <dgm:dir/>
          <dgm:resizeHandles val="exact"/>
        </dgm:presLayoutVars>
      </dgm:prSet>
      <dgm:spPr/>
    </dgm:pt>
    <dgm:pt modelId="{679BE3E5-46CF-EB4E-9E9D-8753BA455499}" type="pres">
      <dgm:prSet presAssocID="{695AD890-3A06-574C-BB7E-B607393297F4}" presName="composite" presStyleCnt="0"/>
      <dgm:spPr/>
    </dgm:pt>
    <dgm:pt modelId="{9794AB50-04ED-FE42-A749-7DA364F3475F}" type="pres">
      <dgm:prSet presAssocID="{695AD890-3A06-574C-BB7E-B607393297F4}" presName="rect1" presStyleLbl="trAlignAcc1" presStyleIdx="0" presStyleCnt="1">
        <dgm:presLayoutVars>
          <dgm:bulletEnabled val="1"/>
        </dgm:presLayoutVars>
      </dgm:prSet>
      <dgm:spPr/>
    </dgm:pt>
    <dgm:pt modelId="{949162AB-08D0-5B46-8E0D-6FA61D4046E6}" type="pres">
      <dgm:prSet presAssocID="{695AD890-3A06-574C-BB7E-B607393297F4}" presName="rect2" presStyleLbl="fgImgPlace1" presStyleIdx="0" presStyleCnt="1"/>
      <dgm:spPr/>
    </dgm:pt>
  </dgm:ptLst>
  <dgm:cxnLst>
    <dgm:cxn modelId="{512BE302-8AE1-2640-BA14-24D75421869E}" type="presOf" srcId="{695AD890-3A06-574C-BB7E-B607393297F4}" destId="{9794AB50-04ED-FE42-A749-7DA364F3475F}" srcOrd="0" destOrd="0" presId="urn:microsoft.com/office/officeart/2008/layout/PictureStrips"/>
    <dgm:cxn modelId="{91E5EF26-B8A8-904A-8766-FB1548282182}" srcId="{B9821ADE-2A2B-C342-8398-CEECD4CD7337}" destId="{695AD890-3A06-574C-BB7E-B607393297F4}" srcOrd="0" destOrd="0" parTransId="{51475AAB-F9BB-A842-8B49-CE8F4B0D592F}" sibTransId="{EDA63FA5-4ECF-E240-B089-CAE113130252}"/>
    <dgm:cxn modelId="{8CD24544-7252-BE49-BB07-F62424B65319}" type="presOf" srcId="{3F3A78CC-A0EF-664B-8105-5DC9AA489797}" destId="{9794AB50-04ED-FE42-A749-7DA364F3475F}" srcOrd="0" destOrd="1" presId="urn:microsoft.com/office/officeart/2008/layout/PictureStrips"/>
    <dgm:cxn modelId="{591C1159-9962-0241-BF7E-93CA727234D6}" srcId="{695AD890-3A06-574C-BB7E-B607393297F4}" destId="{F6C842F0-A19A-0D41-B709-06FAC76460F2}" srcOrd="1" destOrd="0" parTransId="{B0E41FBA-2CA6-5F4F-8C16-548FA1061C3A}" sibTransId="{E045CF2B-3353-D34C-AF09-C0B991F4EE04}"/>
    <dgm:cxn modelId="{DA03006A-5D50-F74A-A7A6-59FD158AC412}" type="presOf" srcId="{B9821ADE-2A2B-C342-8398-CEECD4CD7337}" destId="{9C38E735-B984-DE40-BA24-1F8E2AD28C36}" srcOrd="0" destOrd="0" presId="urn:microsoft.com/office/officeart/2008/layout/PictureStrips"/>
    <dgm:cxn modelId="{4743A6E3-2849-9C44-BC97-A3D3E1FFCAE5}" srcId="{695AD890-3A06-574C-BB7E-B607393297F4}" destId="{3F3A78CC-A0EF-664B-8105-5DC9AA489797}" srcOrd="0" destOrd="0" parTransId="{464B953F-34FB-7A49-91DB-B263AEA274C0}" sibTransId="{14BEAC01-3474-9543-89FC-4A69E8A27F94}"/>
    <dgm:cxn modelId="{AE6FF2E9-8311-3B46-97A4-51AFF1100D2D}" type="presOf" srcId="{F6C842F0-A19A-0D41-B709-06FAC76460F2}" destId="{9794AB50-04ED-FE42-A749-7DA364F3475F}" srcOrd="0" destOrd="2" presId="urn:microsoft.com/office/officeart/2008/layout/PictureStrips"/>
    <dgm:cxn modelId="{5C3B96AD-F67B-044B-AADA-A0AFD3295EC1}" type="presParOf" srcId="{9C38E735-B984-DE40-BA24-1F8E2AD28C36}" destId="{679BE3E5-46CF-EB4E-9E9D-8753BA455499}" srcOrd="0" destOrd="0" presId="urn:microsoft.com/office/officeart/2008/layout/PictureStrips"/>
    <dgm:cxn modelId="{35B3333E-8540-9A4E-8AD6-02B9278270EA}" type="presParOf" srcId="{679BE3E5-46CF-EB4E-9E9D-8753BA455499}" destId="{9794AB50-04ED-FE42-A749-7DA364F3475F}" srcOrd="0" destOrd="0" presId="urn:microsoft.com/office/officeart/2008/layout/PictureStrips"/>
    <dgm:cxn modelId="{4E1348EE-D520-AB43-86BB-99565D2AD119}" type="presParOf" srcId="{679BE3E5-46CF-EB4E-9E9D-8753BA455499}" destId="{949162AB-08D0-5B46-8E0D-6FA61D4046E6}" srcOrd="1" destOrd="0" presId="urn:microsoft.com/office/officeart/2008/layout/PictureStrip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1.xml><?xml version="1.0" encoding="utf-8"?>
<dgm:dataModel xmlns:dgm="http://schemas.openxmlformats.org/drawingml/2006/diagram" xmlns:a="http://schemas.openxmlformats.org/drawingml/2006/main">
  <dgm:ptLst>
    <dgm:pt modelId="{B9821ADE-2A2B-C342-8398-CEECD4CD7337}"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dgm:pt modelId="{695AD890-3A06-574C-BB7E-B607393297F4}">
      <dgm:prSet/>
      <dgm:spPr>
        <a:blipFill>
          <a:blip xmlns:r="http://schemas.openxmlformats.org/officeDocument/2006/relationships" r:embed="rId1"/>
          <a:stretch>
            <a:fillRect t="-1258"/>
          </a:stretch>
        </a:blipFill>
      </dgm:spPr>
      <dgm:t>
        <a:bodyPr/>
        <a:lstStyle/>
        <a:p>
          <a:r>
            <a:rPr lang="en-US">
              <a:noFill/>
            </a:rPr>
            <a:t> </a:t>
          </a:r>
        </a:p>
      </dgm:t>
    </dgm:pt>
    <dgm:pt modelId="{51475AAB-F9BB-A842-8B49-CE8F4B0D592F}" type="parTrans" cxnId="{91E5EF26-B8A8-904A-8766-FB1548282182}">
      <dgm:prSet/>
      <dgm:spPr/>
      <dgm:t>
        <a:bodyPr/>
        <a:lstStyle/>
        <a:p>
          <a:endParaRPr lang="en-US"/>
        </a:p>
      </dgm:t>
    </dgm:pt>
    <dgm:pt modelId="{EDA63FA5-4ECF-E240-B089-CAE113130252}" type="sibTrans" cxnId="{91E5EF26-B8A8-904A-8766-FB1548282182}">
      <dgm:prSet/>
      <dgm:spPr/>
      <dgm:t>
        <a:bodyPr/>
        <a:lstStyle/>
        <a:p>
          <a:endParaRPr lang="en-US"/>
        </a:p>
      </dgm:t>
    </dgm:pt>
    <dgm:pt modelId="{3F3A78CC-A0EF-664B-8105-5DC9AA489797}">
      <dgm:prSet/>
      <dgm:spPr/>
      <dgm:t>
        <a:bodyPr/>
        <a:lstStyle/>
        <a:p>
          <a:r>
            <a:rPr lang="en-US">
              <a:noFill/>
            </a:rPr>
            <a:t> </a:t>
          </a:r>
        </a:p>
      </dgm:t>
    </dgm:pt>
    <dgm:pt modelId="{464B953F-34FB-7A49-91DB-B263AEA274C0}" type="parTrans" cxnId="{4743A6E3-2849-9C44-BC97-A3D3E1FFCAE5}">
      <dgm:prSet/>
      <dgm:spPr/>
      <dgm:t>
        <a:bodyPr/>
        <a:lstStyle/>
        <a:p>
          <a:endParaRPr lang="en-US"/>
        </a:p>
      </dgm:t>
    </dgm:pt>
    <dgm:pt modelId="{14BEAC01-3474-9543-89FC-4A69E8A27F94}" type="sibTrans" cxnId="{4743A6E3-2849-9C44-BC97-A3D3E1FFCAE5}">
      <dgm:prSet/>
      <dgm:spPr/>
      <dgm:t>
        <a:bodyPr/>
        <a:lstStyle/>
        <a:p>
          <a:endParaRPr lang="en-US"/>
        </a:p>
      </dgm:t>
    </dgm:pt>
    <dgm:pt modelId="{F6C842F0-A19A-0D41-B709-06FAC76460F2}">
      <dgm:prSet/>
      <dgm:spPr/>
      <dgm:t>
        <a:bodyPr/>
        <a:lstStyle/>
        <a:p>
          <a:r>
            <a:rPr lang="en-US">
              <a:noFill/>
            </a:rPr>
            <a:t> </a:t>
          </a:r>
        </a:p>
      </dgm:t>
    </dgm:pt>
    <dgm:pt modelId="{B0E41FBA-2CA6-5F4F-8C16-548FA1061C3A}" type="parTrans" cxnId="{591C1159-9962-0241-BF7E-93CA727234D6}">
      <dgm:prSet/>
      <dgm:spPr/>
      <dgm:t>
        <a:bodyPr/>
        <a:lstStyle/>
        <a:p>
          <a:endParaRPr lang="en-US"/>
        </a:p>
      </dgm:t>
    </dgm:pt>
    <dgm:pt modelId="{E045CF2B-3353-D34C-AF09-C0B991F4EE04}" type="sibTrans" cxnId="{591C1159-9962-0241-BF7E-93CA727234D6}">
      <dgm:prSet/>
      <dgm:spPr/>
      <dgm:t>
        <a:bodyPr/>
        <a:lstStyle/>
        <a:p>
          <a:endParaRPr lang="en-US"/>
        </a:p>
      </dgm:t>
    </dgm:pt>
    <dgm:pt modelId="{9C38E735-B984-DE40-BA24-1F8E2AD28C36}" type="pres">
      <dgm:prSet presAssocID="{B9821ADE-2A2B-C342-8398-CEECD4CD7337}" presName="Name0" presStyleCnt="0">
        <dgm:presLayoutVars>
          <dgm:dir/>
          <dgm:resizeHandles val="exact"/>
        </dgm:presLayoutVars>
      </dgm:prSet>
      <dgm:spPr/>
    </dgm:pt>
    <dgm:pt modelId="{679BE3E5-46CF-EB4E-9E9D-8753BA455499}" type="pres">
      <dgm:prSet presAssocID="{695AD890-3A06-574C-BB7E-B607393297F4}" presName="composite" presStyleCnt="0"/>
      <dgm:spPr/>
    </dgm:pt>
    <dgm:pt modelId="{9794AB50-04ED-FE42-A749-7DA364F3475F}" type="pres">
      <dgm:prSet presAssocID="{695AD890-3A06-574C-BB7E-B607393297F4}" presName="rect1" presStyleLbl="trAlignAcc1" presStyleIdx="0" presStyleCnt="1">
        <dgm:presLayoutVars>
          <dgm:bulletEnabled val="1"/>
        </dgm:presLayoutVars>
      </dgm:prSet>
      <dgm:spPr/>
    </dgm:pt>
    <dgm:pt modelId="{949162AB-08D0-5B46-8E0D-6FA61D4046E6}" type="pres">
      <dgm:prSet presAssocID="{695AD890-3A06-574C-BB7E-B607393297F4}" presName="rect2" presStyleLbl="fgImgPlace1" presStyleIdx="0" presStyleCnt="1"/>
      <dgm:spPr/>
    </dgm:pt>
  </dgm:ptLst>
  <dgm:cxnLst>
    <dgm:cxn modelId="{512BE302-8AE1-2640-BA14-24D75421869E}" type="presOf" srcId="{695AD890-3A06-574C-BB7E-B607393297F4}" destId="{9794AB50-04ED-FE42-A749-7DA364F3475F}" srcOrd="0" destOrd="0" presId="urn:microsoft.com/office/officeart/2008/layout/PictureStrips"/>
    <dgm:cxn modelId="{91E5EF26-B8A8-904A-8766-FB1548282182}" srcId="{B9821ADE-2A2B-C342-8398-CEECD4CD7337}" destId="{695AD890-3A06-574C-BB7E-B607393297F4}" srcOrd="0" destOrd="0" parTransId="{51475AAB-F9BB-A842-8B49-CE8F4B0D592F}" sibTransId="{EDA63FA5-4ECF-E240-B089-CAE113130252}"/>
    <dgm:cxn modelId="{8CD24544-7252-BE49-BB07-F62424B65319}" type="presOf" srcId="{3F3A78CC-A0EF-664B-8105-5DC9AA489797}" destId="{9794AB50-04ED-FE42-A749-7DA364F3475F}" srcOrd="0" destOrd="1" presId="urn:microsoft.com/office/officeart/2008/layout/PictureStrips"/>
    <dgm:cxn modelId="{591C1159-9962-0241-BF7E-93CA727234D6}" srcId="{695AD890-3A06-574C-BB7E-B607393297F4}" destId="{F6C842F0-A19A-0D41-B709-06FAC76460F2}" srcOrd="1" destOrd="0" parTransId="{B0E41FBA-2CA6-5F4F-8C16-548FA1061C3A}" sibTransId="{E045CF2B-3353-D34C-AF09-C0B991F4EE04}"/>
    <dgm:cxn modelId="{DA03006A-5D50-F74A-A7A6-59FD158AC412}" type="presOf" srcId="{B9821ADE-2A2B-C342-8398-CEECD4CD7337}" destId="{9C38E735-B984-DE40-BA24-1F8E2AD28C36}" srcOrd="0" destOrd="0" presId="urn:microsoft.com/office/officeart/2008/layout/PictureStrips"/>
    <dgm:cxn modelId="{4743A6E3-2849-9C44-BC97-A3D3E1FFCAE5}" srcId="{695AD890-3A06-574C-BB7E-B607393297F4}" destId="{3F3A78CC-A0EF-664B-8105-5DC9AA489797}" srcOrd="0" destOrd="0" parTransId="{464B953F-34FB-7A49-91DB-B263AEA274C0}" sibTransId="{14BEAC01-3474-9543-89FC-4A69E8A27F94}"/>
    <dgm:cxn modelId="{AE6FF2E9-8311-3B46-97A4-51AFF1100D2D}" type="presOf" srcId="{F6C842F0-A19A-0D41-B709-06FAC76460F2}" destId="{9794AB50-04ED-FE42-A749-7DA364F3475F}" srcOrd="0" destOrd="2" presId="urn:microsoft.com/office/officeart/2008/layout/PictureStrips"/>
    <dgm:cxn modelId="{5C3B96AD-F67B-044B-AADA-A0AFD3295EC1}" type="presParOf" srcId="{9C38E735-B984-DE40-BA24-1F8E2AD28C36}" destId="{679BE3E5-46CF-EB4E-9E9D-8753BA455499}" srcOrd="0" destOrd="0" presId="urn:microsoft.com/office/officeart/2008/layout/PictureStrips"/>
    <dgm:cxn modelId="{35B3333E-8540-9A4E-8AD6-02B9278270EA}" type="presParOf" srcId="{679BE3E5-46CF-EB4E-9E9D-8753BA455499}" destId="{9794AB50-04ED-FE42-A749-7DA364F3475F}" srcOrd="0" destOrd="0" presId="urn:microsoft.com/office/officeart/2008/layout/PictureStrips"/>
    <dgm:cxn modelId="{4E1348EE-D520-AB43-86BB-99565D2AD119}" type="presParOf" srcId="{679BE3E5-46CF-EB4E-9E9D-8753BA455499}" destId="{949162AB-08D0-5B46-8E0D-6FA61D4046E6}" srcOrd="1" destOrd="0" presId="urn:microsoft.com/office/officeart/2008/layout/PictureStrips"/>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22.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3.xml><?xml version="1.0" encoding="utf-8"?>
<dgm:dataModel xmlns:dgm="http://schemas.openxmlformats.org/drawingml/2006/diagram" xmlns:a="http://schemas.openxmlformats.org/drawingml/2006/main">
  <dgm:ptLst>
    <dgm:pt modelId="{B9821ADE-2A2B-C342-8398-CEECD4CD7337}"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dgm:pt modelId="{695AD890-3A06-574C-BB7E-B607393297F4}">
      <dgm:prSet/>
      <dgm:spPr/>
      <dgm:t>
        <a:bodyPr/>
        <a:lstStyle/>
        <a:p>
          <a:pPr>
            <a:buNone/>
          </a:pPr>
          <a:r>
            <a:rPr lang="en-US" dirty="0"/>
            <a:t>Cylindrical monitor</a:t>
          </a:r>
          <a:endParaRPr lang="en-DK" dirty="0"/>
        </a:p>
      </dgm:t>
    </dgm:pt>
    <dgm:pt modelId="{51475AAB-F9BB-A842-8B49-CE8F4B0D592F}" type="parTrans" cxnId="{91E5EF26-B8A8-904A-8766-FB1548282182}">
      <dgm:prSet/>
      <dgm:spPr/>
      <dgm:t>
        <a:bodyPr/>
        <a:lstStyle/>
        <a:p>
          <a:endParaRPr lang="en-US"/>
        </a:p>
      </dgm:t>
    </dgm:pt>
    <dgm:pt modelId="{EDA63FA5-4ECF-E240-B089-CAE113130252}" type="sibTrans" cxnId="{91E5EF26-B8A8-904A-8766-FB1548282182}">
      <dgm:prSet/>
      <dgm:spPr/>
      <dgm:t>
        <a:bodyPr/>
        <a:lstStyle/>
        <a:p>
          <a:endParaRPr lang="en-US"/>
        </a:p>
      </dgm:t>
    </dgm:pt>
    <mc:AlternateContent xmlns:mc="http://schemas.openxmlformats.org/markup-compatibility/2006" xmlns:a14="http://schemas.microsoft.com/office/drawing/2010/main">
      <mc:Choice Requires="a14">
        <dgm:pt modelId="{3F3A78CC-A0EF-664B-8105-5DC9AA489797}">
          <dgm:prSet/>
          <dgm:spPr/>
          <dgm:t>
            <a:bodyPr/>
            <a:lstStyle/>
            <a:p>
              <a:pPr>
                <a:buFont typeface="Arial" panose="020B0604020202020204" pitchFamily="34" charset="0"/>
                <a:buChar char="•"/>
              </a:pPr>
              <a:r>
                <a:rPr lang="en-US" dirty="0"/>
                <a:t>Left-right asymmetry after zero bin shift: </a:t>
              </a:r>
              <a14:m>
                <m:oMath xmlns:m="http://schemas.openxmlformats.org/officeDocument/2006/math">
                  <m:r>
                    <a:rPr lang="en-DK" i="1">
                      <a:latin typeface="Cambria Math" panose="02040503050406030204" pitchFamily="18" charset="0"/>
                    </a:rPr>
                    <m:t>3</m:t>
                  </m:r>
                  <m:r>
                    <a:rPr lang="en-DK" b="0" i="1">
                      <a:latin typeface="Cambria Math" panose="02040503050406030204" pitchFamily="18" charset="0"/>
                    </a:rPr>
                    <m:t>.60</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3F3A78CC-A0EF-664B-8105-5DC9AA489797}">
          <dgm:prSet/>
          <dgm:spPr/>
          <dgm:t>
            <a:bodyPr/>
            <a:lstStyle/>
            <a:p>
              <a:pPr>
                <a:buFont typeface="Arial" panose="020B0604020202020204" pitchFamily="34" charset="0"/>
                <a:buChar char="•"/>
              </a:pPr>
              <a:r>
                <a:rPr lang="en-US" dirty="0"/>
                <a:t>Left-right asymmetry after zero bin shift: </a:t>
              </a:r>
              <a:r>
                <a:rPr lang="en-DK" i="0">
                  <a:latin typeface="Cambria Math" panose="02040503050406030204" pitchFamily="18" charset="0"/>
                </a:rPr>
                <a:t>3</a:t>
              </a:r>
              <a:r>
                <a:rPr lang="en-DK" b="0" i="0">
                  <a:latin typeface="Cambria Math" panose="02040503050406030204" pitchFamily="18" charset="0"/>
                </a:rPr>
                <a:t>.60</a:t>
              </a:r>
              <a:r>
                <a:rPr lang="en-DK" i="0">
                  <a:latin typeface="Cambria Math" panose="02040503050406030204" pitchFamily="18" charset="0"/>
                </a:rPr>
                <a:t>×10^(−2)</a:t>
              </a:r>
              <a:endParaRPr lang="en-DK" dirty="0"/>
            </a:p>
          </dgm:t>
        </dgm:pt>
      </mc:Fallback>
    </mc:AlternateContent>
    <dgm:pt modelId="{464B953F-34FB-7A49-91DB-B263AEA274C0}" type="parTrans" cxnId="{4743A6E3-2849-9C44-BC97-A3D3E1FFCAE5}">
      <dgm:prSet/>
      <dgm:spPr/>
      <dgm:t>
        <a:bodyPr/>
        <a:lstStyle/>
        <a:p>
          <a:endParaRPr lang="en-US"/>
        </a:p>
      </dgm:t>
    </dgm:pt>
    <dgm:pt modelId="{14BEAC01-3474-9543-89FC-4A69E8A27F94}" type="sibTrans" cxnId="{4743A6E3-2849-9C44-BC97-A3D3E1FFCAE5}">
      <dgm:prSet/>
      <dgm:spPr/>
      <dgm:t>
        <a:bodyPr/>
        <a:lstStyle/>
        <a:p>
          <a:endParaRPr lang="en-US"/>
        </a:p>
      </dgm:t>
    </dgm:pt>
    <mc:AlternateContent xmlns:mc="http://schemas.openxmlformats.org/markup-compatibility/2006" xmlns:a14="http://schemas.microsoft.com/office/drawing/2010/main">
      <mc:Choice Requires="a14">
        <dgm:pt modelId="{F6C842F0-A19A-0D41-B709-06FAC76460F2}">
          <dgm:prSet/>
          <dgm:spPr/>
          <dgm:t>
            <a:bodyPr/>
            <a:lstStyle/>
            <a:p>
              <a:pPr>
                <a:buFont typeface="Arial" panose="020B0604020202020204" pitchFamily="34" charset="0"/>
                <a:buChar char="•"/>
              </a:pPr>
              <a:r>
                <a:rPr lang="en-US" dirty="0"/>
                <a:t>Left-right asymmetry after one bin shift: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63</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DK" dirty="0"/>
            </a:p>
          </dgm:t>
        </dgm:pt>
      </mc:Choice>
      <mc:Fallback xmlns="">
        <dgm:pt modelId="{F6C842F0-A19A-0D41-B709-06FAC76460F2}">
          <dgm:prSet/>
          <dgm:spPr/>
          <dgm:t>
            <a:bodyPr/>
            <a:lstStyle/>
            <a:p>
              <a:pPr>
                <a:buFont typeface="Arial" panose="020B0604020202020204" pitchFamily="34" charset="0"/>
                <a:buChar char="•"/>
              </a:pPr>
              <a:r>
                <a:rPr lang="en-US" dirty="0"/>
                <a:t>Left-right asymmetry after one bin shift: </a:t>
              </a:r>
              <a:r>
                <a:rPr lang="en-DK" i="0">
                  <a:latin typeface="Cambria Math" panose="02040503050406030204" pitchFamily="18" charset="0"/>
                </a:rPr>
                <a:t>1.</a:t>
              </a:r>
              <a:r>
                <a:rPr lang="en-DK" b="0" i="0">
                  <a:latin typeface="Cambria Math" panose="02040503050406030204" pitchFamily="18" charset="0"/>
                </a:rPr>
                <a:t>63</a:t>
              </a:r>
              <a:r>
                <a:rPr lang="en-DK" i="0">
                  <a:latin typeface="Cambria Math" panose="02040503050406030204" pitchFamily="18" charset="0"/>
                </a:rPr>
                <a:t>×10^(−</a:t>
              </a:r>
              <a:r>
                <a:rPr lang="en-DK" b="0" i="0">
                  <a:latin typeface="Cambria Math" panose="02040503050406030204" pitchFamily="18" charset="0"/>
                </a:rPr>
                <a:t>6)</a:t>
              </a:r>
              <a:endParaRPr lang="en-DK" dirty="0"/>
            </a:p>
          </dgm:t>
        </dgm:pt>
      </mc:Fallback>
    </mc:AlternateContent>
    <dgm:pt modelId="{B0E41FBA-2CA6-5F4F-8C16-548FA1061C3A}" type="parTrans" cxnId="{591C1159-9962-0241-BF7E-93CA727234D6}">
      <dgm:prSet/>
      <dgm:spPr/>
      <dgm:t>
        <a:bodyPr/>
        <a:lstStyle/>
        <a:p>
          <a:endParaRPr lang="en-US"/>
        </a:p>
      </dgm:t>
    </dgm:pt>
    <dgm:pt modelId="{E045CF2B-3353-D34C-AF09-C0B991F4EE04}" type="sibTrans" cxnId="{591C1159-9962-0241-BF7E-93CA727234D6}">
      <dgm:prSet/>
      <dgm:spPr/>
      <dgm:t>
        <a:bodyPr/>
        <a:lstStyle/>
        <a:p>
          <a:endParaRPr lang="en-US"/>
        </a:p>
      </dgm:t>
    </dgm:pt>
    <dgm:pt modelId="{9C38E735-B984-DE40-BA24-1F8E2AD28C36}" type="pres">
      <dgm:prSet presAssocID="{B9821ADE-2A2B-C342-8398-CEECD4CD7337}" presName="Name0" presStyleCnt="0">
        <dgm:presLayoutVars>
          <dgm:dir/>
          <dgm:resizeHandles val="exact"/>
        </dgm:presLayoutVars>
      </dgm:prSet>
      <dgm:spPr/>
    </dgm:pt>
    <dgm:pt modelId="{679BE3E5-46CF-EB4E-9E9D-8753BA455499}" type="pres">
      <dgm:prSet presAssocID="{695AD890-3A06-574C-BB7E-B607393297F4}" presName="composite" presStyleCnt="0"/>
      <dgm:spPr/>
    </dgm:pt>
    <dgm:pt modelId="{9794AB50-04ED-FE42-A749-7DA364F3475F}" type="pres">
      <dgm:prSet presAssocID="{695AD890-3A06-574C-BB7E-B607393297F4}" presName="rect1" presStyleLbl="trAlignAcc1" presStyleIdx="0" presStyleCnt="1">
        <dgm:presLayoutVars>
          <dgm:bulletEnabled val="1"/>
        </dgm:presLayoutVars>
      </dgm:prSet>
      <dgm:spPr/>
    </dgm:pt>
    <dgm:pt modelId="{949162AB-08D0-5B46-8E0D-6FA61D4046E6}" type="pres">
      <dgm:prSet presAssocID="{695AD890-3A06-574C-BB7E-B607393297F4}" presName="rect2" presStyleLbl="fgImgPlace1" presStyleIdx="0" presStyleCnt="1"/>
      <dgm:spPr/>
    </dgm:pt>
  </dgm:ptLst>
  <dgm:cxnLst>
    <dgm:cxn modelId="{512BE302-8AE1-2640-BA14-24D75421869E}" type="presOf" srcId="{695AD890-3A06-574C-BB7E-B607393297F4}" destId="{9794AB50-04ED-FE42-A749-7DA364F3475F}" srcOrd="0" destOrd="0" presId="urn:microsoft.com/office/officeart/2008/layout/PictureStrips"/>
    <dgm:cxn modelId="{91E5EF26-B8A8-904A-8766-FB1548282182}" srcId="{B9821ADE-2A2B-C342-8398-CEECD4CD7337}" destId="{695AD890-3A06-574C-BB7E-B607393297F4}" srcOrd="0" destOrd="0" parTransId="{51475AAB-F9BB-A842-8B49-CE8F4B0D592F}" sibTransId="{EDA63FA5-4ECF-E240-B089-CAE113130252}"/>
    <dgm:cxn modelId="{8CD24544-7252-BE49-BB07-F62424B65319}" type="presOf" srcId="{3F3A78CC-A0EF-664B-8105-5DC9AA489797}" destId="{9794AB50-04ED-FE42-A749-7DA364F3475F}" srcOrd="0" destOrd="1" presId="urn:microsoft.com/office/officeart/2008/layout/PictureStrips"/>
    <dgm:cxn modelId="{591C1159-9962-0241-BF7E-93CA727234D6}" srcId="{695AD890-3A06-574C-BB7E-B607393297F4}" destId="{F6C842F0-A19A-0D41-B709-06FAC76460F2}" srcOrd="1" destOrd="0" parTransId="{B0E41FBA-2CA6-5F4F-8C16-548FA1061C3A}" sibTransId="{E045CF2B-3353-D34C-AF09-C0B991F4EE04}"/>
    <dgm:cxn modelId="{DA03006A-5D50-F74A-A7A6-59FD158AC412}" type="presOf" srcId="{B9821ADE-2A2B-C342-8398-CEECD4CD7337}" destId="{9C38E735-B984-DE40-BA24-1F8E2AD28C36}" srcOrd="0" destOrd="0" presId="urn:microsoft.com/office/officeart/2008/layout/PictureStrips"/>
    <dgm:cxn modelId="{4743A6E3-2849-9C44-BC97-A3D3E1FFCAE5}" srcId="{695AD890-3A06-574C-BB7E-B607393297F4}" destId="{3F3A78CC-A0EF-664B-8105-5DC9AA489797}" srcOrd="0" destOrd="0" parTransId="{464B953F-34FB-7A49-91DB-B263AEA274C0}" sibTransId="{14BEAC01-3474-9543-89FC-4A69E8A27F94}"/>
    <dgm:cxn modelId="{AE6FF2E9-8311-3B46-97A4-51AFF1100D2D}" type="presOf" srcId="{F6C842F0-A19A-0D41-B709-06FAC76460F2}" destId="{9794AB50-04ED-FE42-A749-7DA364F3475F}" srcOrd="0" destOrd="2" presId="urn:microsoft.com/office/officeart/2008/layout/PictureStrips"/>
    <dgm:cxn modelId="{5C3B96AD-F67B-044B-AADA-A0AFD3295EC1}" type="presParOf" srcId="{9C38E735-B984-DE40-BA24-1F8E2AD28C36}" destId="{679BE3E5-46CF-EB4E-9E9D-8753BA455499}" srcOrd="0" destOrd="0" presId="urn:microsoft.com/office/officeart/2008/layout/PictureStrips"/>
    <dgm:cxn modelId="{35B3333E-8540-9A4E-8AD6-02B9278270EA}" type="presParOf" srcId="{679BE3E5-46CF-EB4E-9E9D-8753BA455499}" destId="{9794AB50-04ED-FE42-A749-7DA364F3475F}" srcOrd="0" destOrd="0" presId="urn:microsoft.com/office/officeart/2008/layout/PictureStrips"/>
    <dgm:cxn modelId="{4E1348EE-D520-AB43-86BB-99565D2AD119}" type="presParOf" srcId="{679BE3E5-46CF-EB4E-9E9D-8753BA455499}" destId="{949162AB-08D0-5B46-8E0D-6FA61D4046E6}" srcOrd="1" destOrd="0" presId="urn:microsoft.com/office/officeart/2008/layout/PictureStrip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4.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5.xml><?xml version="1.0" encoding="utf-8"?>
<dgm:dataModel xmlns:dgm="http://schemas.openxmlformats.org/drawingml/2006/diagram" xmlns:a="http://schemas.openxmlformats.org/drawingml/2006/main">
  <dgm:ptLst>
    <dgm:pt modelId="{B9821ADE-2A2B-C342-8398-CEECD4CD7337}"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dgm:pt modelId="{695AD890-3A06-574C-BB7E-B607393297F4}">
      <dgm:prSet/>
      <dgm:spPr/>
      <dgm:t>
        <a:bodyPr/>
        <a:lstStyle/>
        <a:p>
          <a:pPr>
            <a:buNone/>
          </a:pPr>
          <a:r>
            <a:rPr lang="en-US" dirty="0"/>
            <a:t>Cylindrical monitor</a:t>
          </a:r>
          <a:endParaRPr lang="en-DK" dirty="0"/>
        </a:p>
      </dgm:t>
    </dgm:pt>
    <dgm:pt modelId="{51475AAB-F9BB-A842-8B49-CE8F4B0D592F}" type="parTrans" cxnId="{91E5EF26-B8A8-904A-8766-FB1548282182}">
      <dgm:prSet/>
      <dgm:spPr/>
      <dgm:t>
        <a:bodyPr/>
        <a:lstStyle/>
        <a:p>
          <a:endParaRPr lang="en-US"/>
        </a:p>
      </dgm:t>
    </dgm:pt>
    <dgm:pt modelId="{EDA63FA5-4ECF-E240-B089-CAE113130252}" type="sibTrans" cxnId="{91E5EF26-B8A8-904A-8766-FB1548282182}">
      <dgm:prSet/>
      <dgm:spPr/>
      <dgm:t>
        <a:bodyPr/>
        <a:lstStyle/>
        <a:p>
          <a:endParaRPr lang="en-US"/>
        </a:p>
      </dgm:t>
    </dgm:pt>
    <mc:AlternateContent xmlns:mc="http://schemas.openxmlformats.org/markup-compatibility/2006" xmlns:a14="http://schemas.microsoft.com/office/drawing/2010/main">
      <mc:Choice Requires="a14">
        <dgm:pt modelId="{3F3A78CC-A0EF-664B-8105-5DC9AA489797}">
          <dgm:prSet/>
          <dgm:spPr/>
          <dgm:t>
            <a:bodyPr/>
            <a:lstStyle/>
            <a:p>
              <a:pPr>
                <a:buFont typeface="Arial" panose="020B0604020202020204" pitchFamily="34" charset="0"/>
                <a:buChar char="•"/>
              </a:pPr>
              <a:r>
                <a:rPr lang="en-US" dirty="0"/>
                <a:t>Left-right asymmetry after zero bin shift: </a:t>
              </a:r>
              <a14:m>
                <m:oMath xmlns:m="http://schemas.openxmlformats.org/officeDocument/2006/math">
                  <m:r>
                    <a:rPr lang="en-DK" i="1">
                      <a:latin typeface="Cambria Math" panose="02040503050406030204" pitchFamily="18" charset="0"/>
                    </a:rPr>
                    <m:t>3</m:t>
                  </m:r>
                  <m:r>
                    <a:rPr lang="en-DK" b="0" i="1">
                      <a:latin typeface="Cambria Math" panose="02040503050406030204" pitchFamily="18" charset="0"/>
                    </a:rPr>
                    <m:t>.60</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3F3A78CC-A0EF-664B-8105-5DC9AA489797}">
          <dgm:prSet/>
          <dgm:spPr/>
          <dgm:t>
            <a:bodyPr/>
            <a:lstStyle/>
            <a:p>
              <a:pPr>
                <a:buFont typeface="Arial" panose="020B0604020202020204" pitchFamily="34" charset="0"/>
                <a:buChar char="•"/>
              </a:pPr>
              <a:r>
                <a:rPr lang="en-US" dirty="0"/>
                <a:t>Left-right asymmetry after zero bin shift: </a:t>
              </a:r>
              <a:r>
                <a:rPr lang="en-DK" i="0">
                  <a:latin typeface="Cambria Math" panose="02040503050406030204" pitchFamily="18" charset="0"/>
                </a:rPr>
                <a:t>3</a:t>
              </a:r>
              <a:r>
                <a:rPr lang="en-DK" b="0" i="0">
                  <a:latin typeface="Cambria Math" panose="02040503050406030204" pitchFamily="18" charset="0"/>
                </a:rPr>
                <a:t>.60</a:t>
              </a:r>
              <a:r>
                <a:rPr lang="en-DK" i="0">
                  <a:latin typeface="Cambria Math" panose="02040503050406030204" pitchFamily="18" charset="0"/>
                </a:rPr>
                <a:t>×10^(−2)</a:t>
              </a:r>
              <a:endParaRPr lang="en-DK" dirty="0"/>
            </a:p>
          </dgm:t>
        </dgm:pt>
      </mc:Fallback>
    </mc:AlternateContent>
    <dgm:pt modelId="{464B953F-34FB-7A49-91DB-B263AEA274C0}" type="parTrans" cxnId="{4743A6E3-2849-9C44-BC97-A3D3E1FFCAE5}">
      <dgm:prSet/>
      <dgm:spPr/>
      <dgm:t>
        <a:bodyPr/>
        <a:lstStyle/>
        <a:p>
          <a:endParaRPr lang="en-US"/>
        </a:p>
      </dgm:t>
    </dgm:pt>
    <dgm:pt modelId="{14BEAC01-3474-9543-89FC-4A69E8A27F94}" type="sibTrans" cxnId="{4743A6E3-2849-9C44-BC97-A3D3E1FFCAE5}">
      <dgm:prSet/>
      <dgm:spPr/>
      <dgm:t>
        <a:bodyPr/>
        <a:lstStyle/>
        <a:p>
          <a:endParaRPr lang="en-US"/>
        </a:p>
      </dgm:t>
    </dgm:pt>
    <mc:AlternateContent xmlns:mc="http://schemas.openxmlformats.org/markup-compatibility/2006" xmlns:a14="http://schemas.microsoft.com/office/drawing/2010/main">
      <mc:Choice Requires="a14">
        <dgm:pt modelId="{F6C842F0-A19A-0D41-B709-06FAC76460F2}">
          <dgm:prSet/>
          <dgm:spPr/>
          <dgm:t>
            <a:bodyPr/>
            <a:lstStyle/>
            <a:p>
              <a:pPr>
                <a:buFont typeface="Arial" panose="020B0604020202020204" pitchFamily="34" charset="0"/>
                <a:buChar char="•"/>
              </a:pPr>
              <a:r>
                <a:rPr lang="en-US" dirty="0"/>
                <a:t>Left-right asymmetry after one bin shift: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63</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DK" dirty="0"/>
            </a:p>
          </dgm:t>
        </dgm:pt>
      </mc:Choice>
      <mc:Fallback xmlns="">
        <dgm:pt modelId="{F6C842F0-A19A-0D41-B709-06FAC76460F2}">
          <dgm:prSet/>
          <dgm:spPr/>
          <dgm:t>
            <a:bodyPr/>
            <a:lstStyle/>
            <a:p>
              <a:pPr>
                <a:buFont typeface="Arial" panose="020B0604020202020204" pitchFamily="34" charset="0"/>
                <a:buChar char="•"/>
              </a:pPr>
              <a:r>
                <a:rPr lang="en-US" dirty="0"/>
                <a:t>Left-right asymmetry after one bin shift: </a:t>
              </a:r>
              <a:r>
                <a:rPr lang="en-DK" i="0">
                  <a:latin typeface="Cambria Math" panose="02040503050406030204" pitchFamily="18" charset="0"/>
                </a:rPr>
                <a:t>1.</a:t>
              </a:r>
              <a:r>
                <a:rPr lang="en-DK" b="0" i="0">
                  <a:latin typeface="Cambria Math" panose="02040503050406030204" pitchFamily="18" charset="0"/>
                </a:rPr>
                <a:t>63</a:t>
              </a:r>
              <a:r>
                <a:rPr lang="en-DK" i="0">
                  <a:latin typeface="Cambria Math" panose="02040503050406030204" pitchFamily="18" charset="0"/>
                </a:rPr>
                <a:t>×10^(−</a:t>
              </a:r>
              <a:r>
                <a:rPr lang="en-DK" b="0" i="0">
                  <a:latin typeface="Cambria Math" panose="02040503050406030204" pitchFamily="18" charset="0"/>
                </a:rPr>
                <a:t>6)</a:t>
              </a:r>
              <a:endParaRPr lang="en-DK" dirty="0"/>
            </a:p>
          </dgm:t>
        </dgm:pt>
      </mc:Fallback>
    </mc:AlternateContent>
    <dgm:pt modelId="{B0E41FBA-2CA6-5F4F-8C16-548FA1061C3A}" type="parTrans" cxnId="{591C1159-9962-0241-BF7E-93CA727234D6}">
      <dgm:prSet/>
      <dgm:spPr/>
      <dgm:t>
        <a:bodyPr/>
        <a:lstStyle/>
        <a:p>
          <a:endParaRPr lang="en-US"/>
        </a:p>
      </dgm:t>
    </dgm:pt>
    <dgm:pt modelId="{E045CF2B-3353-D34C-AF09-C0B991F4EE04}" type="sibTrans" cxnId="{591C1159-9962-0241-BF7E-93CA727234D6}">
      <dgm:prSet/>
      <dgm:spPr/>
      <dgm:t>
        <a:bodyPr/>
        <a:lstStyle/>
        <a:p>
          <a:endParaRPr lang="en-US"/>
        </a:p>
      </dgm:t>
    </dgm:pt>
    <dgm:pt modelId="{9C38E735-B984-DE40-BA24-1F8E2AD28C36}" type="pres">
      <dgm:prSet presAssocID="{B9821ADE-2A2B-C342-8398-CEECD4CD7337}" presName="Name0" presStyleCnt="0">
        <dgm:presLayoutVars>
          <dgm:dir/>
          <dgm:resizeHandles val="exact"/>
        </dgm:presLayoutVars>
      </dgm:prSet>
      <dgm:spPr/>
    </dgm:pt>
    <dgm:pt modelId="{679BE3E5-46CF-EB4E-9E9D-8753BA455499}" type="pres">
      <dgm:prSet presAssocID="{695AD890-3A06-574C-BB7E-B607393297F4}" presName="composite" presStyleCnt="0"/>
      <dgm:spPr/>
    </dgm:pt>
    <dgm:pt modelId="{9794AB50-04ED-FE42-A749-7DA364F3475F}" type="pres">
      <dgm:prSet presAssocID="{695AD890-3A06-574C-BB7E-B607393297F4}" presName="rect1" presStyleLbl="trAlignAcc1" presStyleIdx="0" presStyleCnt="1">
        <dgm:presLayoutVars>
          <dgm:bulletEnabled val="1"/>
        </dgm:presLayoutVars>
      </dgm:prSet>
      <dgm:spPr/>
    </dgm:pt>
    <dgm:pt modelId="{949162AB-08D0-5B46-8E0D-6FA61D4046E6}" type="pres">
      <dgm:prSet presAssocID="{695AD890-3A06-574C-BB7E-B607393297F4}" presName="rect2" presStyleLbl="fgImgPlace1" presStyleIdx="0" presStyleCnt="1"/>
      <dgm:spPr/>
    </dgm:pt>
  </dgm:ptLst>
  <dgm:cxnLst>
    <dgm:cxn modelId="{512BE302-8AE1-2640-BA14-24D75421869E}" type="presOf" srcId="{695AD890-3A06-574C-BB7E-B607393297F4}" destId="{9794AB50-04ED-FE42-A749-7DA364F3475F}" srcOrd="0" destOrd="0" presId="urn:microsoft.com/office/officeart/2008/layout/PictureStrips"/>
    <dgm:cxn modelId="{91E5EF26-B8A8-904A-8766-FB1548282182}" srcId="{B9821ADE-2A2B-C342-8398-CEECD4CD7337}" destId="{695AD890-3A06-574C-BB7E-B607393297F4}" srcOrd="0" destOrd="0" parTransId="{51475AAB-F9BB-A842-8B49-CE8F4B0D592F}" sibTransId="{EDA63FA5-4ECF-E240-B089-CAE113130252}"/>
    <dgm:cxn modelId="{8CD24544-7252-BE49-BB07-F62424B65319}" type="presOf" srcId="{3F3A78CC-A0EF-664B-8105-5DC9AA489797}" destId="{9794AB50-04ED-FE42-A749-7DA364F3475F}" srcOrd="0" destOrd="1" presId="urn:microsoft.com/office/officeart/2008/layout/PictureStrips"/>
    <dgm:cxn modelId="{591C1159-9962-0241-BF7E-93CA727234D6}" srcId="{695AD890-3A06-574C-BB7E-B607393297F4}" destId="{F6C842F0-A19A-0D41-B709-06FAC76460F2}" srcOrd="1" destOrd="0" parTransId="{B0E41FBA-2CA6-5F4F-8C16-548FA1061C3A}" sibTransId="{E045CF2B-3353-D34C-AF09-C0B991F4EE04}"/>
    <dgm:cxn modelId="{DA03006A-5D50-F74A-A7A6-59FD158AC412}" type="presOf" srcId="{B9821ADE-2A2B-C342-8398-CEECD4CD7337}" destId="{9C38E735-B984-DE40-BA24-1F8E2AD28C36}" srcOrd="0" destOrd="0" presId="urn:microsoft.com/office/officeart/2008/layout/PictureStrips"/>
    <dgm:cxn modelId="{4743A6E3-2849-9C44-BC97-A3D3E1FFCAE5}" srcId="{695AD890-3A06-574C-BB7E-B607393297F4}" destId="{3F3A78CC-A0EF-664B-8105-5DC9AA489797}" srcOrd="0" destOrd="0" parTransId="{464B953F-34FB-7A49-91DB-B263AEA274C0}" sibTransId="{14BEAC01-3474-9543-89FC-4A69E8A27F94}"/>
    <dgm:cxn modelId="{AE6FF2E9-8311-3B46-97A4-51AFF1100D2D}" type="presOf" srcId="{F6C842F0-A19A-0D41-B709-06FAC76460F2}" destId="{9794AB50-04ED-FE42-A749-7DA364F3475F}" srcOrd="0" destOrd="2" presId="urn:microsoft.com/office/officeart/2008/layout/PictureStrips"/>
    <dgm:cxn modelId="{5C3B96AD-F67B-044B-AADA-A0AFD3295EC1}" type="presParOf" srcId="{9C38E735-B984-DE40-BA24-1F8E2AD28C36}" destId="{679BE3E5-46CF-EB4E-9E9D-8753BA455499}" srcOrd="0" destOrd="0" presId="urn:microsoft.com/office/officeart/2008/layout/PictureStrips"/>
    <dgm:cxn modelId="{35B3333E-8540-9A4E-8AD6-02B9278270EA}" type="presParOf" srcId="{679BE3E5-46CF-EB4E-9E9D-8753BA455499}" destId="{9794AB50-04ED-FE42-A749-7DA364F3475F}" srcOrd="0" destOrd="0" presId="urn:microsoft.com/office/officeart/2008/layout/PictureStrips"/>
    <dgm:cxn modelId="{4E1348EE-D520-AB43-86BB-99565D2AD119}" type="presParOf" srcId="{679BE3E5-46CF-EB4E-9E9D-8753BA455499}" destId="{949162AB-08D0-5B46-8E0D-6FA61D4046E6}" srcOrd="1" destOrd="0" presId="urn:microsoft.com/office/officeart/2008/layout/PictureStrip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6.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Left-right asymmetry after bin shifts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mc:AlternateContent xmlns:mc="http://schemas.openxmlformats.org/markup-compatibility/2006" xmlns:a14="http://schemas.microsoft.com/office/drawing/2010/main">
      <mc:Choice Requires="a14">
        <dgm:pt modelId="{B11EF244-BB75-A941-85C0-7D3946CC8077}">
          <dgm:prSet/>
          <dgm:spPr/>
          <dgm:t>
            <a:bodyPr/>
            <a:lstStyle/>
            <a:p>
              <a:r>
                <a:rPr lang="en-US" dirty="0"/>
                <a:t>+0 bin shift: </a:t>
              </a:r>
              <a14:m>
                <m:oMath xmlns:m="http://schemas.openxmlformats.org/officeDocument/2006/math">
                  <m:r>
                    <a:rPr lang="en-DK" i="1">
                      <a:latin typeface="Cambria Math" panose="02040503050406030204" pitchFamily="18" charset="0"/>
                    </a:rPr>
                    <m:t>3</m:t>
                  </m:r>
                  <m:r>
                    <a:rPr lang="en-DK" b="0" i="1">
                      <a:latin typeface="Cambria Math" panose="02040503050406030204" pitchFamily="18" charset="0"/>
                    </a:rPr>
                    <m:t>.60</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B11EF244-BB75-A941-85C0-7D3946CC8077}">
          <dgm:prSet/>
          <dgm:spPr/>
          <dgm:t>
            <a:bodyPr/>
            <a:lstStyle/>
            <a:p>
              <a:r>
                <a:rPr lang="en-US" dirty="0"/>
                <a:t>+0 bin shift: </a:t>
              </a:r>
              <a:r>
                <a:rPr lang="en-DK" i="0">
                  <a:latin typeface="Cambria Math" panose="02040503050406030204" pitchFamily="18" charset="0"/>
                </a:rPr>
                <a:t>3</a:t>
              </a:r>
              <a:r>
                <a:rPr lang="en-DK" b="0" i="0">
                  <a:latin typeface="Cambria Math" panose="02040503050406030204" pitchFamily="18" charset="0"/>
                </a:rPr>
                <a:t>.60</a:t>
              </a:r>
              <a:r>
                <a:rPr lang="en-DK" i="0">
                  <a:latin typeface="Cambria Math" panose="02040503050406030204" pitchFamily="18" charset="0"/>
                </a:rPr>
                <a:t>×10^(−2)</a:t>
              </a:r>
              <a:endParaRPr lang="en-DK" dirty="0"/>
            </a:p>
          </dgm:t>
        </dgm:pt>
      </mc:Fallback>
    </mc:AlternateConten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dgm:pt modelId="{87C22D71-7EB6-EE4A-BCF5-601E3D61D901}">
      <dgm:prSet/>
      <dgm:spPr/>
      <dgm:t>
        <a:bodyPr/>
        <a:lstStyle/>
        <a:p>
          <a:endParaRPr lang="en-DK" dirty="0"/>
        </a:p>
      </dgm:t>
    </dgm:pt>
    <dgm:pt modelId="{587241C9-5C40-514E-AD69-378BF80B5404}" type="parTrans" cxnId="{E85654C3-A816-844D-AB80-A1B0B777FF29}">
      <dgm:prSet/>
      <dgm:spPr/>
      <dgm:t>
        <a:bodyPr/>
        <a:lstStyle/>
        <a:p>
          <a:endParaRPr lang="en-US"/>
        </a:p>
      </dgm:t>
    </dgm:pt>
    <dgm:pt modelId="{57F73021-6D3A-9245-94E7-7232A8D07B08}" type="sibTrans" cxnId="{E85654C3-A816-844D-AB80-A1B0B777FF29}">
      <dgm:prSet/>
      <dgm:spPr/>
      <dgm:t>
        <a:bodyPr/>
        <a:lstStyle/>
        <a:p>
          <a:endParaRPr lang="en-US"/>
        </a:p>
      </dgm:t>
    </dgm:pt>
    <mc:AlternateContent xmlns:mc="http://schemas.openxmlformats.org/markup-compatibility/2006" xmlns:a14="http://schemas.microsoft.com/office/drawing/2010/main">
      <mc:Choice Requires="a14">
        <dgm:pt modelId="{CFE4F9BE-EA29-BA48-A25A-A63D06DFF665}">
          <dgm:prSet/>
          <dgm:spPr/>
          <dgm:t>
            <a:bodyPr/>
            <a:lstStyle/>
            <a:p>
              <a:r>
                <a:rPr lang="en-US" dirty="0"/>
                <a:t>+1 bin shift: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63</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DK" dirty="0"/>
            </a:p>
          </dgm:t>
        </dgm:pt>
      </mc:Choice>
      <mc:Fallback xmlns="">
        <dgm:pt modelId="{CFE4F9BE-EA29-BA48-A25A-A63D06DFF665}">
          <dgm:prSet/>
          <dgm:spPr/>
          <dgm:t>
            <a:bodyPr/>
            <a:lstStyle/>
            <a:p>
              <a:r>
                <a:rPr lang="en-US" dirty="0"/>
                <a:t>+1 bin shift: </a:t>
              </a:r>
              <a:r>
                <a:rPr lang="en-DK" i="0">
                  <a:latin typeface="Cambria Math" panose="02040503050406030204" pitchFamily="18" charset="0"/>
                </a:rPr>
                <a:t>1.</a:t>
              </a:r>
              <a:r>
                <a:rPr lang="en-DK" b="0" i="0">
                  <a:latin typeface="Cambria Math" panose="02040503050406030204" pitchFamily="18" charset="0"/>
                </a:rPr>
                <a:t>63</a:t>
              </a:r>
              <a:r>
                <a:rPr lang="en-DK" i="0">
                  <a:latin typeface="Cambria Math" panose="02040503050406030204" pitchFamily="18" charset="0"/>
                </a:rPr>
                <a:t>×10^(−</a:t>
              </a:r>
              <a:r>
                <a:rPr lang="en-DK" b="0" i="0">
                  <a:latin typeface="Cambria Math" panose="02040503050406030204" pitchFamily="18" charset="0"/>
                </a:rPr>
                <a:t>6)</a:t>
              </a:r>
              <a:endParaRPr lang="en-DK" dirty="0"/>
            </a:p>
          </dgm:t>
        </dgm:pt>
      </mc:Fallback>
    </mc:AlternateContent>
    <dgm:pt modelId="{D896D07B-B294-F84E-8B70-D22A5C71F26A}" type="sibTrans" cxnId="{CD5AB1C5-22BE-4C45-94F0-E7283D087F72}">
      <dgm:prSet/>
      <dgm:spPr/>
      <dgm:t>
        <a:bodyPr/>
        <a:lstStyle/>
        <a:p>
          <a:endParaRPr lang="en-US"/>
        </a:p>
      </dgm:t>
    </dgm:pt>
    <dgm:pt modelId="{4A8F80DD-2443-3347-BC58-815E2237B95E}" type="parTrans" cxnId="{CD5AB1C5-22BE-4C45-94F0-E7283D087F72}">
      <dgm:prSet/>
      <dgm:spPr/>
      <dgm:t>
        <a:bodyPr/>
        <a:lstStyle/>
        <a:p>
          <a:endParaRPr lang="en-US"/>
        </a:p>
      </dgm:t>
    </dgm:pt>
    <mc:AlternateContent xmlns:mc="http://schemas.openxmlformats.org/markup-compatibility/2006" xmlns:a14="http://schemas.microsoft.com/office/drawing/2010/main">
      <mc:Choice Requires="a14">
        <dgm:pt modelId="{C2429A45-FAF1-1741-9AE3-20827F4EAA36}">
          <dgm:prSet/>
          <dgm:spPr/>
          <dgm:t>
            <a:bodyPr/>
            <a:lstStyle/>
            <a:p>
              <a:r>
                <a:rPr lang="en-DK" dirty="0"/>
                <a:t>+2 bin shift: 3.6</a:t>
              </a:r>
              <a14:m>
                <m:oMath xmlns:m="http://schemas.openxmlformats.org/officeDocument/2006/math">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C2429A45-FAF1-1741-9AE3-20827F4EAA36}">
          <dgm:prSet/>
          <dgm:spPr/>
          <dgm:t>
            <a:bodyPr/>
            <a:lstStyle/>
            <a:p>
              <a:r>
                <a:rPr lang="en-DK" dirty="0"/>
                <a:t>+2 bin shift: 3.6</a:t>
              </a:r>
              <a:r>
                <a:rPr lang="en-DK" i="0">
                  <a:latin typeface="Cambria Math" panose="02040503050406030204" pitchFamily="18" charset="0"/>
                </a:rPr>
                <a:t>×10^(−2)</a:t>
              </a:r>
              <a:endParaRPr lang="en-DK" dirty="0"/>
            </a:p>
          </dgm:t>
        </dgm:pt>
      </mc:Fallback>
    </mc:AlternateContent>
    <dgm:pt modelId="{568A25C3-BAA2-EE42-A974-FC446F01267C}" type="parTrans" cxnId="{A5895290-BE10-5043-869C-AEC6FDA6FD58}">
      <dgm:prSet/>
      <dgm:spPr/>
      <dgm:t>
        <a:bodyPr/>
        <a:lstStyle/>
        <a:p>
          <a:endParaRPr lang="en-US"/>
        </a:p>
      </dgm:t>
    </dgm:pt>
    <dgm:pt modelId="{8DF6F376-F35B-284E-B225-4C965E4D3F32}" type="sibTrans" cxnId="{A5895290-BE10-5043-869C-AEC6FDA6FD58}">
      <dgm:prSet/>
      <dgm:spPr/>
      <dgm:t>
        <a:bodyPr/>
        <a:lstStyle/>
        <a:p>
          <a:endParaRPr lang="en-US"/>
        </a:p>
      </dgm:t>
    </dgm:pt>
    <dgm:pt modelId="{66B7A2B5-9AD6-DD4F-B614-5D2EEE340D0E}">
      <dgm:prSet/>
      <dgm:spPr/>
      <dgm:t>
        <a:bodyPr/>
        <a:lstStyle/>
        <a:p>
          <a:endParaRPr lang="en-DK" dirty="0"/>
        </a:p>
      </dgm:t>
    </dgm:pt>
    <dgm:pt modelId="{AB02A9CB-DEE0-E542-8095-3674D09D99CF}" type="parTrans" cxnId="{895DA66A-27C3-3E41-ACFE-55DE1587E79E}">
      <dgm:prSet/>
      <dgm:spPr/>
      <dgm:t>
        <a:bodyPr/>
        <a:lstStyle/>
        <a:p>
          <a:endParaRPr lang="en-US"/>
        </a:p>
      </dgm:t>
    </dgm:pt>
    <dgm:pt modelId="{BFF0FC06-B031-D840-AB88-03BD4DE1B458}" type="sibTrans" cxnId="{895DA66A-27C3-3E41-ACFE-55DE1587E79E}">
      <dgm:prSet/>
      <dgm:spPr/>
      <dgm:t>
        <a:bodyPr/>
        <a:lstStyle/>
        <a:p>
          <a:endParaRPr lang="en-US"/>
        </a:p>
      </dgm:t>
    </dgm:pt>
    <mc:AlternateContent xmlns:mc="http://schemas.openxmlformats.org/markup-compatibility/2006" xmlns:a14="http://schemas.microsoft.com/office/drawing/2010/main">
      <mc:Choice Requires="a14">
        <dgm:pt modelId="{1B4DC84D-146D-F949-93A4-7C65C201E4F3}">
          <dgm:prSet/>
          <dgm:spPr/>
          <dgm:t>
            <a:bodyPr/>
            <a:lstStyle/>
            <a:p>
              <a:r>
                <a:rPr lang="en-DK" dirty="0"/>
                <a:t>-1  bin shift: 5.12</a:t>
              </a:r>
              <a14:m>
                <m:oMath xmlns:m="http://schemas.openxmlformats.org/officeDocument/2006/math">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1B4DC84D-146D-F949-93A4-7C65C201E4F3}">
          <dgm:prSet/>
          <dgm:spPr/>
          <dgm:t>
            <a:bodyPr/>
            <a:lstStyle/>
            <a:p>
              <a:r>
                <a:rPr lang="en-DK" dirty="0"/>
                <a:t>-1  bin shift: 5.12</a:t>
              </a:r>
              <a:r>
                <a:rPr lang="en-DK" i="0">
                  <a:latin typeface="Cambria Math" panose="02040503050406030204" pitchFamily="18" charset="0"/>
                </a:rPr>
                <a:t>×10^(−2)</a:t>
              </a:r>
              <a:endParaRPr lang="en-DK" dirty="0"/>
            </a:p>
          </dgm:t>
        </dgm:pt>
      </mc:Fallback>
    </mc:AlternateContent>
    <dgm:pt modelId="{80B455CF-7B53-BE43-88AD-CF1924DBA974}" type="parTrans" cxnId="{01C47873-5B66-9840-A675-A672DE3027EA}">
      <dgm:prSet/>
      <dgm:spPr/>
      <dgm:t>
        <a:bodyPr/>
        <a:lstStyle/>
        <a:p>
          <a:endParaRPr lang="en-US"/>
        </a:p>
      </dgm:t>
    </dgm:pt>
    <dgm:pt modelId="{A23AA433-8FDD-264F-9C5F-1426F3552305}" type="sibTrans" cxnId="{01C47873-5B66-9840-A675-A672DE3027EA}">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1">
        <dgm:presLayoutVars>
          <dgm:chMax val="0"/>
          <dgm:bulletEnabled val="1"/>
        </dgm:presLayoutVars>
      </dgm:prSet>
      <dgm:spPr/>
    </dgm:pt>
    <dgm:pt modelId="{32A78DF4-62DC-BC46-A907-0582B2C43053}" type="pres">
      <dgm:prSet presAssocID="{6CB96E0C-3B73-4C46-B468-070C21663E9B}" presName="childText" presStyleLbl="revTx" presStyleIdx="0" presStyleCnt="1">
        <dgm:presLayoutVars>
          <dgm:bulletEnabled val="1"/>
        </dgm:presLayoutVars>
      </dgm:prSet>
      <dgm:spPr/>
    </dgm:pt>
  </dgm:ptLst>
  <dgm:cxnLst>
    <dgm:cxn modelId="{3F7AB312-0682-7A4F-A7FD-EFDF19C271D5}" srcId="{6CB96E0C-3B73-4C46-B468-070C21663E9B}" destId="{B11EF244-BB75-A941-85C0-7D3946CC8077}" srcOrd="1" destOrd="0" parTransId="{38F11542-FDA7-5F44-A9F3-FD753D173243}" sibTransId="{D4AC8AF2-460A-DB46-BA82-BA45E2FB19FB}"/>
    <dgm:cxn modelId="{F11F961C-CC3E-AB49-99E8-ACA620422C6F}" type="presOf" srcId="{CFE4F9BE-EA29-BA48-A25A-A63D06DFF665}" destId="{32A78DF4-62DC-BC46-A907-0582B2C43053}" srcOrd="0" destOrd="2" presId="urn:microsoft.com/office/officeart/2005/8/layout/vList2"/>
    <dgm:cxn modelId="{9D5CB61E-81C0-5040-AC5C-E6C7C59FC647}" type="presOf" srcId="{1B4DC84D-146D-F949-93A4-7C65C201E4F3}" destId="{32A78DF4-62DC-BC46-A907-0582B2C43053}" srcOrd="0" destOrd="0" presId="urn:microsoft.com/office/officeart/2005/8/layout/vList2"/>
    <dgm:cxn modelId="{AAA65357-53B4-0641-9615-94FC0D30AC4F}" type="presOf" srcId="{66B7A2B5-9AD6-DD4F-B614-5D2EEE340D0E}" destId="{32A78DF4-62DC-BC46-A907-0582B2C43053}" srcOrd="0" destOrd="4" presId="urn:microsoft.com/office/officeart/2005/8/layout/vList2"/>
    <dgm:cxn modelId="{E9FA245F-0B47-BD41-B6A7-D46F1B3B3828}" type="presOf" srcId="{87C22D71-7EB6-EE4A-BCF5-601E3D61D901}" destId="{32A78DF4-62DC-BC46-A907-0582B2C43053}" srcOrd="0" destOrd="5" presId="urn:microsoft.com/office/officeart/2005/8/layout/vList2"/>
    <dgm:cxn modelId="{895DA66A-27C3-3E41-ACFE-55DE1587E79E}" srcId="{6CB96E0C-3B73-4C46-B468-070C21663E9B}" destId="{66B7A2B5-9AD6-DD4F-B614-5D2EEE340D0E}" srcOrd="4" destOrd="0" parTransId="{AB02A9CB-DEE0-E542-8095-3674D09D99CF}" sibTransId="{BFF0FC06-B031-D840-AB88-03BD4DE1B458}"/>
    <dgm:cxn modelId="{01C47873-5B66-9840-A675-A672DE3027EA}" srcId="{6CB96E0C-3B73-4C46-B468-070C21663E9B}" destId="{1B4DC84D-146D-F949-93A4-7C65C201E4F3}" srcOrd="0" destOrd="0" parTransId="{80B455CF-7B53-BE43-88AD-CF1924DBA974}" sibTransId="{A23AA433-8FDD-264F-9C5F-1426F3552305}"/>
    <dgm:cxn modelId="{A5895290-BE10-5043-869C-AEC6FDA6FD58}" srcId="{6CB96E0C-3B73-4C46-B468-070C21663E9B}" destId="{C2429A45-FAF1-1741-9AE3-20827F4EAA36}" srcOrd="3" destOrd="0" parTransId="{568A25C3-BAA2-EE42-A974-FC446F01267C}" sibTransId="{8DF6F376-F35B-284E-B225-4C965E4D3F32}"/>
    <dgm:cxn modelId="{F53BE395-9937-9749-A2AB-8EA6D75BD1BC}" type="presOf" srcId="{6CB96E0C-3B73-4C46-B468-070C21663E9B}" destId="{0146FBE6-3CA1-7542-9EA0-07EFDA0458EB}" srcOrd="0" destOrd="0" presId="urn:microsoft.com/office/officeart/2005/8/layout/vList2"/>
    <dgm:cxn modelId="{28425BA9-6936-2640-A27E-A397958CAB67}" type="presOf" srcId="{C2429A45-FAF1-1741-9AE3-20827F4EAA36}" destId="{32A78DF4-62DC-BC46-A907-0582B2C43053}" srcOrd="0" destOrd="3" presId="urn:microsoft.com/office/officeart/2005/8/layout/vList2"/>
    <dgm:cxn modelId="{D6C662B3-1E8E-7E41-912D-B87D74AB2510}" type="presOf" srcId="{36289411-C0B5-3B44-BF33-078C42EF2E69}" destId="{A771F0E4-7370-4840-A733-0DCE75B406EF}" srcOrd="0" destOrd="0" presId="urn:microsoft.com/office/officeart/2005/8/layout/vList2"/>
    <dgm:cxn modelId="{E85654C3-A816-844D-AB80-A1B0B777FF29}" srcId="{6CB96E0C-3B73-4C46-B468-070C21663E9B}" destId="{87C22D71-7EB6-EE4A-BCF5-601E3D61D901}" srcOrd="5" destOrd="0" parTransId="{587241C9-5C40-514E-AD69-378BF80B5404}" sibTransId="{57F73021-6D3A-9245-94E7-7232A8D07B08}"/>
    <dgm:cxn modelId="{CD5AB1C5-22BE-4C45-94F0-E7283D087F72}" srcId="{6CB96E0C-3B73-4C46-B468-070C21663E9B}" destId="{CFE4F9BE-EA29-BA48-A25A-A63D06DFF665}" srcOrd="2" destOrd="0" parTransId="{4A8F80DD-2443-3347-BC58-815E2237B95E}" sibTransId="{D896D07B-B294-F84E-8B70-D22A5C71F26A}"/>
    <dgm:cxn modelId="{755834CB-F683-274B-A0C5-20594A98B242}" srcId="{36289411-C0B5-3B44-BF33-078C42EF2E69}" destId="{6CB96E0C-3B73-4C46-B468-070C21663E9B}" srcOrd="0" destOrd="0" parTransId="{9F80F529-2122-1A4E-ADD7-7FD62E883E22}" sibTransId="{FF9E8430-C61A-2B4D-8FA1-B63FF12219A4}"/>
    <dgm:cxn modelId="{8E5188E9-D89D-BC41-84F8-03EBBCA67AF8}" type="presOf" srcId="{B11EF244-BB75-A941-85C0-7D3946CC8077}" destId="{32A78DF4-62DC-BC46-A907-0582B2C43053}" srcOrd="0" destOrd="1"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27.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a:solidFill>
          <a:schemeClr val="accent1">
            <a:lumMod val="60000"/>
            <a:lumOff val="40000"/>
          </a:schemeClr>
        </a:solidFill>
        <a:ln>
          <a:solidFill>
            <a:schemeClr val="tx1"/>
          </a:solidFill>
        </a:ln>
      </dgm:spPr>
      <dgm:t>
        <a:bodyPr/>
        <a:lstStyle/>
        <a:p>
          <a:r>
            <a:rPr lang="en-US" dirty="0">
              <a:solidFill>
                <a:schemeClr val="tx1"/>
              </a:solidFill>
            </a:rPr>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8.xml><?xml version="1.0" encoding="utf-8"?>
<dgm:dataModel xmlns:dgm="http://schemas.openxmlformats.org/drawingml/2006/diagram" xmlns:a="http://schemas.openxmlformats.org/drawingml/2006/main">
  <dgm:ptLst>
    <dgm:pt modelId="{B9821ADE-2A2B-C342-8398-CEECD4CD7337}"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dgm:pt modelId="{695AD890-3A06-574C-BB7E-B607393297F4}">
      <dgm:prSet/>
      <dgm:spPr/>
      <dgm:t>
        <a:bodyPr/>
        <a:lstStyle/>
        <a:p>
          <a:pPr>
            <a:buNone/>
          </a:pPr>
          <a:r>
            <a:rPr lang="en-US" dirty="0"/>
            <a:t>Cylindrical monitor</a:t>
          </a:r>
          <a:endParaRPr lang="en-DK" dirty="0"/>
        </a:p>
      </dgm:t>
    </dgm:pt>
    <dgm:pt modelId="{51475AAB-F9BB-A842-8B49-CE8F4B0D592F}" type="parTrans" cxnId="{91E5EF26-B8A8-904A-8766-FB1548282182}">
      <dgm:prSet/>
      <dgm:spPr/>
      <dgm:t>
        <a:bodyPr/>
        <a:lstStyle/>
        <a:p>
          <a:endParaRPr lang="en-US"/>
        </a:p>
      </dgm:t>
    </dgm:pt>
    <dgm:pt modelId="{EDA63FA5-4ECF-E240-B089-CAE113130252}" type="sibTrans" cxnId="{91E5EF26-B8A8-904A-8766-FB1548282182}">
      <dgm:prSet/>
      <dgm:spPr/>
      <dgm:t>
        <a:bodyPr/>
        <a:lstStyle/>
        <a:p>
          <a:endParaRPr lang="en-US"/>
        </a:p>
      </dgm:t>
    </dgm:pt>
    <mc:AlternateContent xmlns:mc="http://schemas.openxmlformats.org/markup-compatibility/2006" xmlns:a14="http://schemas.microsoft.com/office/drawing/2010/main">
      <mc:Choice Requires="a14">
        <dgm:pt modelId="{3F3A78CC-A0EF-664B-8105-5DC9AA489797}">
          <dgm:prSet/>
          <dgm:spPr/>
          <dgm:t>
            <a:bodyPr/>
            <a:lstStyle/>
            <a:p>
              <a:pPr>
                <a:buFont typeface="Arial" panose="020B0604020202020204" pitchFamily="34" charset="0"/>
                <a:buChar char="•"/>
              </a:pPr>
              <a:r>
                <a:rPr lang="en-US" dirty="0"/>
                <a:t>Left-right asymmetry after zero bin shift: </a:t>
              </a:r>
              <a14:m>
                <m:oMath xmlns:m="http://schemas.openxmlformats.org/officeDocument/2006/math">
                  <m:r>
                    <a:rPr lang="en-DK" i="1">
                      <a:latin typeface="Cambria Math" panose="02040503050406030204" pitchFamily="18" charset="0"/>
                    </a:rPr>
                    <m:t>3</m:t>
                  </m:r>
                  <m:r>
                    <a:rPr lang="en-DK" b="0" i="1">
                      <a:latin typeface="Cambria Math" panose="02040503050406030204" pitchFamily="18" charset="0"/>
                    </a:rPr>
                    <m:t>.60</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3F3A78CC-A0EF-664B-8105-5DC9AA489797}">
          <dgm:prSet/>
          <dgm:spPr/>
          <dgm:t>
            <a:bodyPr/>
            <a:lstStyle/>
            <a:p>
              <a:pPr>
                <a:buFont typeface="Arial" panose="020B0604020202020204" pitchFamily="34" charset="0"/>
                <a:buChar char="•"/>
              </a:pPr>
              <a:r>
                <a:rPr lang="en-US" dirty="0"/>
                <a:t>Left-right asymmetry after zero bin shift: </a:t>
              </a:r>
              <a:r>
                <a:rPr lang="en-DK" i="0">
                  <a:latin typeface="Cambria Math" panose="02040503050406030204" pitchFamily="18" charset="0"/>
                </a:rPr>
                <a:t>3</a:t>
              </a:r>
              <a:r>
                <a:rPr lang="en-DK" b="0" i="0">
                  <a:latin typeface="Cambria Math" panose="02040503050406030204" pitchFamily="18" charset="0"/>
                </a:rPr>
                <a:t>.60</a:t>
              </a:r>
              <a:r>
                <a:rPr lang="en-DK" i="0">
                  <a:latin typeface="Cambria Math" panose="02040503050406030204" pitchFamily="18" charset="0"/>
                </a:rPr>
                <a:t>×10^(−2)</a:t>
              </a:r>
              <a:endParaRPr lang="en-DK" dirty="0"/>
            </a:p>
          </dgm:t>
        </dgm:pt>
      </mc:Fallback>
    </mc:AlternateContent>
    <dgm:pt modelId="{464B953F-34FB-7A49-91DB-B263AEA274C0}" type="parTrans" cxnId="{4743A6E3-2849-9C44-BC97-A3D3E1FFCAE5}">
      <dgm:prSet/>
      <dgm:spPr/>
      <dgm:t>
        <a:bodyPr/>
        <a:lstStyle/>
        <a:p>
          <a:endParaRPr lang="en-US"/>
        </a:p>
      </dgm:t>
    </dgm:pt>
    <dgm:pt modelId="{14BEAC01-3474-9543-89FC-4A69E8A27F94}" type="sibTrans" cxnId="{4743A6E3-2849-9C44-BC97-A3D3E1FFCAE5}">
      <dgm:prSet/>
      <dgm:spPr/>
      <dgm:t>
        <a:bodyPr/>
        <a:lstStyle/>
        <a:p>
          <a:endParaRPr lang="en-US"/>
        </a:p>
      </dgm:t>
    </dgm:pt>
    <mc:AlternateContent xmlns:mc="http://schemas.openxmlformats.org/markup-compatibility/2006" xmlns:a14="http://schemas.microsoft.com/office/drawing/2010/main">
      <mc:Choice Requires="a14">
        <dgm:pt modelId="{F6C842F0-A19A-0D41-B709-06FAC76460F2}">
          <dgm:prSet/>
          <dgm:spPr/>
          <dgm:t>
            <a:bodyPr/>
            <a:lstStyle/>
            <a:p>
              <a:pPr>
                <a:buFont typeface="Arial" panose="020B0604020202020204" pitchFamily="34" charset="0"/>
                <a:buChar char="•"/>
              </a:pPr>
              <a:r>
                <a:rPr lang="en-US" dirty="0"/>
                <a:t>Left-right asymmetry after one bin shift: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63</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DK" dirty="0"/>
            </a:p>
          </dgm:t>
        </dgm:pt>
      </mc:Choice>
      <mc:Fallback xmlns="">
        <dgm:pt modelId="{F6C842F0-A19A-0D41-B709-06FAC76460F2}">
          <dgm:prSet/>
          <dgm:spPr/>
          <dgm:t>
            <a:bodyPr/>
            <a:lstStyle/>
            <a:p>
              <a:pPr>
                <a:buFont typeface="Arial" panose="020B0604020202020204" pitchFamily="34" charset="0"/>
                <a:buChar char="•"/>
              </a:pPr>
              <a:r>
                <a:rPr lang="en-US" dirty="0"/>
                <a:t>Left-right asymmetry after one bin shift: </a:t>
              </a:r>
              <a:r>
                <a:rPr lang="en-DK" i="0">
                  <a:latin typeface="Cambria Math" panose="02040503050406030204" pitchFamily="18" charset="0"/>
                </a:rPr>
                <a:t>1.</a:t>
              </a:r>
              <a:r>
                <a:rPr lang="en-DK" b="0" i="0">
                  <a:latin typeface="Cambria Math" panose="02040503050406030204" pitchFamily="18" charset="0"/>
                </a:rPr>
                <a:t>63</a:t>
              </a:r>
              <a:r>
                <a:rPr lang="en-DK" i="0">
                  <a:latin typeface="Cambria Math" panose="02040503050406030204" pitchFamily="18" charset="0"/>
                </a:rPr>
                <a:t>×10^(−</a:t>
              </a:r>
              <a:r>
                <a:rPr lang="en-DK" b="0" i="0">
                  <a:latin typeface="Cambria Math" panose="02040503050406030204" pitchFamily="18" charset="0"/>
                </a:rPr>
                <a:t>6)</a:t>
              </a:r>
              <a:endParaRPr lang="en-DK" dirty="0"/>
            </a:p>
          </dgm:t>
        </dgm:pt>
      </mc:Fallback>
    </mc:AlternateContent>
    <dgm:pt modelId="{B0E41FBA-2CA6-5F4F-8C16-548FA1061C3A}" type="parTrans" cxnId="{591C1159-9962-0241-BF7E-93CA727234D6}">
      <dgm:prSet/>
      <dgm:spPr/>
      <dgm:t>
        <a:bodyPr/>
        <a:lstStyle/>
        <a:p>
          <a:endParaRPr lang="en-US"/>
        </a:p>
      </dgm:t>
    </dgm:pt>
    <dgm:pt modelId="{E045CF2B-3353-D34C-AF09-C0B991F4EE04}" type="sibTrans" cxnId="{591C1159-9962-0241-BF7E-93CA727234D6}">
      <dgm:prSet/>
      <dgm:spPr/>
      <dgm:t>
        <a:bodyPr/>
        <a:lstStyle/>
        <a:p>
          <a:endParaRPr lang="en-US"/>
        </a:p>
      </dgm:t>
    </dgm:pt>
    <dgm:pt modelId="{9C38E735-B984-DE40-BA24-1F8E2AD28C36}" type="pres">
      <dgm:prSet presAssocID="{B9821ADE-2A2B-C342-8398-CEECD4CD7337}" presName="Name0" presStyleCnt="0">
        <dgm:presLayoutVars>
          <dgm:dir/>
          <dgm:resizeHandles val="exact"/>
        </dgm:presLayoutVars>
      </dgm:prSet>
      <dgm:spPr/>
    </dgm:pt>
    <dgm:pt modelId="{679BE3E5-46CF-EB4E-9E9D-8753BA455499}" type="pres">
      <dgm:prSet presAssocID="{695AD890-3A06-574C-BB7E-B607393297F4}" presName="composite" presStyleCnt="0"/>
      <dgm:spPr/>
    </dgm:pt>
    <dgm:pt modelId="{9794AB50-04ED-FE42-A749-7DA364F3475F}" type="pres">
      <dgm:prSet presAssocID="{695AD890-3A06-574C-BB7E-B607393297F4}" presName="rect1" presStyleLbl="trAlignAcc1" presStyleIdx="0" presStyleCnt="1">
        <dgm:presLayoutVars>
          <dgm:bulletEnabled val="1"/>
        </dgm:presLayoutVars>
      </dgm:prSet>
      <dgm:spPr/>
    </dgm:pt>
    <dgm:pt modelId="{949162AB-08D0-5B46-8E0D-6FA61D4046E6}" type="pres">
      <dgm:prSet presAssocID="{695AD890-3A06-574C-BB7E-B607393297F4}" presName="rect2" presStyleLbl="fgImgPlace1" presStyleIdx="0" presStyleCnt="1"/>
      <dgm:spPr/>
    </dgm:pt>
  </dgm:ptLst>
  <dgm:cxnLst>
    <dgm:cxn modelId="{512BE302-8AE1-2640-BA14-24D75421869E}" type="presOf" srcId="{695AD890-3A06-574C-BB7E-B607393297F4}" destId="{9794AB50-04ED-FE42-A749-7DA364F3475F}" srcOrd="0" destOrd="0" presId="urn:microsoft.com/office/officeart/2008/layout/PictureStrips"/>
    <dgm:cxn modelId="{91E5EF26-B8A8-904A-8766-FB1548282182}" srcId="{B9821ADE-2A2B-C342-8398-CEECD4CD7337}" destId="{695AD890-3A06-574C-BB7E-B607393297F4}" srcOrd="0" destOrd="0" parTransId="{51475AAB-F9BB-A842-8B49-CE8F4B0D592F}" sibTransId="{EDA63FA5-4ECF-E240-B089-CAE113130252}"/>
    <dgm:cxn modelId="{8CD24544-7252-BE49-BB07-F62424B65319}" type="presOf" srcId="{3F3A78CC-A0EF-664B-8105-5DC9AA489797}" destId="{9794AB50-04ED-FE42-A749-7DA364F3475F}" srcOrd="0" destOrd="1" presId="urn:microsoft.com/office/officeart/2008/layout/PictureStrips"/>
    <dgm:cxn modelId="{591C1159-9962-0241-BF7E-93CA727234D6}" srcId="{695AD890-3A06-574C-BB7E-B607393297F4}" destId="{F6C842F0-A19A-0D41-B709-06FAC76460F2}" srcOrd="1" destOrd="0" parTransId="{B0E41FBA-2CA6-5F4F-8C16-548FA1061C3A}" sibTransId="{E045CF2B-3353-D34C-AF09-C0B991F4EE04}"/>
    <dgm:cxn modelId="{DA03006A-5D50-F74A-A7A6-59FD158AC412}" type="presOf" srcId="{B9821ADE-2A2B-C342-8398-CEECD4CD7337}" destId="{9C38E735-B984-DE40-BA24-1F8E2AD28C36}" srcOrd="0" destOrd="0" presId="urn:microsoft.com/office/officeart/2008/layout/PictureStrips"/>
    <dgm:cxn modelId="{4743A6E3-2849-9C44-BC97-A3D3E1FFCAE5}" srcId="{695AD890-3A06-574C-BB7E-B607393297F4}" destId="{3F3A78CC-A0EF-664B-8105-5DC9AA489797}" srcOrd="0" destOrd="0" parTransId="{464B953F-34FB-7A49-91DB-B263AEA274C0}" sibTransId="{14BEAC01-3474-9543-89FC-4A69E8A27F94}"/>
    <dgm:cxn modelId="{AE6FF2E9-8311-3B46-97A4-51AFF1100D2D}" type="presOf" srcId="{F6C842F0-A19A-0D41-B709-06FAC76460F2}" destId="{9794AB50-04ED-FE42-A749-7DA364F3475F}" srcOrd="0" destOrd="2" presId="urn:microsoft.com/office/officeart/2008/layout/PictureStrips"/>
    <dgm:cxn modelId="{5C3B96AD-F67B-044B-AADA-A0AFD3295EC1}" type="presParOf" srcId="{9C38E735-B984-DE40-BA24-1F8E2AD28C36}" destId="{679BE3E5-46CF-EB4E-9E9D-8753BA455499}" srcOrd="0" destOrd="0" presId="urn:microsoft.com/office/officeart/2008/layout/PictureStrips"/>
    <dgm:cxn modelId="{35B3333E-8540-9A4E-8AD6-02B9278270EA}" type="presParOf" srcId="{679BE3E5-46CF-EB4E-9E9D-8753BA455499}" destId="{9794AB50-04ED-FE42-A749-7DA364F3475F}" srcOrd="0" destOrd="0" presId="urn:microsoft.com/office/officeart/2008/layout/PictureStrips"/>
    <dgm:cxn modelId="{4E1348EE-D520-AB43-86BB-99565D2AD119}" type="presParOf" srcId="{679BE3E5-46CF-EB4E-9E9D-8753BA455499}" destId="{949162AB-08D0-5B46-8E0D-6FA61D4046E6}" srcOrd="1" destOrd="0" presId="urn:microsoft.com/office/officeart/2008/layout/PictureStrip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9.xml><?xml version="1.0" encoding="utf-8"?>
<dgm:dataModel xmlns:dgm="http://schemas.openxmlformats.org/drawingml/2006/diagram" xmlns:a="http://schemas.openxmlformats.org/drawingml/2006/main">
  <dgm:ptLst>
    <dgm:pt modelId="{B9821ADE-2A2B-C342-8398-CEECD4CD7337}"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dgm:pt modelId="{695AD890-3A06-574C-BB7E-B607393297F4}">
      <dgm:prSet/>
      <dgm:spPr>
        <a:blipFill>
          <a:blip xmlns:r="http://schemas.openxmlformats.org/officeDocument/2006/relationships" r:embed="rId1"/>
          <a:stretch>
            <a:fillRect t="-1258"/>
          </a:stretch>
        </a:blipFill>
      </dgm:spPr>
      <dgm:t>
        <a:bodyPr/>
        <a:lstStyle/>
        <a:p>
          <a:r>
            <a:rPr lang="en-US">
              <a:noFill/>
            </a:rPr>
            <a:t> </a:t>
          </a:r>
        </a:p>
      </dgm:t>
    </dgm:pt>
    <dgm:pt modelId="{51475AAB-F9BB-A842-8B49-CE8F4B0D592F}" type="parTrans" cxnId="{91E5EF26-B8A8-904A-8766-FB1548282182}">
      <dgm:prSet/>
      <dgm:spPr/>
      <dgm:t>
        <a:bodyPr/>
        <a:lstStyle/>
        <a:p>
          <a:endParaRPr lang="en-US"/>
        </a:p>
      </dgm:t>
    </dgm:pt>
    <dgm:pt modelId="{EDA63FA5-4ECF-E240-B089-CAE113130252}" type="sibTrans" cxnId="{91E5EF26-B8A8-904A-8766-FB1548282182}">
      <dgm:prSet/>
      <dgm:spPr/>
      <dgm:t>
        <a:bodyPr/>
        <a:lstStyle/>
        <a:p>
          <a:endParaRPr lang="en-US"/>
        </a:p>
      </dgm:t>
    </dgm:pt>
    <dgm:pt modelId="{3F3A78CC-A0EF-664B-8105-5DC9AA489797}">
      <dgm:prSet/>
      <dgm:spPr/>
      <dgm:t>
        <a:bodyPr/>
        <a:lstStyle/>
        <a:p>
          <a:r>
            <a:rPr lang="en-US">
              <a:noFill/>
            </a:rPr>
            <a:t> </a:t>
          </a:r>
        </a:p>
      </dgm:t>
    </dgm:pt>
    <dgm:pt modelId="{464B953F-34FB-7A49-91DB-B263AEA274C0}" type="parTrans" cxnId="{4743A6E3-2849-9C44-BC97-A3D3E1FFCAE5}">
      <dgm:prSet/>
      <dgm:spPr/>
      <dgm:t>
        <a:bodyPr/>
        <a:lstStyle/>
        <a:p>
          <a:endParaRPr lang="en-US"/>
        </a:p>
      </dgm:t>
    </dgm:pt>
    <dgm:pt modelId="{14BEAC01-3474-9543-89FC-4A69E8A27F94}" type="sibTrans" cxnId="{4743A6E3-2849-9C44-BC97-A3D3E1FFCAE5}">
      <dgm:prSet/>
      <dgm:spPr/>
      <dgm:t>
        <a:bodyPr/>
        <a:lstStyle/>
        <a:p>
          <a:endParaRPr lang="en-US"/>
        </a:p>
      </dgm:t>
    </dgm:pt>
    <dgm:pt modelId="{F6C842F0-A19A-0D41-B709-06FAC76460F2}">
      <dgm:prSet/>
      <dgm:spPr/>
      <dgm:t>
        <a:bodyPr/>
        <a:lstStyle/>
        <a:p>
          <a:r>
            <a:rPr lang="en-US">
              <a:noFill/>
            </a:rPr>
            <a:t> </a:t>
          </a:r>
        </a:p>
      </dgm:t>
    </dgm:pt>
    <dgm:pt modelId="{B0E41FBA-2CA6-5F4F-8C16-548FA1061C3A}" type="parTrans" cxnId="{591C1159-9962-0241-BF7E-93CA727234D6}">
      <dgm:prSet/>
      <dgm:spPr/>
      <dgm:t>
        <a:bodyPr/>
        <a:lstStyle/>
        <a:p>
          <a:endParaRPr lang="en-US"/>
        </a:p>
      </dgm:t>
    </dgm:pt>
    <dgm:pt modelId="{E045CF2B-3353-D34C-AF09-C0B991F4EE04}" type="sibTrans" cxnId="{591C1159-9962-0241-BF7E-93CA727234D6}">
      <dgm:prSet/>
      <dgm:spPr/>
      <dgm:t>
        <a:bodyPr/>
        <a:lstStyle/>
        <a:p>
          <a:endParaRPr lang="en-US"/>
        </a:p>
      </dgm:t>
    </dgm:pt>
    <dgm:pt modelId="{9C38E735-B984-DE40-BA24-1F8E2AD28C36}" type="pres">
      <dgm:prSet presAssocID="{B9821ADE-2A2B-C342-8398-CEECD4CD7337}" presName="Name0" presStyleCnt="0">
        <dgm:presLayoutVars>
          <dgm:dir/>
          <dgm:resizeHandles val="exact"/>
        </dgm:presLayoutVars>
      </dgm:prSet>
      <dgm:spPr/>
    </dgm:pt>
    <dgm:pt modelId="{679BE3E5-46CF-EB4E-9E9D-8753BA455499}" type="pres">
      <dgm:prSet presAssocID="{695AD890-3A06-574C-BB7E-B607393297F4}" presName="composite" presStyleCnt="0"/>
      <dgm:spPr/>
    </dgm:pt>
    <dgm:pt modelId="{9794AB50-04ED-FE42-A749-7DA364F3475F}" type="pres">
      <dgm:prSet presAssocID="{695AD890-3A06-574C-BB7E-B607393297F4}" presName="rect1" presStyleLbl="trAlignAcc1" presStyleIdx="0" presStyleCnt="1">
        <dgm:presLayoutVars>
          <dgm:bulletEnabled val="1"/>
        </dgm:presLayoutVars>
      </dgm:prSet>
      <dgm:spPr/>
    </dgm:pt>
    <dgm:pt modelId="{949162AB-08D0-5B46-8E0D-6FA61D4046E6}" type="pres">
      <dgm:prSet presAssocID="{695AD890-3A06-574C-BB7E-B607393297F4}" presName="rect2" presStyleLbl="fgImgPlace1" presStyleIdx="0" presStyleCnt="1"/>
      <dgm:spPr/>
    </dgm:pt>
  </dgm:ptLst>
  <dgm:cxnLst>
    <dgm:cxn modelId="{512BE302-8AE1-2640-BA14-24D75421869E}" type="presOf" srcId="{695AD890-3A06-574C-BB7E-B607393297F4}" destId="{9794AB50-04ED-FE42-A749-7DA364F3475F}" srcOrd="0" destOrd="0" presId="urn:microsoft.com/office/officeart/2008/layout/PictureStrips"/>
    <dgm:cxn modelId="{91E5EF26-B8A8-904A-8766-FB1548282182}" srcId="{B9821ADE-2A2B-C342-8398-CEECD4CD7337}" destId="{695AD890-3A06-574C-BB7E-B607393297F4}" srcOrd="0" destOrd="0" parTransId="{51475AAB-F9BB-A842-8B49-CE8F4B0D592F}" sibTransId="{EDA63FA5-4ECF-E240-B089-CAE113130252}"/>
    <dgm:cxn modelId="{8CD24544-7252-BE49-BB07-F62424B65319}" type="presOf" srcId="{3F3A78CC-A0EF-664B-8105-5DC9AA489797}" destId="{9794AB50-04ED-FE42-A749-7DA364F3475F}" srcOrd="0" destOrd="1" presId="urn:microsoft.com/office/officeart/2008/layout/PictureStrips"/>
    <dgm:cxn modelId="{591C1159-9962-0241-BF7E-93CA727234D6}" srcId="{695AD890-3A06-574C-BB7E-B607393297F4}" destId="{F6C842F0-A19A-0D41-B709-06FAC76460F2}" srcOrd="1" destOrd="0" parTransId="{B0E41FBA-2CA6-5F4F-8C16-548FA1061C3A}" sibTransId="{E045CF2B-3353-D34C-AF09-C0B991F4EE04}"/>
    <dgm:cxn modelId="{DA03006A-5D50-F74A-A7A6-59FD158AC412}" type="presOf" srcId="{B9821ADE-2A2B-C342-8398-CEECD4CD7337}" destId="{9C38E735-B984-DE40-BA24-1F8E2AD28C36}" srcOrd="0" destOrd="0" presId="urn:microsoft.com/office/officeart/2008/layout/PictureStrips"/>
    <dgm:cxn modelId="{4743A6E3-2849-9C44-BC97-A3D3E1FFCAE5}" srcId="{695AD890-3A06-574C-BB7E-B607393297F4}" destId="{3F3A78CC-A0EF-664B-8105-5DC9AA489797}" srcOrd="0" destOrd="0" parTransId="{464B953F-34FB-7A49-91DB-B263AEA274C0}" sibTransId="{14BEAC01-3474-9543-89FC-4A69E8A27F94}"/>
    <dgm:cxn modelId="{AE6FF2E9-8311-3B46-97A4-51AFF1100D2D}" type="presOf" srcId="{F6C842F0-A19A-0D41-B709-06FAC76460F2}" destId="{9794AB50-04ED-FE42-A749-7DA364F3475F}" srcOrd="0" destOrd="2" presId="urn:microsoft.com/office/officeart/2008/layout/PictureStrips"/>
    <dgm:cxn modelId="{5C3B96AD-F67B-044B-AADA-A0AFD3295EC1}" type="presParOf" srcId="{9C38E735-B984-DE40-BA24-1F8E2AD28C36}" destId="{679BE3E5-46CF-EB4E-9E9D-8753BA455499}" srcOrd="0" destOrd="0" presId="urn:microsoft.com/office/officeart/2008/layout/PictureStrips"/>
    <dgm:cxn modelId="{35B3333E-8540-9A4E-8AD6-02B9278270EA}" type="presParOf" srcId="{679BE3E5-46CF-EB4E-9E9D-8753BA455499}" destId="{9794AB50-04ED-FE42-A749-7DA364F3475F}" srcOrd="0" destOrd="0" presId="urn:microsoft.com/office/officeart/2008/layout/PictureStrips"/>
    <dgm:cxn modelId="{4E1348EE-D520-AB43-86BB-99565D2AD119}" type="presParOf" srcId="{679BE3E5-46CF-EB4E-9E9D-8753BA455499}" destId="{949162AB-08D0-5B46-8E0D-6FA61D4046E6}" srcOrd="1" destOrd="0" presId="urn:microsoft.com/office/officeart/2008/layout/PictureStrips"/>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30.xml><?xml version="1.0" encoding="utf-8"?>
<dgm:dataModel xmlns:dgm="http://schemas.openxmlformats.org/drawingml/2006/diagram" xmlns:a="http://schemas.openxmlformats.org/drawingml/2006/main">
  <dgm:ptLst>
    <dgm:pt modelId="{4C9EACA3-E4F5-D44F-9E70-7E8AADD9660B}" type="doc">
      <dgm:prSet loTypeId="urn:microsoft.com/office/officeart/2008/layout/LinedList" loCatId="process" qsTypeId="urn:microsoft.com/office/officeart/2005/8/quickstyle/simple1" qsCatId="simple" csTypeId="urn:microsoft.com/office/officeart/2005/8/colors/accent1_2" csCatId="accent1" phldr="1"/>
      <dgm:spPr/>
      <dgm:t>
        <a:bodyPr/>
        <a:lstStyle/>
        <a:p>
          <a:endParaRPr lang="en-US"/>
        </a:p>
      </dgm:t>
    </dgm:pt>
    <dgm:pt modelId="{5DA8B55F-6A0A-B14D-A9D0-7D07446D8DDB}">
      <dgm:prSet custT="1"/>
      <dgm:spPr/>
      <dgm:t>
        <a:bodyPr/>
        <a:lstStyle/>
        <a:p>
          <a:r>
            <a:rPr lang="en-US" sz="1400" b="0" dirty="0"/>
            <a:t>Takeaway: McStas has a missing column</a:t>
          </a:r>
          <a:endParaRPr lang="en-DK" sz="1400" dirty="0"/>
        </a:p>
      </dgm:t>
    </dgm:pt>
    <dgm:pt modelId="{B3A60952-3876-B547-9FD6-ACE5D30C13AA}" type="parTrans" cxnId="{AE4E437F-DF47-0842-AF84-511A2860ADA1}">
      <dgm:prSet/>
      <dgm:spPr/>
      <dgm:t>
        <a:bodyPr/>
        <a:lstStyle/>
        <a:p>
          <a:endParaRPr lang="en-US"/>
        </a:p>
      </dgm:t>
    </dgm:pt>
    <dgm:pt modelId="{573B470A-D9F4-F847-95A2-C6DDF2AD4006}" type="sibTrans" cxnId="{AE4E437F-DF47-0842-AF84-511A2860ADA1}">
      <dgm:prSet/>
      <dgm:spPr/>
      <dgm:t>
        <a:bodyPr/>
        <a:lstStyle/>
        <a:p>
          <a:endParaRPr lang="en-US"/>
        </a:p>
      </dgm:t>
    </dgm:pt>
    <dgm:pt modelId="{FB00F140-FF37-7340-8572-012F1C3CD259}" type="pres">
      <dgm:prSet presAssocID="{4C9EACA3-E4F5-D44F-9E70-7E8AADD9660B}" presName="vert0" presStyleCnt="0">
        <dgm:presLayoutVars>
          <dgm:dir/>
          <dgm:animOne val="branch"/>
          <dgm:animLvl val="lvl"/>
        </dgm:presLayoutVars>
      </dgm:prSet>
      <dgm:spPr/>
    </dgm:pt>
    <dgm:pt modelId="{C2247B8B-3278-464D-B879-EAE5FA5151D1}" type="pres">
      <dgm:prSet presAssocID="{5DA8B55F-6A0A-B14D-A9D0-7D07446D8DDB}" presName="thickLine" presStyleLbl="alignNode1" presStyleIdx="0" presStyleCnt="1"/>
      <dgm:spPr/>
    </dgm:pt>
    <dgm:pt modelId="{166A564D-9B89-E248-AB88-E4838B7DB6C6}" type="pres">
      <dgm:prSet presAssocID="{5DA8B55F-6A0A-B14D-A9D0-7D07446D8DDB}" presName="horz1" presStyleCnt="0"/>
      <dgm:spPr/>
    </dgm:pt>
    <dgm:pt modelId="{F8B726D3-F320-CB46-A1CE-A4EECABE8E41}" type="pres">
      <dgm:prSet presAssocID="{5DA8B55F-6A0A-B14D-A9D0-7D07446D8DDB}" presName="tx1" presStyleLbl="revTx" presStyleIdx="0" presStyleCnt="1" custLinFactNeighborX="0" custLinFactNeighborY="-50000"/>
      <dgm:spPr/>
    </dgm:pt>
    <dgm:pt modelId="{26C85BE8-CE89-BA42-B798-A1220E9611B8}" type="pres">
      <dgm:prSet presAssocID="{5DA8B55F-6A0A-B14D-A9D0-7D07446D8DDB}" presName="vert1" presStyleCnt="0"/>
      <dgm:spPr/>
    </dgm:pt>
  </dgm:ptLst>
  <dgm:cxnLst>
    <dgm:cxn modelId="{6ECFDC61-CF2A-9145-8D7D-90F8851C6F1D}" type="presOf" srcId="{5DA8B55F-6A0A-B14D-A9D0-7D07446D8DDB}" destId="{F8B726D3-F320-CB46-A1CE-A4EECABE8E41}" srcOrd="0" destOrd="0" presId="urn:microsoft.com/office/officeart/2008/layout/LinedList"/>
    <dgm:cxn modelId="{AE4E437F-DF47-0842-AF84-511A2860ADA1}" srcId="{4C9EACA3-E4F5-D44F-9E70-7E8AADD9660B}" destId="{5DA8B55F-6A0A-B14D-A9D0-7D07446D8DDB}" srcOrd="0" destOrd="0" parTransId="{B3A60952-3876-B547-9FD6-ACE5D30C13AA}" sibTransId="{573B470A-D9F4-F847-95A2-C6DDF2AD4006}"/>
    <dgm:cxn modelId="{E3C9CF82-5260-6246-8E81-3CA646C1BA14}" type="presOf" srcId="{4C9EACA3-E4F5-D44F-9E70-7E8AADD9660B}" destId="{FB00F140-FF37-7340-8572-012F1C3CD259}" srcOrd="0" destOrd="0" presId="urn:microsoft.com/office/officeart/2008/layout/LinedList"/>
    <dgm:cxn modelId="{D00DA8C2-C936-0949-84C4-3AC12626D6A9}" type="presParOf" srcId="{FB00F140-FF37-7340-8572-012F1C3CD259}" destId="{C2247B8B-3278-464D-B879-EAE5FA5151D1}" srcOrd="0" destOrd="0" presId="urn:microsoft.com/office/officeart/2008/layout/LinedList"/>
    <dgm:cxn modelId="{5C98FD06-4CDC-1140-B00F-924EE0385C01}" type="presParOf" srcId="{FB00F140-FF37-7340-8572-012F1C3CD259}" destId="{166A564D-9B89-E248-AB88-E4838B7DB6C6}" srcOrd="1" destOrd="0" presId="urn:microsoft.com/office/officeart/2008/layout/LinedList"/>
    <dgm:cxn modelId="{F7204CCA-3D49-5341-AC0F-4FA389D787BC}" type="presParOf" srcId="{166A564D-9B89-E248-AB88-E4838B7DB6C6}" destId="{F8B726D3-F320-CB46-A1CE-A4EECABE8E41}" srcOrd="0" destOrd="0" presId="urn:microsoft.com/office/officeart/2008/layout/LinedList"/>
    <dgm:cxn modelId="{94490F48-09D1-284B-93EA-556D64EE1FC8}" type="presParOf" srcId="{166A564D-9B89-E248-AB88-E4838B7DB6C6}" destId="{26C85BE8-CE89-BA42-B798-A1220E9611B8}" srcOrd="1" destOrd="0" presId="urn:microsoft.com/office/officeart/2008/layout/LinedLis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31.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Left-right asymmetry after bin shifts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mc:AlternateContent xmlns:mc="http://schemas.openxmlformats.org/markup-compatibility/2006" xmlns:a14="http://schemas.microsoft.com/office/drawing/2010/main">
      <mc:Choice Requires="a14">
        <dgm:pt modelId="{B11EF244-BB75-A941-85C0-7D3946CC8077}">
          <dgm:prSet/>
          <dgm:spPr/>
          <dgm:t>
            <a:bodyPr/>
            <a:lstStyle/>
            <a:p>
              <a:r>
                <a:rPr lang="en-US" dirty="0"/>
                <a:t>+0 bin shift: </a:t>
              </a:r>
              <a14:m>
                <m:oMath xmlns:m="http://schemas.openxmlformats.org/officeDocument/2006/math">
                  <m:r>
                    <a:rPr lang="en-DK" i="1">
                      <a:latin typeface="Cambria Math" panose="02040503050406030204" pitchFamily="18" charset="0"/>
                    </a:rPr>
                    <m:t>3</m:t>
                  </m:r>
                  <m:r>
                    <a:rPr lang="en-DK" b="0" i="1">
                      <a:latin typeface="Cambria Math" panose="02040503050406030204" pitchFamily="18" charset="0"/>
                    </a:rPr>
                    <m:t>.60</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B11EF244-BB75-A941-85C0-7D3946CC8077}">
          <dgm:prSet/>
          <dgm:spPr/>
          <dgm:t>
            <a:bodyPr/>
            <a:lstStyle/>
            <a:p>
              <a:r>
                <a:rPr lang="en-US" dirty="0"/>
                <a:t>+0 bin shift: </a:t>
              </a:r>
              <a:r>
                <a:rPr lang="en-DK" i="0">
                  <a:latin typeface="Cambria Math" panose="02040503050406030204" pitchFamily="18" charset="0"/>
                </a:rPr>
                <a:t>3</a:t>
              </a:r>
              <a:r>
                <a:rPr lang="en-DK" b="0" i="0">
                  <a:latin typeface="Cambria Math" panose="02040503050406030204" pitchFamily="18" charset="0"/>
                </a:rPr>
                <a:t>.60</a:t>
              </a:r>
              <a:r>
                <a:rPr lang="en-DK" i="0">
                  <a:latin typeface="Cambria Math" panose="02040503050406030204" pitchFamily="18" charset="0"/>
                </a:rPr>
                <a:t>×10^(−2)</a:t>
              </a:r>
              <a:endParaRPr lang="en-DK" dirty="0"/>
            </a:p>
          </dgm:t>
        </dgm:pt>
      </mc:Fallback>
    </mc:AlternateConten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dgm:pt modelId="{87C22D71-7EB6-EE4A-BCF5-601E3D61D901}">
      <dgm:prSet/>
      <dgm:spPr/>
      <dgm:t>
        <a:bodyPr/>
        <a:lstStyle/>
        <a:p>
          <a:endParaRPr lang="en-DK" dirty="0"/>
        </a:p>
      </dgm:t>
    </dgm:pt>
    <dgm:pt modelId="{587241C9-5C40-514E-AD69-378BF80B5404}" type="parTrans" cxnId="{E85654C3-A816-844D-AB80-A1B0B777FF29}">
      <dgm:prSet/>
      <dgm:spPr/>
      <dgm:t>
        <a:bodyPr/>
        <a:lstStyle/>
        <a:p>
          <a:endParaRPr lang="en-US"/>
        </a:p>
      </dgm:t>
    </dgm:pt>
    <dgm:pt modelId="{57F73021-6D3A-9245-94E7-7232A8D07B08}" type="sibTrans" cxnId="{E85654C3-A816-844D-AB80-A1B0B777FF29}">
      <dgm:prSet/>
      <dgm:spPr/>
      <dgm:t>
        <a:bodyPr/>
        <a:lstStyle/>
        <a:p>
          <a:endParaRPr lang="en-US"/>
        </a:p>
      </dgm:t>
    </dgm:pt>
    <mc:AlternateContent xmlns:mc="http://schemas.openxmlformats.org/markup-compatibility/2006" xmlns:a14="http://schemas.microsoft.com/office/drawing/2010/main">
      <mc:Choice Requires="a14">
        <dgm:pt modelId="{CFE4F9BE-EA29-BA48-A25A-A63D06DFF665}">
          <dgm:prSet/>
          <dgm:spPr/>
          <dgm:t>
            <a:bodyPr/>
            <a:lstStyle/>
            <a:p>
              <a:r>
                <a:rPr lang="en-US" dirty="0"/>
                <a:t>+1 bin shift: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63</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DK" dirty="0"/>
            </a:p>
          </dgm:t>
        </dgm:pt>
      </mc:Choice>
      <mc:Fallback xmlns="">
        <dgm:pt modelId="{CFE4F9BE-EA29-BA48-A25A-A63D06DFF665}">
          <dgm:prSet/>
          <dgm:spPr/>
          <dgm:t>
            <a:bodyPr/>
            <a:lstStyle/>
            <a:p>
              <a:r>
                <a:rPr lang="en-US" dirty="0"/>
                <a:t>+1 bin shift: </a:t>
              </a:r>
              <a:r>
                <a:rPr lang="en-DK" i="0">
                  <a:latin typeface="Cambria Math" panose="02040503050406030204" pitchFamily="18" charset="0"/>
                </a:rPr>
                <a:t>1.</a:t>
              </a:r>
              <a:r>
                <a:rPr lang="en-DK" b="0" i="0">
                  <a:latin typeface="Cambria Math" panose="02040503050406030204" pitchFamily="18" charset="0"/>
                </a:rPr>
                <a:t>63</a:t>
              </a:r>
              <a:r>
                <a:rPr lang="en-DK" i="0">
                  <a:latin typeface="Cambria Math" panose="02040503050406030204" pitchFamily="18" charset="0"/>
                </a:rPr>
                <a:t>×10^(−</a:t>
              </a:r>
              <a:r>
                <a:rPr lang="en-DK" b="0" i="0">
                  <a:latin typeface="Cambria Math" panose="02040503050406030204" pitchFamily="18" charset="0"/>
                </a:rPr>
                <a:t>6)</a:t>
              </a:r>
              <a:endParaRPr lang="en-DK" dirty="0"/>
            </a:p>
          </dgm:t>
        </dgm:pt>
      </mc:Fallback>
    </mc:AlternateContent>
    <dgm:pt modelId="{D896D07B-B294-F84E-8B70-D22A5C71F26A}" type="sibTrans" cxnId="{CD5AB1C5-22BE-4C45-94F0-E7283D087F72}">
      <dgm:prSet/>
      <dgm:spPr/>
      <dgm:t>
        <a:bodyPr/>
        <a:lstStyle/>
        <a:p>
          <a:endParaRPr lang="en-US"/>
        </a:p>
      </dgm:t>
    </dgm:pt>
    <dgm:pt modelId="{4A8F80DD-2443-3347-BC58-815E2237B95E}" type="parTrans" cxnId="{CD5AB1C5-22BE-4C45-94F0-E7283D087F72}">
      <dgm:prSet/>
      <dgm:spPr/>
      <dgm:t>
        <a:bodyPr/>
        <a:lstStyle/>
        <a:p>
          <a:endParaRPr lang="en-US"/>
        </a:p>
      </dgm:t>
    </dgm:pt>
    <mc:AlternateContent xmlns:mc="http://schemas.openxmlformats.org/markup-compatibility/2006" xmlns:a14="http://schemas.microsoft.com/office/drawing/2010/main">
      <mc:Choice Requires="a14">
        <dgm:pt modelId="{C2429A45-FAF1-1741-9AE3-20827F4EAA36}">
          <dgm:prSet/>
          <dgm:spPr/>
          <dgm:t>
            <a:bodyPr/>
            <a:lstStyle/>
            <a:p>
              <a:r>
                <a:rPr lang="en-DK" dirty="0"/>
                <a:t>+2 bin shift: 3.6</a:t>
              </a:r>
              <a14:m>
                <m:oMath xmlns:m="http://schemas.openxmlformats.org/officeDocument/2006/math">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C2429A45-FAF1-1741-9AE3-20827F4EAA36}">
          <dgm:prSet/>
          <dgm:spPr/>
          <dgm:t>
            <a:bodyPr/>
            <a:lstStyle/>
            <a:p>
              <a:r>
                <a:rPr lang="en-DK" dirty="0"/>
                <a:t>+2 bin shift: 3.6</a:t>
              </a:r>
              <a:r>
                <a:rPr lang="en-DK" i="0">
                  <a:latin typeface="Cambria Math" panose="02040503050406030204" pitchFamily="18" charset="0"/>
                </a:rPr>
                <a:t>×10^(−2)</a:t>
              </a:r>
              <a:endParaRPr lang="en-DK" dirty="0"/>
            </a:p>
          </dgm:t>
        </dgm:pt>
      </mc:Fallback>
    </mc:AlternateContent>
    <dgm:pt modelId="{568A25C3-BAA2-EE42-A974-FC446F01267C}" type="parTrans" cxnId="{A5895290-BE10-5043-869C-AEC6FDA6FD58}">
      <dgm:prSet/>
      <dgm:spPr/>
      <dgm:t>
        <a:bodyPr/>
        <a:lstStyle/>
        <a:p>
          <a:endParaRPr lang="en-US"/>
        </a:p>
      </dgm:t>
    </dgm:pt>
    <dgm:pt modelId="{8DF6F376-F35B-284E-B225-4C965E4D3F32}" type="sibTrans" cxnId="{A5895290-BE10-5043-869C-AEC6FDA6FD58}">
      <dgm:prSet/>
      <dgm:spPr/>
      <dgm:t>
        <a:bodyPr/>
        <a:lstStyle/>
        <a:p>
          <a:endParaRPr lang="en-US"/>
        </a:p>
      </dgm:t>
    </dgm:pt>
    <dgm:pt modelId="{66B7A2B5-9AD6-DD4F-B614-5D2EEE340D0E}">
      <dgm:prSet/>
      <dgm:spPr/>
      <dgm:t>
        <a:bodyPr/>
        <a:lstStyle/>
        <a:p>
          <a:endParaRPr lang="en-DK" dirty="0"/>
        </a:p>
      </dgm:t>
    </dgm:pt>
    <dgm:pt modelId="{AB02A9CB-DEE0-E542-8095-3674D09D99CF}" type="parTrans" cxnId="{895DA66A-27C3-3E41-ACFE-55DE1587E79E}">
      <dgm:prSet/>
      <dgm:spPr/>
      <dgm:t>
        <a:bodyPr/>
        <a:lstStyle/>
        <a:p>
          <a:endParaRPr lang="en-US"/>
        </a:p>
      </dgm:t>
    </dgm:pt>
    <dgm:pt modelId="{BFF0FC06-B031-D840-AB88-03BD4DE1B458}" type="sibTrans" cxnId="{895DA66A-27C3-3E41-ACFE-55DE1587E79E}">
      <dgm:prSet/>
      <dgm:spPr/>
      <dgm:t>
        <a:bodyPr/>
        <a:lstStyle/>
        <a:p>
          <a:endParaRPr lang="en-US"/>
        </a:p>
      </dgm:t>
    </dgm:pt>
    <mc:AlternateContent xmlns:mc="http://schemas.openxmlformats.org/markup-compatibility/2006" xmlns:a14="http://schemas.microsoft.com/office/drawing/2010/main">
      <mc:Choice Requires="a14">
        <dgm:pt modelId="{1B4DC84D-146D-F949-93A4-7C65C201E4F3}">
          <dgm:prSet/>
          <dgm:spPr/>
          <dgm:t>
            <a:bodyPr/>
            <a:lstStyle/>
            <a:p>
              <a:r>
                <a:rPr lang="en-DK" dirty="0"/>
                <a:t>-1  bin shift: 5.12</a:t>
              </a:r>
              <a14:m>
                <m:oMath xmlns:m="http://schemas.openxmlformats.org/officeDocument/2006/math">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1B4DC84D-146D-F949-93A4-7C65C201E4F3}">
          <dgm:prSet/>
          <dgm:spPr/>
          <dgm:t>
            <a:bodyPr/>
            <a:lstStyle/>
            <a:p>
              <a:r>
                <a:rPr lang="en-DK" dirty="0"/>
                <a:t>-1  bin shift: 5.12</a:t>
              </a:r>
              <a:r>
                <a:rPr lang="en-DK" i="0">
                  <a:latin typeface="Cambria Math" panose="02040503050406030204" pitchFamily="18" charset="0"/>
                </a:rPr>
                <a:t>×10^(−2)</a:t>
              </a:r>
              <a:endParaRPr lang="en-DK" dirty="0"/>
            </a:p>
          </dgm:t>
        </dgm:pt>
      </mc:Fallback>
    </mc:AlternateContent>
    <dgm:pt modelId="{80B455CF-7B53-BE43-88AD-CF1924DBA974}" type="parTrans" cxnId="{01C47873-5B66-9840-A675-A672DE3027EA}">
      <dgm:prSet/>
      <dgm:spPr/>
      <dgm:t>
        <a:bodyPr/>
        <a:lstStyle/>
        <a:p>
          <a:endParaRPr lang="en-US"/>
        </a:p>
      </dgm:t>
    </dgm:pt>
    <dgm:pt modelId="{A23AA433-8FDD-264F-9C5F-1426F3552305}" type="sibTrans" cxnId="{01C47873-5B66-9840-A675-A672DE3027EA}">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1">
        <dgm:presLayoutVars>
          <dgm:chMax val="0"/>
          <dgm:bulletEnabled val="1"/>
        </dgm:presLayoutVars>
      </dgm:prSet>
      <dgm:spPr/>
    </dgm:pt>
    <dgm:pt modelId="{32A78DF4-62DC-BC46-A907-0582B2C43053}" type="pres">
      <dgm:prSet presAssocID="{6CB96E0C-3B73-4C46-B468-070C21663E9B}" presName="childText" presStyleLbl="revTx" presStyleIdx="0" presStyleCnt="1">
        <dgm:presLayoutVars>
          <dgm:bulletEnabled val="1"/>
        </dgm:presLayoutVars>
      </dgm:prSet>
      <dgm:spPr/>
    </dgm:pt>
  </dgm:ptLst>
  <dgm:cxnLst>
    <dgm:cxn modelId="{3F7AB312-0682-7A4F-A7FD-EFDF19C271D5}" srcId="{6CB96E0C-3B73-4C46-B468-070C21663E9B}" destId="{B11EF244-BB75-A941-85C0-7D3946CC8077}" srcOrd="1" destOrd="0" parTransId="{38F11542-FDA7-5F44-A9F3-FD753D173243}" sibTransId="{D4AC8AF2-460A-DB46-BA82-BA45E2FB19FB}"/>
    <dgm:cxn modelId="{F11F961C-CC3E-AB49-99E8-ACA620422C6F}" type="presOf" srcId="{CFE4F9BE-EA29-BA48-A25A-A63D06DFF665}" destId="{32A78DF4-62DC-BC46-A907-0582B2C43053}" srcOrd="0" destOrd="2" presId="urn:microsoft.com/office/officeart/2005/8/layout/vList2"/>
    <dgm:cxn modelId="{9D5CB61E-81C0-5040-AC5C-E6C7C59FC647}" type="presOf" srcId="{1B4DC84D-146D-F949-93A4-7C65C201E4F3}" destId="{32A78DF4-62DC-BC46-A907-0582B2C43053}" srcOrd="0" destOrd="0" presId="urn:microsoft.com/office/officeart/2005/8/layout/vList2"/>
    <dgm:cxn modelId="{AAA65357-53B4-0641-9615-94FC0D30AC4F}" type="presOf" srcId="{66B7A2B5-9AD6-DD4F-B614-5D2EEE340D0E}" destId="{32A78DF4-62DC-BC46-A907-0582B2C43053}" srcOrd="0" destOrd="4" presId="urn:microsoft.com/office/officeart/2005/8/layout/vList2"/>
    <dgm:cxn modelId="{E9FA245F-0B47-BD41-B6A7-D46F1B3B3828}" type="presOf" srcId="{87C22D71-7EB6-EE4A-BCF5-601E3D61D901}" destId="{32A78DF4-62DC-BC46-A907-0582B2C43053}" srcOrd="0" destOrd="5" presId="urn:microsoft.com/office/officeart/2005/8/layout/vList2"/>
    <dgm:cxn modelId="{895DA66A-27C3-3E41-ACFE-55DE1587E79E}" srcId="{6CB96E0C-3B73-4C46-B468-070C21663E9B}" destId="{66B7A2B5-9AD6-DD4F-B614-5D2EEE340D0E}" srcOrd="4" destOrd="0" parTransId="{AB02A9CB-DEE0-E542-8095-3674D09D99CF}" sibTransId="{BFF0FC06-B031-D840-AB88-03BD4DE1B458}"/>
    <dgm:cxn modelId="{01C47873-5B66-9840-A675-A672DE3027EA}" srcId="{6CB96E0C-3B73-4C46-B468-070C21663E9B}" destId="{1B4DC84D-146D-F949-93A4-7C65C201E4F3}" srcOrd="0" destOrd="0" parTransId="{80B455CF-7B53-BE43-88AD-CF1924DBA974}" sibTransId="{A23AA433-8FDD-264F-9C5F-1426F3552305}"/>
    <dgm:cxn modelId="{A5895290-BE10-5043-869C-AEC6FDA6FD58}" srcId="{6CB96E0C-3B73-4C46-B468-070C21663E9B}" destId="{C2429A45-FAF1-1741-9AE3-20827F4EAA36}" srcOrd="3" destOrd="0" parTransId="{568A25C3-BAA2-EE42-A974-FC446F01267C}" sibTransId="{8DF6F376-F35B-284E-B225-4C965E4D3F32}"/>
    <dgm:cxn modelId="{F53BE395-9937-9749-A2AB-8EA6D75BD1BC}" type="presOf" srcId="{6CB96E0C-3B73-4C46-B468-070C21663E9B}" destId="{0146FBE6-3CA1-7542-9EA0-07EFDA0458EB}" srcOrd="0" destOrd="0" presId="urn:microsoft.com/office/officeart/2005/8/layout/vList2"/>
    <dgm:cxn modelId="{28425BA9-6936-2640-A27E-A397958CAB67}" type="presOf" srcId="{C2429A45-FAF1-1741-9AE3-20827F4EAA36}" destId="{32A78DF4-62DC-BC46-A907-0582B2C43053}" srcOrd="0" destOrd="3" presId="urn:microsoft.com/office/officeart/2005/8/layout/vList2"/>
    <dgm:cxn modelId="{D6C662B3-1E8E-7E41-912D-B87D74AB2510}" type="presOf" srcId="{36289411-C0B5-3B44-BF33-078C42EF2E69}" destId="{A771F0E4-7370-4840-A733-0DCE75B406EF}" srcOrd="0" destOrd="0" presId="urn:microsoft.com/office/officeart/2005/8/layout/vList2"/>
    <dgm:cxn modelId="{E85654C3-A816-844D-AB80-A1B0B777FF29}" srcId="{6CB96E0C-3B73-4C46-B468-070C21663E9B}" destId="{87C22D71-7EB6-EE4A-BCF5-601E3D61D901}" srcOrd="5" destOrd="0" parTransId="{587241C9-5C40-514E-AD69-378BF80B5404}" sibTransId="{57F73021-6D3A-9245-94E7-7232A8D07B08}"/>
    <dgm:cxn modelId="{CD5AB1C5-22BE-4C45-94F0-E7283D087F72}" srcId="{6CB96E0C-3B73-4C46-B468-070C21663E9B}" destId="{CFE4F9BE-EA29-BA48-A25A-A63D06DFF665}" srcOrd="2" destOrd="0" parTransId="{4A8F80DD-2443-3347-BC58-815E2237B95E}" sibTransId="{D896D07B-B294-F84E-8B70-D22A5C71F26A}"/>
    <dgm:cxn modelId="{755834CB-F683-274B-A0C5-20594A98B242}" srcId="{36289411-C0B5-3B44-BF33-078C42EF2E69}" destId="{6CB96E0C-3B73-4C46-B468-070C21663E9B}" srcOrd="0" destOrd="0" parTransId="{9F80F529-2122-1A4E-ADD7-7FD62E883E22}" sibTransId="{FF9E8430-C61A-2B4D-8FA1-B63FF12219A4}"/>
    <dgm:cxn modelId="{8E5188E9-D89D-BC41-84F8-03EBBCA67AF8}" type="presOf" srcId="{B11EF244-BB75-A941-85C0-7D3946CC8077}" destId="{32A78DF4-62DC-BC46-A907-0582B2C43053}" srcOrd="0" destOrd="1"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132.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Left-right asymmetry after bin shifts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dgm:pt modelId="{B11EF244-BB75-A941-85C0-7D3946CC8077}">
      <dgm:prSet/>
      <dgm:spPr/>
      <dgm:t>
        <a:bodyPr/>
        <a:lstStyle/>
        <a:p>
          <a:r>
            <a:rPr lang="en-US">
              <a:noFill/>
            </a:rPr>
            <a:t> </a:t>
          </a:r>
        </a:p>
      </dgm:t>
    </dgm:p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dgm:pt modelId="{87C22D71-7EB6-EE4A-BCF5-601E3D61D901}">
      <dgm:prSet/>
      <dgm:spPr/>
      <dgm:t>
        <a:bodyPr/>
        <a:lstStyle/>
        <a:p>
          <a:r>
            <a:rPr lang="en-US">
              <a:noFill/>
            </a:rPr>
            <a:t> </a:t>
          </a:r>
        </a:p>
      </dgm:t>
    </dgm:pt>
    <dgm:pt modelId="{587241C9-5C40-514E-AD69-378BF80B5404}" type="parTrans" cxnId="{E85654C3-A816-844D-AB80-A1B0B777FF29}">
      <dgm:prSet/>
      <dgm:spPr/>
      <dgm:t>
        <a:bodyPr/>
        <a:lstStyle/>
        <a:p>
          <a:endParaRPr lang="en-US"/>
        </a:p>
      </dgm:t>
    </dgm:pt>
    <dgm:pt modelId="{57F73021-6D3A-9245-94E7-7232A8D07B08}" type="sibTrans" cxnId="{E85654C3-A816-844D-AB80-A1B0B777FF29}">
      <dgm:prSet/>
      <dgm:spPr/>
      <dgm:t>
        <a:bodyPr/>
        <a:lstStyle/>
        <a:p>
          <a:endParaRPr lang="en-US"/>
        </a:p>
      </dgm:t>
    </dgm:pt>
    <dgm:pt modelId="{CFE4F9BE-EA29-BA48-A25A-A63D06DFF665}">
      <dgm:prSet/>
      <dgm:spPr/>
      <dgm:t>
        <a:bodyPr/>
        <a:lstStyle/>
        <a:p>
          <a:r>
            <a:rPr lang="en-US">
              <a:noFill/>
            </a:rPr>
            <a:t> </a:t>
          </a:r>
        </a:p>
      </dgm:t>
    </dgm:pt>
    <dgm:pt modelId="{D896D07B-B294-F84E-8B70-D22A5C71F26A}" type="sibTrans" cxnId="{CD5AB1C5-22BE-4C45-94F0-E7283D087F72}">
      <dgm:prSet/>
      <dgm:spPr/>
      <dgm:t>
        <a:bodyPr/>
        <a:lstStyle/>
        <a:p>
          <a:endParaRPr lang="en-US"/>
        </a:p>
      </dgm:t>
    </dgm:pt>
    <dgm:pt modelId="{4A8F80DD-2443-3347-BC58-815E2237B95E}" type="parTrans" cxnId="{CD5AB1C5-22BE-4C45-94F0-E7283D087F72}">
      <dgm:prSet/>
      <dgm:spPr/>
      <dgm:t>
        <a:bodyPr/>
        <a:lstStyle/>
        <a:p>
          <a:endParaRPr lang="en-US"/>
        </a:p>
      </dgm:t>
    </dgm:pt>
    <dgm:pt modelId="{C2429A45-FAF1-1741-9AE3-20827F4EAA36}">
      <dgm:prSet/>
      <dgm:spPr/>
      <dgm:t>
        <a:bodyPr/>
        <a:lstStyle/>
        <a:p>
          <a:r>
            <a:rPr lang="en-US">
              <a:noFill/>
            </a:rPr>
            <a:t> </a:t>
          </a:r>
        </a:p>
      </dgm:t>
    </dgm:pt>
    <dgm:pt modelId="{568A25C3-BAA2-EE42-A974-FC446F01267C}" type="parTrans" cxnId="{A5895290-BE10-5043-869C-AEC6FDA6FD58}">
      <dgm:prSet/>
      <dgm:spPr/>
      <dgm:t>
        <a:bodyPr/>
        <a:lstStyle/>
        <a:p>
          <a:endParaRPr lang="en-US"/>
        </a:p>
      </dgm:t>
    </dgm:pt>
    <dgm:pt modelId="{8DF6F376-F35B-284E-B225-4C965E4D3F32}" type="sibTrans" cxnId="{A5895290-BE10-5043-869C-AEC6FDA6FD58}">
      <dgm:prSet/>
      <dgm:spPr/>
      <dgm:t>
        <a:bodyPr/>
        <a:lstStyle/>
        <a:p>
          <a:endParaRPr lang="en-US"/>
        </a:p>
      </dgm:t>
    </dgm:pt>
    <dgm:pt modelId="{66B7A2B5-9AD6-DD4F-B614-5D2EEE340D0E}">
      <dgm:prSet/>
      <dgm:spPr/>
      <dgm:t>
        <a:bodyPr/>
        <a:lstStyle/>
        <a:p>
          <a:r>
            <a:rPr lang="en-US">
              <a:noFill/>
            </a:rPr>
            <a:t> </a:t>
          </a:r>
        </a:p>
      </dgm:t>
    </dgm:pt>
    <dgm:pt modelId="{AB02A9CB-DEE0-E542-8095-3674D09D99CF}" type="parTrans" cxnId="{895DA66A-27C3-3E41-ACFE-55DE1587E79E}">
      <dgm:prSet/>
      <dgm:spPr/>
      <dgm:t>
        <a:bodyPr/>
        <a:lstStyle/>
        <a:p>
          <a:endParaRPr lang="en-US"/>
        </a:p>
      </dgm:t>
    </dgm:pt>
    <dgm:pt modelId="{BFF0FC06-B031-D840-AB88-03BD4DE1B458}" type="sibTrans" cxnId="{895DA66A-27C3-3E41-ACFE-55DE1587E79E}">
      <dgm:prSet/>
      <dgm:spPr/>
      <dgm:t>
        <a:bodyPr/>
        <a:lstStyle/>
        <a:p>
          <a:endParaRPr lang="en-US"/>
        </a:p>
      </dgm:t>
    </dgm:pt>
    <dgm:pt modelId="{1B4DC84D-146D-F949-93A4-7C65C201E4F3}">
      <dgm:prSet/>
      <dgm:spPr>
        <a:blipFill>
          <a:blip xmlns:r="http://schemas.openxmlformats.org/officeDocument/2006/relationships" r:embed="rId1"/>
          <a:stretch>
            <a:fillRect t="-3315"/>
          </a:stretch>
        </a:blipFill>
      </dgm:spPr>
      <dgm:t>
        <a:bodyPr/>
        <a:lstStyle/>
        <a:p>
          <a:r>
            <a:rPr lang="en-US">
              <a:noFill/>
            </a:rPr>
            <a:t> </a:t>
          </a:r>
        </a:p>
      </dgm:t>
    </dgm:pt>
    <dgm:pt modelId="{80B455CF-7B53-BE43-88AD-CF1924DBA974}" type="parTrans" cxnId="{01C47873-5B66-9840-A675-A672DE3027EA}">
      <dgm:prSet/>
      <dgm:spPr/>
      <dgm:t>
        <a:bodyPr/>
        <a:lstStyle/>
        <a:p>
          <a:endParaRPr lang="en-US"/>
        </a:p>
      </dgm:t>
    </dgm:pt>
    <dgm:pt modelId="{A23AA433-8FDD-264F-9C5F-1426F3552305}" type="sibTrans" cxnId="{01C47873-5B66-9840-A675-A672DE3027EA}">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1">
        <dgm:presLayoutVars>
          <dgm:chMax val="0"/>
          <dgm:bulletEnabled val="1"/>
        </dgm:presLayoutVars>
      </dgm:prSet>
      <dgm:spPr/>
    </dgm:pt>
    <dgm:pt modelId="{32A78DF4-62DC-BC46-A907-0582B2C43053}" type="pres">
      <dgm:prSet presAssocID="{6CB96E0C-3B73-4C46-B468-070C21663E9B}" presName="childText" presStyleLbl="revTx" presStyleIdx="0" presStyleCnt="1">
        <dgm:presLayoutVars>
          <dgm:bulletEnabled val="1"/>
        </dgm:presLayoutVars>
      </dgm:prSet>
      <dgm:spPr/>
    </dgm:pt>
  </dgm:ptLst>
  <dgm:cxnLst>
    <dgm:cxn modelId="{3F7AB312-0682-7A4F-A7FD-EFDF19C271D5}" srcId="{6CB96E0C-3B73-4C46-B468-070C21663E9B}" destId="{B11EF244-BB75-A941-85C0-7D3946CC8077}" srcOrd="1" destOrd="0" parTransId="{38F11542-FDA7-5F44-A9F3-FD753D173243}" sibTransId="{D4AC8AF2-460A-DB46-BA82-BA45E2FB19FB}"/>
    <dgm:cxn modelId="{F11F961C-CC3E-AB49-99E8-ACA620422C6F}" type="presOf" srcId="{CFE4F9BE-EA29-BA48-A25A-A63D06DFF665}" destId="{32A78DF4-62DC-BC46-A907-0582B2C43053}" srcOrd="0" destOrd="2" presId="urn:microsoft.com/office/officeart/2005/8/layout/vList2"/>
    <dgm:cxn modelId="{9D5CB61E-81C0-5040-AC5C-E6C7C59FC647}" type="presOf" srcId="{1B4DC84D-146D-F949-93A4-7C65C201E4F3}" destId="{32A78DF4-62DC-BC46-A907-0582B2C43053}" srcOrd="0" destOrd="0" presId="urn:microsoft.com/office/officeart/2005/8/layout/vList2"/>
    <dgm:cxn modelId="{AAA65357-53B4-0641-9615-94FC0D30AC4F}" type="presOf" srcId="{66B7A2B5-9AD6-DD4F-B614-5D2EEE340D0E}" destId="{32A78DF4-62DC-BC46-A907-0582B2C43053}" srcOrd="0" destOrd="4" presId="urn:microsoft.com/office/officeart/2005/8/layout/vList2"/>
    <dgm:cxn modelId="{E9FA245F-0B47-BD41-B6A7-D46F1B3B3828}" type="presOf" srcId="{87C22D71-7EB6-EE4A-BCF5-601E3D61D901}" destId="{32A78DF4-62DC-BC46-A907-0582B2C43053}" srcOrd="0" destOrd="5" presId="urn:microsoft.com/office/officeart/2005/8/layout/vList2"/>
    <dgm:cxn modelId="{895DA66A-27C3-3E41-ACFE-55DE1587E79E}" srcId="{6CB96E0C-3B73-4C46-B468-070C21663E9B}" destId="{66B7A2B5-9AD6-DD4F-B614-5D2EEE340D0E}" srcOrd="4" destOrd="0" parTransId="{AB02A9CB-DEE0-E542-8095-3674D09D99CF}" sibTransId="{BFF0FC06-B031-D840-AB88-03BD4DE1B458}"/>
    <dgm:cxn modelId="{01C47873-5B66-9840-A675-A672DE3027EA}" srcId="{6CB96E0C-3B73-4C46-B468-070C21663E9B}" destId="{1B4DC84D-146D-F949-93A4-7C65C201E4F3}" srcOrd="0" destOrd="0" parTransId="{80B455CF-7B53-BE43-88AD-CF1924DBA974}" sibTransId="{A23AA433-8FDD-264F-9C5F-1426F3552305}"/>
    <dgm:cxn modelId="{A5895290-BE10-5043-869C-AEC6FDA6FD58}" srcId="{6CB96E0C-3B73-4C46-B468-070C21663E9B}" destId="{C2429A45-FAF1-1741-9AE3-20827F4EAA36}" srcOrd="3" destOrd="0" parTransId="{568A25C3-BAA2-EE42-A974-FC446F01267C}" sibTransId="{8DF6F376-F35B-284E-B225-4C965E4D3F32}"/>
    <dgm:cxn modelId="{F53BE395-9937-9749-A2AB-8EA6D75BD1BC}" type="presOf" srcId="{6CB96E0C-3B73-4C46-B468-070C21663E9B}" destId="{0146FBE6-3CA1-7542-9EA0-07EFDA0458EB}" srcOrd="0" destOrd="0" presId="urn:microsoft.com/office/officeart/2005/8/layout/vList2"/>
    <dgm:cxn modelId="{28425BA9-6936-2640-A27E-A397958CAB67}" type="presOf" srcId="{C2429A45-FAF1-1741-9AE3-20827F4EAA36}" destId="{32A78DF4-62DC-BC46-A907-0582B2C43053}" srcOrd="0" destOrd="3" presId="urn:microsoft.com/office/officeart/2005/8/layout/vList2"/>
    <dgm:cxn modelId="{D6C662B3-1E8E-7E41-912D-B87D74AB2510}" type="presOf" srcId="{36289411-C0B5-3B44-BF33-078C42EF2E69}" destId="{A771F0E4-7370-4840-A733-0DCE75B406EF}" srcOrd="0" destOrd="0" presId="urn:microsoft.com/office/officeart/2005/8/layout/vList2"/>
    <dgm:cxn modelId="{E85654C3-A816-844D-AB80-A1B0B777FF29}" srcId="{6CB96E0C-3B73-4C46-B468-070C21663E9B}" destId="{87C22D71-7EB6-EE4A-BCF5-601E3D61D901}" srcOrd="5" destOrd="0" parTransId="{587241C9-5C40-514E-AD69-378BF80B5404}" sibTransId="{57F73021-6D3A-9245-94E7-7232A8D07B08}"/>
    <dgm:cxn modelId="{CD5AB1C5-22BE-4C45-94F0-E7283D087F72}" srcId="{6CB96E0C-3B73-4C46-B468-070C21663E9B}" destId="{CFE4F9BE-EA29-BA48-A25A-A63D06DFF665}" srcOrd="2" destOrd="0" parTransId="{4A8F80DD-2443-3347-BC58-815E2237B95E}" sibTransId="{D896D07B-B294-F84E-8B70-D22A5C71F26A}"/>
    <dgm:cxn modelId="{755834CB-F683-274B-A0C5-20594A98B242}" srcId="{36289411-C0B5-3B44-BF33-078C42EF2E69}" destId="{6CB96E0C-3B73-4C46-B468-070C21663E9B}" srcOrd="0" destOrd="0" parTransId="{9F80F529-2122-1A4E-ADD7-7FD62E883E22}" sibTransId="{FF9E8430-C61A-2B4D-8FA1-B63FF12219A4}"/>
    <dgm:cxn modelId="{8E5188E9-D89D-BC41-84F8-03EBBCA67AF8}" type="presOf" srcId="{B11EF244-BB75-A941-85C0-7D3946CC8077}" destId="{32A78DF4-62DC-BC46-A907-0582B2C43053}" srcOrd="0" destOrd="1"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133.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a:solidFill>
          <a:schemeClr val="accent1">
            <a:lumMod val="60000"/>
            <a:lumOff val="40000"/>
          </a:schemeClr>
        </a:solidFill>
        <a:ln>
          <a:solidFill>
            <a:schemeClr val="tx1"/>
          </a:solidFill>
        </a:ln>
      </dgm:spPr>
      <dgm:t>
        <a:bodyPr/>
        <a:lstStyle/>
        <a:p>
          <a:r>
            <a:rPr lang="en-US" dirty="0">
              <a:solidFill>
                <a:schemeClr val="tx1"/>
              </a:solidFill>
            </a:rPr>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4.xml><?xml version="1.0" encoding="utf-8"?>
<dgm:dataModel xmlns:dgm="http://schemas.openxmlformats.org/drawingml/2006/diagram" xmlns:a="http://schemas.openxmlformats.org/drawingml/2006/main">
  <dgm:ptLst>
    <dgm:pt modelId="{4C9EACA3-E4F5-D44F-9E70-7E8AADD9660B}" type="doc">
      <dgm:prSet loTypeId="urn:microsoft.com/office/officeart/2008/layout/LinedList" loCatId="process" qsTypeId="urn:microsoft.com/office/officeart/2005/8/quickstyle/simple1" qsCatId="simple" csTypeId="urn:microsoft.com/office/officeart/2005/8/colors/accent1_2" csCatId="accent1" phldr="1"/>
      <dgm:spPr/>
      <dgm:t>
        <a:bodyPr/>
        <a:lstStyle/>
        <a:p>
          <a:endParaRPr lang="en-US"/>
        </a:p>
      </dgm:t>
    </dgm:pt>
    <dgm:pt modelId="{5DA8B55F-6A0A-B14D-A9D0-7D07446D8DDB}">
      <dgm:prSet custT="1"/>
      <dgm:spPr/>
      <dgm:t>
        <a:bodyPr/>
        <a:lstStyle/>
        <a:p>
          <a:r>
            <a:rPr lang="en-US" sz="1400" b="0" dirty="0"/>
            <a:t>Takeaway: McStas has a missing column</a:t>
          </a:r>
          <a:endParaRPr lang="en-DK" sz="1400" dirty="0"/>
        </a:p>
      </dgm:t>
    </dgm:pt>
    <dgm:pt modelId="{B3A60952-3876-B547-9FD6-ACE5D30C13AA}" type="parTrans" cxnId="{AE4E437F-DF47-0842-AF84-511A2860ADA1}">
      <dgm:prSet/>
      <dgm:spPr/>
      <dgm:t>
        <a:bodyPr/>
        <a:lstStyle/>
        <a:p>
          <a:endParaRPr lang="en-US"/>
        </a:p>
      </dgm:t>
    </dgm:pt>
    <dgm:pt modelId="{573B470A-D9F4-F847-95A2-C6DDF2AD4006}" type="sibTrans" cxnId="{AE4E437F-DF47-0842-AF84-511A2860ADA1}">
      <dgm:prSet/>
      <dgm:spPr/>
      <dgm:t>
        <a:bodyPr/>
        <a:lstStyle/>
        <a:p>
          <a:endParaRPr lang="en-US"/>
        </a:p>
      </dgm:t>
    </dgm:pt>
    <dgm:pt modelId="{FB00F140-FF37-7340-8572-012F1C3CD259}" type="pres">
      <dgm:prSet presAssocID="{4C9EACA3-E4F5-D44F-9E70-7E8AADD9660B}" presName="vert0" presStyleCnt="0">
        <dgm:presLayoutVars>
          <dgm:dir/>
          <dgm:animOne val="branch"/>
          <dgm:animLvl val="lvl"/>
        </dgm:presLayoutVars>
      </dgm:prSet>
      <dgm:spPr/>
    </dgm:pt>
    <dgm:pt modelId="{C2247B8B-3278-464D-B879-EAE5FA5151D1}" type="pres">
      <dgm:prSet presAssocID="{5DA8B55F-6A0A-B14D-A9D0-7D07446D8DDB}" presName="thickLine" presStyleLbl="alignNode1" presStyleIdx="0" presStyleCnt="1"/>
      <dgm:spPr/>
    </dgm:pt>
    <dgm:pt modelId="{166A564D-9B89-E248-AB88-E4838B7DB6C6}" type="pres">
      <dgm:prSet presAssocID="{5DA8B55F-6A0A-B14D-A9D0-7D07446D8DDB}" presName="horz1" presStyleCnt="0"/>
      <dgm:spPr/>
    </dgm:pt>
    <dgm:pt modelId="{F8B726D3-F320-CB46-A1CE-A4EECABE8E41}" type="pres">
      <dgm:prSet presAssocID="{5DA8B55F-6A0A-B14D-A9D0-7D07446D8DDB}" presName="tx1" presStyleLbl="revTx" presStyleIdx="0" presStyleCnt="1" custLinFactX="-74740" custLinFactNeighborX="-100000" custLinFactNeighborY="48148"/>
      <dgm:spPr/>
    </dgm:pt>
    <dgm:pt modelId="{26C85BE8-CE89-BA42-B798-A1220E9611B8}" type="pres">
      <dgm:prSet presAssocID="{5DA8B55F-6A0A-B14D-A9D0-7D07446D8DDB}" presName="vert1" presStyleCnt="0"/>
      <dgm:spPr/>
    </dgm:pt>
  </dgm:ptLst>
  <dgm:cxnLst>
    <dgm:cxn modelId="{6ECFDC61-CF2A-9145-8D7D-90F8851C6F1D}" type="presOf" srcId="{5DA8B55F-6A0A-B14D-A9D0-7D07446D8DDB}" destId="{F8B726D3-F320-CB46-A1CE-A4EECABE8E41}" srcOrd="0" destOrd="0" presId="urn:microsoft.com/office/officeart/2008/layout/LinedList"/>
    <dgm:cxn modelId="{AE4E437F-DF47-0842-AF84-511A2860ADA1}" srcId="{4C9EACA3-E4F5-D44F-9E70-7E8AADD9660B}" destId="{5DA8B55F-6A0A-B14D-A9D0-7D07446D8DDB}" srcOrd="0" destOrd="0" parTransId="{B3A60952-3876-B547-9FD6-ACE5D30C13AA}" sibTransId="{573B470A-D9F4-F847-95A2-C6DDF2AD4006}"/>
    <dgm:cxn modelId="{E3C9CF82-5260-6246-8E81-3CA646C1BA14}" type="presOf" srcId="{4C9EACA3-E4F5-D44F-9E70-7E8AADD9660B}" destId="{FB00F140-FF37-7340-8572-012F1C3CD259}" srcOrd="0" destOrd="0" presId="urn:microsoft.com/office/officeart/2008/layout/LinedList"/>
    <dgm:cxn modelId="{D00DA8C2-C936-0949-84C4-3AC12626D6A9}" type="presParOf" srcId="{FB00F140-FF37-7340-8572-012F1C3CD259}" destId="{C2247B8B-3278-464D-B879-EAE5FA5151D1}" srcOrd="0" destOrd="0" presId="urn:microsoft.com/office/officeart/2008/layout/LinedList"/>
    <dgm:cxn modelId="{5C98FD06-4CDC-1140-B00F-924EE0385C01}" type="presParOf" srcId="{FB00F140-FF37-7340-8572-012F1C3CD259}" destId="{166A564D-9B89-E248-AB88-E4838B7DB6C6}" srcOrd="1" destOrd="0" presId="urn:microsoft.com/office/officeart/2008/layout/LinedList"/>
    <dgm:cxn modelId="{F7204CCA-3D49-5341-AC0F-4FA389D787BC}" type="presParOf" srcId="{166A564D-9B89-E248-AB88-E4838B7DB6C6}" destId="{F8B726D3-F320-CB46-A1CE-A4EECABE8E41}" srcOrd="0" destOrd="0" presId="urn:microsoft.com/office/officeart/2008/layout/LinedList"/>
    <dgm:cxn modelId="{94490F48-09D1-284B-93EA-556D64EE1FC8}" type="presParOf" srcId="{166A564D-9B89-E248-AB88-E4838B7DB6C6}" destId="{26C85BE8-CE89-BA42-B798-A1220E9611B8}" srcOrd="1"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35.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Left-right asymmetry after bin shifts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mc:AlternateContent xmlns:mc="http://schemas.openxmlformats.org/markup-compatibility/2006" xmlns:a14="http://schemas.microsoft.com/office/drawing/2010/main">
      <mc:Choice Requires="a14">
        <dgm:pt modelId="{B11EF244-BB75-A941-85C0-7D3946CC8077}">
          <dgm:prSet/>
          <dgm:spPr/>
          <dgm:t>
            <a:bodyPr/>
            <a:lstStyle/>
            <a:p>
              <a:r>
                <a:rPr lang="en-US" dirty="0"/>
                <a:t>+0 bin shift: </a:t>
              </a:r>
              <a14:m>
                <m:oMath xmlns:m="http://schemas.openxmlformats.org/officeDocument/2006/math">
                  <m:r>
                    <a:rPr lang="en-DK" i="1">
                      <a:latin typeface="Cambria Math" panose="02040503050406030204" pitchFamily="18" charset="0"/>
                    </a:rPr>
                    <m:t>3</m:t>
                  </m:r>
                  <m:r>
                    <a:rPr lang="en-DK" b="0" i="1">
                      <a:latin typeface="Cambria Math" panose="02040503050406030204" pitchFamily="18" charset="0"/>
                    </a:rPr>
                    <m:t>.60</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B11EF244-BB75-A941-85C0-7D3946CC8077}">
          <dgm:prSet/>
          <dgm:spPr/>
          <dgm:t>
            <a:bodyPr/>
            <a:lstStyle/>
            <a:p>
              <a:r>
                <a:rPr lang="en-US" dirty="0"/>
                <a:t>+0 bin shift: </a:t>
              </a:r>
              <a:r>
                <a:rPr lang="en-DK" i="0">
                  <a:latin typeface="Cambria Math" panose="02040503050406030204" pitchFamily="18" charset="0"/>
                </a:rPr>
                <a:t>3</a:t>
              </a:r>
              <a:r>
                <a:rPr lang="en-DK" b="0" i="0">
                  <a:latin typeface="Cambria Math" panose="02040503050406030204" pitchFamily="18" charset="0"/>
                </a:rPr>
                <a:t>.60</a:t>
              </a:r>
              <a:r>
                <a:rPr lang="en-DK" i="0">
                  <a:latin typeface="Cambria Math" panose="02040503050406030204" pitchFamily="18" charset="0"/>
                </a:rPr>
                <a:t>×10^(−2)</a:t>
              </a:r>
              <a:endParaRPr lang="en-DK" dirty="0"/>
            </a:p>
          </dgm:t>
        </dgm:pt>
      </mc:Fallback>
    </mc:AlternateConten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dgm:pt modelId="{87C22D71-7EB6-EE4A-BCF5-601E3D61D901}">
      <dgm:prSet/>
      <dgm:spPr/>
      <dgm:t>
        <a:bodyPr/>
        <a:lstStyle/>
        <a:p>
          <a:endParaRPr lang="en-DK" dirty="0"/>
        </a:p>
      </dgm:t>
    </dgm:pt>
    <dgm:pt modelId="{587241C9-5C40-514E-AD69-378BF80B5404}" type="parTrans" cxnId="{E85654C3-A816-844D-AB80-A1B0B777FF29}">
      <dgm:prSet/>
      <dgm:spPr/>
      <dgm:t>
        <a:bodyPr/>
        <a:lstStyle/>
        <a:p>
          <a:endParaRPr lang="en-US"/>
        </a:p>
      </dgm:t>
    </dgm:pt>
    <dgm:pt modelId="{57F73021-6D3A-9245-94E7-7232A8D07B08}" type="sibTrans" cxnId="{E85654C3-A816-844D-AB80-A1B0B777FF29}">
      <dgm:prSet/>
      <dgm:spPr/>
      <dgm:t>
        <a:bodyPr/>
        <a:lstStyle/>
        <a:p>
          <a:endParaRPr lang="en-US"/>
        </a:p>
      </dgm:t>
    </dgm:pt>
    <mc:AlternateContent xmlns:mc="http://schemas.openxmlformats.org/markup-compatibility/2006" xmlns:a14="http://schemas.microsoft.com/office/drawing/2010/main">
      <mc:Choice Requires="a14">
        <dgm:pt modelId="{CFE4F9BE-EA29-BA48-A25A-A63D06DFF665}">
          <dgm:prSet/>
          <dgm:spPr/>
          <dgm:t>
            <a:bodyPr/>
            <a:lstStyle/>
            <a:p>
              <a:r>
                <a:rPr lang="en-US" dirty="0"/>
                <a:t>+1 bin shift: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63</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DK" dirty="0"/>
            </a:p>
          </dgm:t>
        </dgm:pt>
      </mc:Choice>
      <mc:Fallback xmlns="">
        <dgm:pt modelId="{CFE4F9BE-EA29-BA48-A25A-A63D06DFF665}">
          <dgm:prSet/>
          <dgm:spPr/>
          <dgm:t>
            <a:bodyPr/>
            <a:lstStyle/>
            <a:p>
              <a:r>
                <a:rPr lang="en-US" dirty="0"/>
                <a:t>+1 bin shift: </a:t>
              </a:r>
              <a:r>
                <a:rPr lang="en-DK" i="0">
                  <a:latin typeface="Cambria Math" panose="02040503050406030204" pitchFamily="18" charset="0"/>
                </a:rPr>
                <a:t>1.</a:t>
              </a:r>
              <a:r>
                <a:rPr lang="en-DK" b="0" i="0">
                  <a:latin typeface="Cambria Math" panose="02040503050406030204" pitchFamily="18" charset="0"/>
                </a:rPr>
                <a:t>63</a:t>
              </a:r>
              <a:r>
                <a:rPr lang="en-DK" i="0">
                  <a:latin typeface="Cambria Math" panose="02040503050406030204" pitchFamily="18" charset="0"/>
                </a:rPr>
                <a:t>×10^(−</a:t>
              </a:r>
              <a:r>
                <a:rPr lang="en-DK" b="0" i="0">
                  <a:latin typeface="Cambria Math" panose="02040503050406030204" pitchFamily="18" charset="0"/>
                </a:rPr>
                <a:t>6)</a:t>
              </a:r>
              <a:endParaRPr lang="en-DK" dirty="0"/>
            </a:p>
          </dgm:t>
        </dgm:pt>
      </mc:Fallback>
    </mc:AlternateContent>
    <dgm:pt modelId="{D896D07B-B294-F84E-8B70-D22A5C71F26A}" type="sibTrans" cxnId="{CD5AB1C5-22BE-4C45-94F0-E7283D087F72}">
      <dgm:prSet/>
      <dgm:spPr/>
      <dgm:t>
        <a:bodyPr/>
        <a:lstStyle/>
        <a:p>
          <a:endParaRPr lang="en-US"/>
        </a:p>
      </dgm:t>
    </dgm:pt>
    <dgm:pt modelId="{4A8F80DD-2443-3347-BC58-815E2237B95E}" type="parTrans" cxnId="{CD5AB1C5-22BE-4C45-94F0-E7283D087F72}">
      <dgm:prSet/>
      <dgm:spPr/>
      <dgm:t>
        <a:bodyPr/>
        <a:lstStyle/>
        <a:p>
          <a:endParaRPr lang="en-US"/>
        </a:p>
      </dgm:t>
    </dgm:pt>
    <mc:AlternateContent xmlns:mc="http://schemas.openxmlformats.org/markup-compatibility/2006" xmlns:a14="http://schemas.microsoft.com/office/drawing/2010/main">
      <mc:Choice Requires="a14">
        <dgm:pt modelId="{C2429A45-FAF1-1741-9AE3-20827F4EAA36}">
          <dgm:prSet/>
          <dgm:spPr/>
          <dgm:t>
            <a:bodyPr/>
            <a:lstStyle/>
            <a:p>
              <a:r>
                <a:rPr lang="en-DK" dirty="0"/>
                <a:t>+2 bin shift: 3.6</a:t>
              </a:r>
              <a14:m>
                <m:oMath xmlns:m="http://schemas.openxmlformats.org/officeDocument/2006/math">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C2429A45-FAF1-1741-9AE3-20827F4EAA36}">
          <dgm:prSet/>
          <dgm:spPr/>
          <dgm:t>
            <a:bodyPr/>
            <a:lstStyle/>
            <a:p>
              <a:r>
                <a:rPr lang="en-DK" dirty="0"/>
                <a:t>+2 bin shift: 3.6</a:t>
              </a:r>
              <a:r>
                <a:rPr lang="en-DK" i="0">
                  <a:latin typeface="Cambria Math" panose="02040503050406030204" pitchFamily="18" charset="0"/>
                </a:rPr>
                <a:t>×10^(−2)</a:t>
              </a:r>
              <a:endParaRPr lang="en-DK" dirty="0"/>
            </a:p>
          </dgm:t>
        </dgm:pt>
      </mc:Fallback>
    </mc:AlternateContent>
    <dgm:pt modelId="{568A25C3-BAA2-EE42-A974-FC446F01267C}" type="parTrans" cxnId="{A5895290-BE10-5043-869C-AEC6FDA6FD58}">
      <dgm:prSet/>
      <dgm:spPr/>
      <dgm:t>
        <a:bodyPr/>
        <a:lstStyle/>
        <a:p>
          <a:endParaRPr lang="en-US"/>
        </a:p>
      </dgm:t>
    </dgm:pt>
    <dgm:pt modelId="{8DF6F376-F35B-284E-B225-4C965E4D3F32}" type="sibTrans" cxnId="{A5895290-BE10-5043-869C-AEC6FDA6FD58}">
      <dgm:prSet/>
      <dgm:spPr/>
      <dgm:t>
        <a:bodyPr/>
        <a:lstStyle/>
        <a:p>
          <a:endParaRPr lang="en-US"/>
        </a:p>
      </dgm:t>
    </dgm:pt>
    <dgm:pt modelId="{66B7A2B5-9AD6-DD4F-B614-5D2EEE340D0E}">
      <dgm:prSet/>
      <dgm:spPr/>
      <dgm:t>
        <a:bodyPr/>
        <a:lstStyle/>
        <a:p>
          <a:endParaRPr lang="en-DK" dirty="0"/>
        </a:p>
      </dgm:t>
    </dgm:pt>
    <dgm:pt modelId="{AB02A9CB-DEE0-E542-8095-3674D09D99CF}" type="parTrans" cxnId="{895DA66A-27C3-3E41-ACFE-55DE1587E79E}">
      <dgm:prSet/>
      <dgm:spPr/>
      <dgm:t>
        <a:bodyPr/>
        <a:lstStyle/>
        <a:p>
          <a:endParaRPr lang="en-US"/>
        </a:p>
      </dgm:t>
    </dgm:pt>
    <dgm:pt modelId="{BFF0FC06-B031-D840-AB88-03BD4DE1B458}" type="sibTrans" cxnId="{895DA66A-27C3-3E41-ACFE-55DE1587E79E}">
      <dgm:prSet/>
      <dgm:spPr/>
      <dgm:t>
        <a:bodyPr/>
        <a:lstStyle/>
        <a:p>
          <a:endParaRPr lang="en-US"/>
        </a:p>
      </dgm:t>
    </dgm:pt>
    <mc:AlternateContent xmlns:mc="http://schemas.openxmlformats.org/markup-compatibility/2006" xmlns:a14="http://schemas.microsoft.com/office/drawing/2010/main">
      <mc:Choice Requires="a14">
        <dgm:pt modelId="{1B4DC84D-146D-F949-93A4-7C65C201E4F3}">
          <dgm:prSet/>
          <dgm:spPr/>
          <dgm:t>
            <a:bodyPr/>
            <a:lstStyle/>
            <a:p>
              <a:r>
                <a:rPr lang="en-DK" dirty="0"/>
                <a:t>-1  bin shift: 5.12</a:t>
              </a:r>
              <a14:m>
                <m:oMath xmlns:m="http://schemas.openxmlformats.org/officeDocument/2006/math">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dgm:t>
        </dgm:pt>
      </mc:Choice>
      <mc:Fallback xmlns="">
        <dgm:pt modelId="{1B4DC84D-146D-F949-93A4-7C65C201E4F3}">
          <dgm:prSet/>
          <dgm:spPr/>
          <dgm:t>
            <a:bodyPr/>
            <a:lstStyle/>
            <a:p>
              <a:r>
                <a:rPr lang="en-DK" dirty="0"/>
                <a:t>-1  bin shift: 5.12</a:t>
              </a:r>
              <a:r>
                <a:rPr lang="en-DK" i="0">
                  <a:latin typeface="Cambria Math" panose="02040503050406030204" pitchFamily="18" charset="0"/>
                </a:rPr>
                <a:t>×10^(−2)</a:t>
              </a:r>
              <a:endParaRPr lang="en-DK" dirty="0"/>
            </a:p>
          </dgm:t>
        </dgm:pt>
      </mc:Fallback>
    </mc:AlternateContent>
    <dgm:pt modelId="{80B455CF-7B53-BE43-88AD-CF1924DBA974}" type="parTrans" cxnId="{01C47873-5B66-9840-A675-A672DE3027EA}">
      <dgm:prSet/>
      <dgm:spPr/>
      <dgm:t>
        <a:bodyPr/>
        <a:lstStyle/>
        <a:p>
          <a:endParaRPr lang="en-US"/>
        </a:p>
      </dgm:t>
    </dgm:pt>
    <dgm:pt modelId="{A23AA433-8FDD-264F-9C5F-1426F3552305}" type="sibTrans" cxnId="{01C47873-5B66-9840-A675-A672DE3027EA}">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1">
        <dgm:presLayoutVars>
          <dgm:chMax val="0"/>
          <dgm:bulletEnabled val="1"/>
        </dgm:presLayoutVars>
      </dgm:prSet>
      <dgm:spPr/>
    </dgm:pt>
    <dgm:pt modelId="{32A78DF4-62DC-BC46-A907-0582B2C43053}" type="pres">
      <dgm:prSet presAssocID="{6CB96E0C-3B73-4C46-B468-070C21663E9B}" presName="childText" presStyleLbl="revTx" presStyleIdx="0" presStyleCnt="1">
        <dgm:presLayoutVars>
          <dgm:bulletEnabled val="1"/>
        </dgm:presLayoutVars>
      </dgm:prSet>
      <dgm:spPr/>
    </dgm:pt>
  </dgm:ptLst>
  <dgm:cxnLst>
    <dgm:cxn modelId="{3F7AB312-0682-7A4F-A7FD-EFDF19C271D5}" srcId="{6CB96E0C-3B73-4C46-B468-070C21663E9B}" destId="{B11EF244-BB75-A941-85C0-7D3946CC8077}" srcOrd="1" destOrd="0" parTransId="{38F11542-FDA7-5F44-A9F3-FD753D173243}" sibTransId="{D4AC8AF2-460A-DB46-BA82-BA45E2FB19FB}"/>
    <dgm:cxn modelId="{F11F961C-CC3E-AB49-99E8-ACA620422C6F}" type="presOf" srcId="{CFE4F9BE-EA29-BA48-A25A-A63D06DFF665}" destId="{32A78DF4-62DC-BC46-A907-0582B2C43053}" srcOrd="0" destOrd="2" presId="urn:microsoft.com/office/officeart/2005/8/layout/vList2"/>
    <dgm:cxn modelId="{9D5CB61E-81C0-5040-AC5C-E6C7C59FC647}" type="presOf" srcId="{1B4DC84D-146D-F949-93A4-7C65C201E4F3}" destId="{32A78DF4-62DC-BC46-A907-0582B2C43053}" srcOrd="0" destOrd="0" presId="urn:microsoft.com/office/officeart/2005/8/layout/vList2"/>
    <dgm:cxn modelId="{AAA65357-53B4-0641-9615-94FC0D30AC4F}" type="presOf" srcId="{66B7A2B5-9AD6-DD4F-B614-5D2EEE340D0E}" destId="{32A78DF4-62DC-BC46-A907-0582B2C43053}" srcOrd="0" destOrd="4" presId="urn:microsoft.com/office/officeart/2005/8/layout/vList2"/>
    <dgm:cxn modelId="{E9FA245F-0B47-BD41-B6A7-D46F1B3B3828}" type="presOf" srcId="{87C22D71-7EB6-EE4A-BCF5-601E3D61D901}" destId="{32A78DF4-62DC-BC46-A907-0582B2C43053}" srcOrd="0" destOrd="5" presId="urn:microsoft.com/office/officeart/2005/8/layout/vList2"/>
    <dgm:cxn modelId="{895DA66A-27C3-3E41-ACFE-55DE1587E79E}" srcId="{6CB96E0C-3B73-4C46-B468-070C21663E9B}" destId="{66B7A2B5-9AD6-DD4F-B614-5D2EEE340D0E}" srcOrd="4" destOrd="0" parTransId="{AB02A9CB-DEE0-E542-8095-3674D09D99CF}" sibTransId="{BFF0FC06-B031-D840-AB88-03BD4DE1B458}"/>
    <dgm:cxn modelId="{01C47873-5B66-9840-A675-A672DE3027EA}" srcId="{6CB96E0C-3B73-4C46-B468-070C21663E9B}" destId="{1B4DC84D-146D-F949-93A4-7C65C201E4F3}" srcOrd="0" destOrd="0" parTransId="{80B455CF-7B53-BE43-88AD-CF1924DBA974}" sibTransId="{A23AA433-8FDD-264F-9C5F-1426F3552305}"/>
    <dgm:cxn modelId="{A5895290-BE10-5043-869C-AEC6FDA6FD58}" srcId="{6CB96E0C-3B73-4C46-B468-070C21663E9B}" destId="{C2429A45-FAF1-1741-9AE3-20827F4EAA36}" srcOrd="3" destOrd="0" parTransId="{568A25C3-BAA2-EE42-A974-FC446F01267C}" sibTransId="{8DF6F376-F35B-284E-B225-4C965E4D3F32}"/>
    <dgm:cxn modelId="{F53BE395-9937-9749-A2AB-8EA6D75BD1BC}" type="presOf" srcId="{6CB96E0C-3B73-4C46-B468-070C21663E9B}" destId="{0146FBE6-3CA1-7542-9EA0-07EFDA0458EB}" srcOrd="0" destOrd="0" presId="urn:microsoft.com/office/officeart/2005/8/layout/vList2"/>
    <dgm:cxn modelId="{28425BA9-6936-2640-A27E-A397958CAB67}" type="presOf" srcId="{C2429A45-FAF1-1741-9AE3-20827F4EAA36}" destId="{32A78DF4-62DC-BC46-A907-0582B2C43053}" srcOrd="0" destOrd="3" presId="urn:microsoft.com/office/officeart/2005/8/layout/vList2"/>
    <dgm:cxn modelId="{D6C662B3-1E8E-7E41-912D-B87D74AB2510}" type="presOf" srcId="{36289411-C0B5-3B44-BF33-078C42EF2E69}" destId="{A771F0E4-7370-4840-A733-0DCE75B406EF}" srcOrd="0" destOrd="0" presId="urn:microsoft.com/office/officeart/2005/8/layout/vList2"/>
    <dgm:cxn modelId="{E85654C3-A816-844D-AB80-A1B0B777FF29}" srcId="{6CB96E0C-3B73-4C46-B468-070C21663E9B}" destId="{87C22D71-7EB6-EE4A-BCF5-601E3D61D901}" srcOrd="5" destOrd="0" parTransId="{587241C9-5C40-514E-AD69-378BF80B5404}" sibTransId="{57F73021-6D3A-9245-94E7-7232A8D07B08}"/>
    <dgm:cxn modelId="{CD5AB1C5-22BE-4C45-94F0-E7283D087F72}" srcId="{6CB96E0C-3B73-4C46-B468-070C21663E9B}" destId="{CFE4F9BE-EA29-BA48-A25A-A63D06DFF665}" srcOrd="2" destOrd="0" parTransId="{4A8F80DD-2443-3347-BC58-815E2237B95E}" sibTransId="{D896D07B-B294-F84E-8B70-D22A5C71F26A}"/>
    <dgm:cxn modelId="{755834CB-F683-274B-A0C5-20594A98B242}" srcId="{36289411-C0B5-3B44-BF33-078C42EF2E69}" destId="{6CB96E0C-3B73-4C46-B468-070C21663E9B}" srcOrd="0" destOrd="0" parTransId="{9F80F529-2122-1A4E-ADD7-7FD62E883E22}" sibTransId="{FF9E8430-C61A-2B4D-8FA1-B63FF12219A4}"/>
    <dgm:cxn modelId="{8E5188E9-D89D-BC41-84F8-03EBBCA67AF8}" type="presOf" srcId="{B11EF244-BB75-A941-85C0-7D3946CC8077}" destId="{32A78DF4-62DC-BC46-A907-0582B2C43053}" srcOrd="0" destOrd="1"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36.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Left-right asymmetry after bin shifts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dgm:pt modelId="{B11EF244-BB75-A941-85C0-7D3946CC8077}">
      <dgm:prSet/>
      <dgm:spPr/>
      <dgm:t>
        <a:bodyPr/>
        <a:lstStyle/>
        <a:p>
          <a:r>
            <a:rPr lang="en-US">
              <a:noFill/>
            </a:rPr>
            <a:t> </a:t>
          </a:r>
        </a:p>
      </dgm:t>
    </dgm:p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dgm:pt modelId="{87C22D71-7EB6-EE4A-BCF5-601E3D61D901}">
      <dgm:prSet/>
      <dgm:spPr/>
      <dgm:t>
        <a:bodyPr/>
        <a:lstStyle/>
        <a:p>
          <a:r>
            <a:rPr lang="en-US">
              <a:noFill/>
            </a:rPr>
            <a:t> </a:t>
          </a:r>
        </a:p>
      </dgm:t>
    </dgm:pt>
    <dgm:pt modelId="{587241C9-5C40-514E-AD69-378BF80B5404}" type="parTrans" cxnId="{E85654C3-A816-844D-AB80-A1B0B777FF29}">
      <dgm:prSet/>
      <dgm:spPr/>
      <dgm:t>
        <a:bodyPr/>
        <a:lstStyle/>
        <a:p>
          <a:endParaRPr lang="en-US"/>
        </a:p>
      </dgm:t>
    </dgm:pt>
    <dgm:pt modelId="{57F73021-6D3A-9245-94E7-7232A8D07B08}" type="sibTrans" cxnId="{E85654C3-A816-844D-AB80-A1B0B777FF29}">
      <dgm:prSet/>
      <dgm:spPr/>
      <dgm:t>
        <a:bodyPr/>
        <a:lstStyle/>
        <a:p>
          <a:endParaRPr lang="en-US"/>
        </a:p>
      </dgm:t>
    </dgm:pt>
    <dgm:pt modelId="{CFE4F9BE-EA29-BA48-A25A-A63D06DFF665}">
      <dgm:prSet/>
      <dgm:spPr/>
      <dgm:t>
        <a:bodyPr/>
        <a:lstStyle/>
        <a:p>
          <a:r>
            <a:rPr lang="en-US">
              <a:noFill/>
            </a:rPr>
            <a:t> </a:t>
          </a:r>
        </a:p>
      </dgm:t>
    </dgm:pt>
    <dgm:pt modelId="{D896D07B-B294-F84E-8B70-D22A5C71F26A}" type="sibTrans" cxnId="{CD5AB1C5-22BE-4C45-94F0-E7283D087F72}">
      <dgm:prSet/>
      <dgm:spPr/>
      <dgm:t>
        <a:bodyPr/>
        <a:lstStyle/>
        <a:p>
          <a:endParaRPr lang="en-US"/>
        </a:p>
      </dgm:t>
    </dgm:pt>
    <dgm:pt modelId="{4A8F80DD-2443-3347-BC58-815E2237B95E}" type="parTrans" cxnId="{CD5AB1C5-22BE-4C45-94F0-E7283D087F72}">
      <dgm:prSet/>
      <dgm:spPr/>
      <dgm:t>
        <a:bodyPr/>
        <a:lstStyle/>
        <a:p>
          <a:endParaRPr lang="en-US"/>
        </a:p>
      </dgm:t>
    </dgm:pt>
    <dgm:pt modelId="{C2429A45-FAF1-1741-9AE3-20827F4EAA36}">
      <dgm:prSet/>
      <dgm:spPr/>
      <dgm:t>
        <a:bodyPr/>
        <a:lstStyle/>
        <a:p>
          <a:r>
            <a:rPr lang="en-US">
              <a:noFill/>
            </a:rPr>
            <a:t> </a:t>
          </a:r>
        </a:p>
      </dgm:t>
    </dgm:pt>
    <dgm:pt modelId="{568A25C3-BAA2-EE42-A974-FC446F01267C}" type="parTrans" cxnId="{A5895290-BE10-5043-869C-AEC6FDA6FD58}">
      <dgm:prSet/>
      <dgm:spPr/>
      <dgm:t>
        <a:bodyPr/>
        <a:lstStyle/>
        <a:p>
          <a:endParaRPr lang="en-US"/>
        </a:p>
      </dgm:t>
    </dgm:pt>
    <dgm:pt modelId="{8DF6F376-F35B-284E-B225-4C965E4D3F32}" type="sibTrans" cxnId="{A5895290-BE10-5043-869C-AEC6FDA6FD58}">
      <dgm:prSet/>
      <dgm:spPr/>
      <dgm:t>
        <a:bodyPr/>
        <a:lstStyle/>
        <a:p>
          <a:endParaRPr lang="en-US"/>
        </a:p>
      </dgm:t>
    </dgm:pt>
    <dgm:pt modelId="{66B7A2B5-9AD6-DD4F-B614-5D2EEE340D0E}">
      <dgm:prSet/>
      <dgm:spPr/>
      <dgm:t>
        <a:bodyPr/>
        <a:lstStyle/>
        <a:p>
          <a:r>
            <a:rPr lang="en-US">
              <a:noFill/>
            </a:rPr>
            <a:t> </a:t>
          </a:r>
        </a:p>
      </dgm:t>
    </dgm:pt>
    <dgm:pt modelId="{AB02A9CB-DEE0-E542-8095-3674D09D99CF}" type="parTrans" cxnId="{895DA66A-27C3-3E41-ACFE-55DE1587E79E}">
      <dgm:prSet/>
      <dgm:spPr/>
      <dgm:t>
        <a:bodyPr/>
        <a:lstStyle/>
        <a:p>
          <a:endParaRPr lang="en-US"/>
        </a:p>
      </dgm:t>
    </dgm:pt>
    <dgm:pt modelId="{BFF0FC06-B031-D840-AB88-03BD4DE1B458}" type="sibTrans" cxnId="{895DA66A-27C3-3E41-ACFE-55DE1587E79E}">
      <dgm:prSet/>
      <dgm:spPr/>
      <dgm:t>
        <a:bodyPr/>
        <a:lstStyle/>
        <a:p>
          <a:endParaRPr lang="en-US"/>
        </a:p>
      </dgm:t>
    </dgm:pt>
    <dgm:pt modelId="{1B4DC84D-146D-F949-93A4-7C65C201E4F3}">
      <dgm:prSet/>
      <dgm:spPr>
        <a:blipFill>
          <a:blip xmlns:r="http://schemas.openxmlformats.org/officeDocument/2006/relationships" r:embed="rId1"/>
          <a:stretch>
            <a:fillRect t="-3333"/>
          </a:stretch>
        </a:blipFill>
      </dgm:spPr>
      <dgm:t>
        <a:bodyPr/>
        <a:lstStyle/>
        <a:p>
          <a:r>
            <a:rPr lang="en-US">
              <a:noFill/>
            </a:rPr>
            <a:t> </a:t>
          </a:r>
        </a:p>
      </dgm:t>
    </dgm:pt>
    <dgm:pt modelId="{80B455CF-7B53-BE43-88AD-CF1924DBA974}" type="parTrans" cxnId="{01C47873-5B66-9840-A675-A672DE3027EA}">
      <dgm:prSet/>
      <dgm:spPr/>
      <dgm:t>
        <a:bodyPr/>
        <a:lstStyle/>
        <a:p>
          <a:endParaRPr lang="en-US"/>
        </a:p>
      </dgm:t>
    </dgm:pt>
    <dgm:pt modelId="{A23AA433-8FDD-264F-9C5F-1426F3552305}" type="sibTrans" cxnId="{01C47873-5B66-9840-A675-A672DE3027EA}">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1">
        <dgm:presLayoutVars>
          <dgm:chMax val="0"/>
          <dgm:bulletEnabled val="1"/>
        </dgm:presLayoutVars>
      </dgm:prSet>
      <dgm:spPr/>
    </dgm:pt>
    <dgm:pt modelId="{32A78DF4-62DC-BC46-A907-0582B2C43053}" type="pres">
      <dgm:prSet presAssocID="{6CB96E0C-3B73-4C46-B468-070C21663E9B}" presName="childText" presStyleLbl="revTx" presStyleIdx="0" presStyleCnt="1">
        <dgm:presLayoutVars>
          <dgm:bulletEnabled val="1"/>
        </dgm:presLayoutVars>
      </dgm:prSet>
      <dgm:spPr/>
    </dgm:pt>
  </dgm:ptLst>
  <dgm:cxnLst>
    <dgm:cxn modelId="{3F7AB312-0682-7A4F-A7FD-EFDF19C271D5}" srcId="{6CB96E0C-3B73-4C46-B468-070C21663E9B}" destId="{B11EF244-BB75-A941-85C0-7D3946CC8077}" srcOrd="1" destOrd="0" parTransId="{38F11542-FDA7-5F44-A9F3-FD753D173243}" sibTransId="{D4AC8AF2-460A-DB46-BA82-BA45E2FB19FB}"/>
    <dgm:cxn modelId="{F11F961C-CC3E-AB49-99E8-ACA620422C6F}" type="presOf" srcId="{CFE4F9BE-EA29-BA48-A25A-A63D06DFF665}" destId="{32A78DF4-62DC-BC46-A907-0582B2C43053}" srcOrd="0" destOrd="2" presId="urn:microsoft.com/office/officeart/2005/8/layout/vList2"/>
    <dgm:cxn modelId="{9D5CB61E-81C0-5040-AC5C-E6C7C59FC647}" type="presOf" srcId="{1B4DC84D-146D-F949-93A4-7C65C201E4F3}" destId="{32A78DF4-62DC-BC46-A907-0582B2C43053}" srcOrd="0" destOrd="0" presId="urn:microsoft.com/office/officeart/2005/8/layout/vList2"/>
    <dgm:cxn modelId="{AAA65357-53B4-0641-9615-94FC0D30AC4F}" type="presOf" srcId="{66B7A2B5-9AD6-DD4F-B614-5D2EEE340D0E}" destId="{32A78DF4-62DC-BC46-A907-0582B2C43053}" srcOrd="0" destOrd="4" presId="urn:microsoft.com/office/officeart/2005/8/layout/vList2"/>
    <dgm:cxn modelId="{E9FA245F-0B47-BD41-B6A7-D46F1B3B3828}" type="presOf" srcId="{87C22D71-7EB6-EE4A-BCF5-601E3D61D901}" destId="{32A78DF4-62DC-BC46-A907-0582B2C43053}" srcOrd="0" destOrd="5" presId="urn:microsoft.com/office/officeart/2005/8/layout/vList2"/>
    <dgm:cxn modelId="{895DA66A-27C3-3E41-ACFE-55DE1587E79E}" srcId="{6CB96E0C-3B73-4C46-B468-070C21663E9B}" destId="{66B7A2B5-9AD6-DD4F-B614-5D2EEE340D0E}" srcOrd="4" destOrd="0" parTransId="{AB02A9CB-DEE0-E542-8095-3674D09D99CF}" sibTransId="{BFF0FC06-B031-D840-AB88-03BD4DE1B458}"/>
    <dgm:cxn modelId="{01C47873-5B66-9840-A675-A672DE3027EA}" srcId="{6CB96E0C-3B73-4C46-B468-070C21663E9B}" destId="{1B4DC84D-146D-F949-93A4-7C65C201E4F3}" srcOrd="0" destOrd="0" parTransId="{80B455CF-7B53-BE43-88AD-CF1924DBA974}" sibTransId="{A23AA433-8FDD-264F-9C5F-1426F3552305}"/>
    <dgm:cxn modelId="{A5895290-BE10-5043-869C-AEC6FDA6FD58}" srcId="{6CB96E0C-3B73-4C46-B468-070C21663E9B}" destId="{C2429A45-FAF1-1741-9AE3-20827F4EAA36}" srcOrd="3" destOrd="0" parTransId="{568A25C3-BAA2-EE42-A974-FC446F01267C}" sibTransId="{8DF6F376-F35B-284E-B225-4C965E4D3F32}"/>
    <dgm:cxn modelId="{F53BE395-9937-9749-A2AB-8EA6D75BD1BC}" type="presOf" srcId="{6CB96E0C-3B73-4C46-B468-070C21663E9B}" destId="{0146FBE6-3CA1-7542-9EA0-07EFDA0458EB}" srcOrd="0" destOrd="0" presId="urn:microsoft.com/office/officeart/2005/8/layout/vList2"/>
    <dgm:cxn modelId="{28425BA9-6936-2640-A27E-A397958CAB67}" type="presOf" srcId="{C2429A45-FAF1-1741-9AE3-20827F4EAA36}" destId="{32A78DF4-62DC-BC46-A907-0582B2C43053}" srcOrd="0" destOrd="3" presId="urn:microsoft.com/office/officeart/2005/8/layout/vList2"/>
    <dgm:cxn modelId="{D6C662B3-1E8E-7E41-912D-B87D74AB2510}" type="presOf" srcId="{36289411-C0B5-3B44-BF33-078C42EF2E69}" destId="{A771F0E4-7370-4840-A733-0DCE75B406EF}" srcOrd="0" destOrd="0" presId="urn:microsoft.com/office/officeart/2005/8/layout/vList2"/>
    <dgm:cxn modelId="{E85654C3-A816-844D-AB80-A1B0B777FF29}" srcId="{6CB96E0C-3B73-4C46-B468-070C21663E9B}" destId="{87C22D71-7EB6-EE4A-BCF5-601E3D61D901}" srcOrd="5" destOrd="0" parTransId="{587241C9-5C40-514E-AD69-378BF80B5404}" sibTransId="{57F73021-6D3A-9245-94E7-7232A8D07B08}"/>
    <dgm:cxn modelId="{CD5AB1C5-22BE-4C45-94F0-E7283D087F72}" srcId="{6CB96E0C-3B73-4C46-B468-070C21663E9B}" destId="{CFE4F9BE-EA29-BA48-A25A-A63D06DFF665}" srcOrd="2" destOrd="0" parTransId="{4A8F80DD-2443-3347-BC58-815E2237B95E}" sibTransId="{D896D07B-B294-F84E-8B70-D22A5C71F26A}"/>
    <dgm:cxn modelId="{755834CB-F683-274B-A0C5-20594A98B242}" srcId="{36289411-C0B5-3B44-BF33-078C42EF2E69}" destId="{6CB96E0C-3B73-4C46-B468-070C21663E9B}" srcOrd="0" destOrd="0" parTransId="{9F80F529-2122-1A4E-ADD7-7FD62E883E22}" sibTransId="{FF9E8430-C61A-2B4D-8FA1-B63FF12219A4}"/>
    <dgm:cxn modelId="{8E5188E9-D89D-BC41-84F8-03EBBCA67AF8}" type="presOf" srcId="{B11EF244-BB75-A941-85C0-7D3946CC8077}" destId="{32A78DF4-62DC-BC46-A907-0582B2C43053}" srcOrd="0" destOrd="1"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137.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a:solidFill>
          <a:schemeClr val="accent1">
            <a:lumMod val="60000"/>
            <a:lumOff val="40000"/>
          </a:schemeClr>
        </a:solidFill>
        <a:ln>
          <a:solidFill>
            <a:schemeClr val="tx1"/>
          </a:solidFill>
        </a:ln>
      </dgm:spPr>
      <dgm:t>
        <a:bodyPr/>
        <a:lstStyle/>
        <a:p>
          <a:r>
            <a:rPr lang="en-US" dirty="0">
              <a:solidFill>
                <a:schemeClr val="tx1"/>
              </a:solidFill>
            </a:rPr>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8.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a:solidFill>
          <a:schemeClr val="accent1">
            <a:lumMod val="60000"/>
            <a:lumOff val="40000"/>
          </a:schemeClr>
        </a:solidFill>
        <a:ln>
          <a:solidFill>
            <a:schemeClr val="tx1"/>
          </a:solidFill>
        </a:ln>
      </dgm:spPr>
      <dgm:t>
        <a:bodyPr/>
        <a:lstStyle/>
        <a:p>
          <a:r>
            <a:rPr lang="en-US" dirty="0">
              <a:solidFill>
                <a:schemeClr val="tx1"/>
              </a:solidFill>
            </a:rPr>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9.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dirty="0"/>
            <a:t>Validation</a:t>
          </a:r>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a:solidFill>
          <a:schemeClr val="accent1">
            <a:lumMod val="60000"/>
            <a:lumOff val="40000"/>
          </a:schemeClr>
        </a:solidFill>
        <a:ln>
          <a:solidFill>
            <a:schemeClr val="tx1"/>
          </a:solidFill>
        </a:ln>
      </dgm:spPr>
      <dgm:t>
        <a:bodyPr/>
        <a:lstStyle/>
        <a:p>
          <a:r>
            <a:rPr lang="en-US" dirty="0">
              <a:solidFill>
                <a:schemeClr val="tx1"/>
              </a:solidFill>
            </a:rPr>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0.xml><?xml version="1.0" encoding="utf-8"?>
<dgm:dataModel xmlns:dgm="http://schemas.openxmlformats.org/drawingml/2006/diagram" xmlns:a="http://schemas.openxmlformats.org/drawingml/2006/main">
  <dgm:ptLst>
    <dgm:pt modelId="{6E7FF112-B5A0-694D-9B0D-63ABCE06288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6453D8C-93FB-8842-AF63-95DD8A1CD80D}">
      <dgm:prSet/>
      <dgm:spPr/>
      <dgm:t>
        <a:bodyPr/>
        <a:lstStyle/>
        <a:p>
          <a:r>
            <a:rPr lang="en-US" b="0" dirty="0"/>
            <a:t>Linear fit:</a:t>
          </a:r>
          <a:endParaRPr lang="en-DK" dirty="0"/>
        </a:p>
      </dgm:t>
    </dgm:pt>
    <dgm:pt modelId="{39AB9CE7-1B81-1E48-939B-8FEE1B5B22CA}" type="parTrans" cxnId="{F2A5E5D5-6C71-A742-8533-95C77B6EA379}">
      <dgm:prSet/>
      <dgm:spPr/>
      <dgm:t>
        <a:bodyPr/>
        <a:lstStyle/>
        <a:p>
          <a:endParaRPr lang="en-US"/>
        </a:p>
      </dgm:t>
    </dgm:pt>
    <dgm:pt modelId="{CA7965E6-D15A-AD49-B05B-7F26EF1B542B}" type="sibTrans" cxnId="{F2A5E5D5-6C71-A742-8533-95C77B6EA379}">
      <dgm:prSet/>
      <dgm:spPr/>
      <dgm:t>
        <a:bodyPr/>
        <a:lstStyle/>
        <a:p>
          <a:endParaRPr lang="en-US"/>
        </a:p>
      </dgm:t>
    </dgm:pt>
    <mc:AlternateContent xmlns:mc="http://schemas.openxmlformats.org/markup-compatibility/2006" xmlns:a14="http://schemas.microsoft.com/office/drawing/2010/main">
      <mc:Choice Requires="a14">
        <dgm:pt modelId="{12886FB8-87B2-6143-A52A-C3AA43E59B40}">
          <dgm:prSet/>
          <dgm:spPr/>
          <dgm:t>
            <a:bodyPr/>
            <a:lstStyle/>
            <a:p>
              <a:pPr>
                <a:buNone/>
              </a:pPr>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𝑅</m:t>
                    </m:r>
                    <m:d>
                      <m:dPr>
                        <m:ctrlPr>
                          <a:rPr lang="en-DK" i="1">
                            <a:latin typeface="Cambria Math" panose="02040503050406030204" pitchFamily="18" charset="0"/>
                          </a:rPr>
                        </m:ctrlPr>
                      </m:dPr>
                      <m:e>
                        <m:r>
                          <a:rPr lang="en-DK" i="1">
                            <a:latin typeface="Cambria Math" panose="02040503050406030204" pitchFamily="18" charset="0"/>
                          </a:rPr>
                          <m:t>𝑡</m:t>
                        </m:r>
                      </m:e>
                    </m:d>
                    <m:r>
                      <a:rPr lang="en-DK" i="1">
                        <a:latin typeface="Cambria Math" panose="02040503050406030204" pitchFamily="18" charset="0"/>
                      </a:rPr>
                      <m:t>=1.0077−6.4787∙</m:t>
                    </m:r>
                    <m:r>
                      <a:rPr lang="en-DK" i="1">
                        <a:latin typeface="Cambria Math" panose="02040503050406030204" pitchFamily="18" charset="0"/>
                      </a:rPr>
                      <m:t>𝑡</m:t>
                    </m:r>
                  </m:oMath>
                </m:oMathPara>
              </a14:m>
              <a:endParaRPr lang="en-DK" dirty="0"/>
            </a:p>
          </dgm:t>
        </dgm:pt>
      </mc:Choice>
      <mc:Fallback xmlns="">
        <dgm:pt modelId="{12886FB8-87B2-6143-A52A-C3AA43E59B40}">
          <dgm:prSet/>
          <dgm:spPr/>
          <dgm:t>
            <a:bodyPr/>
            <a:lstStyle/>
            <a:p>
              <a:pPr>
                <a:buNone/>
              </a:pPr>
              <a:r>
                <a:rPr lang="en-DK" i="0"/>
                <a:t>𝑅(𝑡)=1.0077−6.4787∙𝑡</a:t>
              </a:r>
              <a:endParaRPr lang="en-DK" dirty="0"/>
            </a:p>
          </dgm:t>
        </dgm:pt>
      </mc:Fallback>
    </mc:AlternateContent>
    <dgm:pt modelId="{6ED7AF62-86DD-CC4A-835F-EC0521B69B7A}" type="parTrans" cxnId="{073427EB-6645-D24B-854B-DDC73F8EBC98}">
      <dgm:prSet/>
      <dgm:spPr/>
      <dgm:t>
        <a:bodyPr/>
        <a:lstStyle/>
        <a:p>
          <a:endParaRPr lang="en-US"/>
        </a:p>
      </dgm:t>
    </dgm:pt>
    <dgm:pt modelId="{00C46B7A-D9EF-AC47-B140-9818FB8C10A2}" type="sibTrans" cxnId="{073427EB-6645-D24B-854B-DDC73F8EBC98}">
      <dgm:prSet/>
      <dgm:spPr/>
      <dgm:t>
        <a:bodyPr/>
        <a:lstStyle/>
        <a:p>
          <a:endParaRPr lang="en-US"/>
        </a:p>
      </dgm:t>
    </dgm:pt>
    <dgm:pt modelId="{09DB36B3-9239-624D-B794-02674193A965}" type="pres">
      <dgm:prSet presAssocID="{6E7FF112-B5A0-694D-9B0D-63ABCE062884}" presName="linear" presStyleCnt="0">
        <dgm:presLayoutVars>
          <dgm:animLvl val="lvl"/>
          <dgm:resizeHandles val="exact"/>
        </dgm:presLayoutVars>
      </dgm:prSet>
      <dgm:spPr/>
    </dgm:pt>
    <dgm:pt modelId="{4875E9A7-E854-B84B-B6CA-E5BD15AEB380}" type="pres">
      <dgm:prSet presAssocID="{A6453D8C-93FB-8842-AF63-95DD8A1CD80D}" presName="parentText" presStyleLbl="node1" presStyleIdx="0" presStyleCnt="1">
        <dgm:presLayoutVars>
          <dgm:chMax val="0"/>
          <dgm:bulletEnabled val="1"/>
        </dgm:presLayoutVars>
      </dgm:prSet>
      <dgm:spPr/>
    </dgm:pt>
    <dgm:pt modelId="{DAD61582-BB54-9C48-A215-58D44A9908E5}" type="pres">
      <dgm:prSet presAssocID="{A6453D8C-93FB-8842-AF63-95DD8A1CD80D}" presName="childText" presStyleLbl="revTx" presStyleIdx="0" presStyleCnt="1">
        <dgm:presLayoutVars>
          <dgm:bulletEnabled val="1"/>
        </dgm:presLayoutVars>
      </dgm:prSet>
      <dgm:spPr/>
    </dgm:pt>
  </dgm:ptLst>
  <dgm:cxnLst>
    <dgm:cxn modelId="{A5F9709D-3C0A-0848-851F-8EABFDBECDA1}" type="presOf" srcId="{12886FB8-87B2-6143-A52A-C3AA43E59B40}" destId="{DAD61582-BB54-9C48-A215-58D44A9908E5}" srcOrd="0" destOrd="0" presId="urn:microsoft.com/office/officeart/2005/8/layout/vList2"/>
    <dgm:cxn modelId="{8488DABB-6F5A-434B-946A-5BF08D5BCD29}" type="presOf" srcId="{6E7FF112-B5A0-694D-9B0D-63ABCE062884}" destId="{09DB36B3-9239-624D-B794-02674193A965}" srcOrd="0" destOrd="0" presId="urn:microsoft.com/office/officeart/2005/8/layout/vList2"/>
    <dgm:cxn modelId="{D14B2CCD-2425-DF4B-BE8E-CB5D1096B607}" type="presOf" srcId="{A6453D8C-93FB-8842-AF63-95DD8A1CD80D}" destId="{4875E9A7-E854-B84B-B6CA-E5BD15AEB380}" srcOrd="0" destOrd="0" presId="urn:microsoft.com/office/officeart/2005/8/layout/vList2"/>
    <dgm:cxn modelId="{F2A5E5D5-6C71-A742-8533-95C77B6EA379}" srcId="{6E7FF112-B5A0-694D-9B0D-63ABCE062884}" destId="{A6453D8C-93FB-8842-AF63-95DD8A1CD80D}" srcOrd="0" destOrd="0" parTransId="{39AB9CE7-1B81-1E48-939B-8FEE1B5B22CA}" sibTransId="{CA7965E6-D15A-AD49-B05B-7F26EF1B542B}"/>
    <dgm:cxn modelId="{073427EB-6645-D24B-854B-DDC73F8EBC98}" srcId="{A6453D8C-93FB-8842-AF63-95DD8A1CD80D}" destId="{12886FB8-87B2-6143-A52A-C3AA43E59B40}" srcOrd="0" destOrd="0" parTransId="{6ED7AF62-86DD-CC4A-835F-EC0521B69B7A}" sibTransId="{00C46B7A-D9EF-AC47-B140-9818FB8C10A2}"/>
    <dgm:cxn modelId="{C58B68AD-E900-CC40-8FAE-F95D29AE20FD}" type="presParOf" srcId="{09DB36B3-9239-624D-B794-02674193A965}" destId="{4875E9A7-E854-B84B-B6CA-E5BD15AEB380}" srcOrd="0" destOrd="0" presId="urn:microsoft.com/office/officeart/2005/8/layout/vList2"/>
    <dgm:cxn modelId="{583A558E-700B-4D4F-BF94-1E5AD90A6ECA}" type="presParOf" srcId="{09DB36B3-9239-624D-B794-02674193A965}" destId="{DAD61582-BB54-9C48-A215-58D44A9908E5}" srcOrd="1" destOrd="0" presId="urn:microsoft.com/office/officeart/2005/8/layout/vList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41.xml><?xml version="1.0" encoding="utf-8"?>
<dgm:dataModel xmlns:dgm="http://schemas.openxmlformats.org/drawingml/2006/diagram" xmlns:a="http://schemas.openxmlformats.org/drawingml/2006/main">
  <dgm:ptLst>
    <dgm:pt modelId="{6E7FF112-B5A0-694D-9B0D-63ABCE06288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6453D8C-93FB-8842-AF63-95DD8A1CD80D}">
      <dgm:prSet/>
      <dgm:spPr/>
      <dgm:t>
        <a:bodyPr/>
        <a:lstStyle/>
        <a:p>
          <a:r>
            <a:rPr lang="en-US" b="0" dirty="0"/>
            <a:t>Linear fit:</a:t>
          </a:r>
          <a:endParaRPr lang="en-DK" dirty="0"/>
        </a:p>
      </dgm:t>
    </dgm:pt>
    <dgm:pt modelId="{39AB9CE7-1B81-1E48-939B-8FEE1B5B22CA}" type="parTrans" cxnId="{F2A5E5D5-6C71-A742-8533-95C77B6EA379}">
      <dgm:prSet/>
      <dgm:spPr/>
      <dgm:t>
        <a:bodyPr/>
        <a:lstStyle/>
        <a:p>
          <a:endParaRPr lang="en-US"/>
        </a:p>
      </dgm:t>
    </dgm:pt>
    <dgm:pt modelId="{CA7965E6-D15A-AD49-B05B-7F26EF1B542B}" type="sibTrans" cxnId="{F2A5E5D5-6C71-A742-8533-95C77B6EA379}">
      <dgm:prSet/>
      <dgm:spPr/>
      <dgm:t>
        <a:bodyPr/>
        <a:lstStyle/>
        <a:p>
          <a:endParaRPr lang="en-US"/>
        </a:p>
      </dgm:t>
    </dgm:pt>
    <dgm:pt modelId="{12886FB8-87B2-6143-A52A-C3AA43E59B40}">
      <dgm:prSet/>
      <dgm:spPr>
        <a:blipFill>
          <a:blip xmlns:r="http://schemas.openxmlformats.org/officeDocument/2006/relationships" r:embed="rId1"/>
          <a:stretch>
            <a:fillRect/>
          </a:stretch>
        </a:blipFill>
      </dgm:spPr>
      <dgm:t>
        <a:bodyPr/>
        <a:lstStyle/>
        <a:p>
          <a:r>
            <a:rPr lang="en-US">
              <a:noFill/>
            </a:rPr>
            <a:t> </a:t>
          </a:r>
        </a:p>
      </dgm:t>
    </dgm:pt>
    <dgm:pt modelId="{6ED7AF62-86DD-CC4A-835F-EC0521B69B7A}" type="parTrans" cxnId="{073427EB-6645-D24B-854B-DDC73F8EBC98}">
      <dgm:prSet/>
      <dgm:spPr/>
      <dgm:t>
        <a:bodyPr/>
        <a:lstStyle/>
        <a:p>
          <a:endParaRPr lang="en-US"/>
        </a:p>
      </dgm:t>
    </dgm:pt>
    <dgm:pt modelId="{00C46B7A-D9EF-AC47-B140-9818FB8C10A2}" type="sibTrans" cxnId="{073427EB-6645-D24B-854B-DDC73F8EBC98}">
      <dgm:prSet/>
      <dgm:spPr/>
      <dgm:t>
        <a:bodyPr/>
        <a:lstStyle/>
        <a:p>
          <a:endParaRPr lang="en-US"/>
        </a:p>
      </dgm:t>
    </dgm:pt>
    <dgm:pt modelId="{09DB36B3-9239-624D-B794-02674193A965}" type="pres">
      <dgm:prSet presAssocID="{6E7FF112-B5A0-694D-9B0D-63ABCE062884}" presName="linear" presStyleCnt="0">
        <dgm:presLayoutVars>
          <dgm:animLvl val="lvl"/>
          <dgm:resizeHandles val="exact"/>
        </dgm:presLayoutVars>
      </dgm:prSet>
      <dgm:spPr/>
    </dgm:pt>
    <dgm:pt modelId="{4875E9A7-E854-B84B-B6CA-E5BD15AEB380}" type="pres">
      <dgm:prSet presAssocID="{A6453D8C-93FB-8842-AF63-95DD8A1CD80D}" presName="parentText" presStyleLbl="node1" presStyleIdx="0" presStyleCnt="1">
        <dgm:presLayoutVars>
          <dgm:chMax val="0"/>
          <dgm:bulletEnabled val="1"/>
        </dgm:presLayoutVars>
      </dgm:prSet>
      <dgm:spPr/>
    </dgm:pt>
    <dgm:pt modelId="{DAD61582-BB54-9C48-A215-58D44A9908E5}" type="pres">
      <dgm:prSet presAssocID="{A6453D8C-93FB-8842-AF63-95DD8A1CD80D}" presName="childText" presStyleLbl="revTx" presStyleIdx="0" presStyleCnt="1">
        <dgm:presLayoutVars>
          <dgm:bulletEnabled val="1"/>
        </dgm:presLayoutVars>
      </dgm:prSet>
      <dgm:spPr/>
    </dgm:pt>
  </dgm:ptLst>
  <dgm:cxnLst>
    <dgm:cxn modelId="{A5F9709D-3C0A-0848-851F-8EABFDBECDA1}" type="presOf" srcId="{12886FB8-87B2-6143-A52A-C3AA43E59B40}" destId="{DAD61582-BB54-9C48-A215-58D44A9908E5}" srcOrd="0" destOrd="0" presId="urn:microsoft.com/office/officeart/2005/8/layout/vList2"/>
    <dgm:cxn modelId="{8488DABB-6F5A-434B-946A-5BF08D5BCD29}" type="presOf" srcId="{6E7FF112-B5A0-694D-9B0D-63ABCE062884}" destId="{09DB36B3-9239-624D-B794-02674193A965}" srcOrd="0" destOrd="0" presId="urn:microsoft.com/office/officeart/2005/8/layout/vList2"/>
    <dgm:cxn modelId="{D14B2CCD-2425-DF4B-BE8E-CB5D1096B607}" type="presOf" srcId="{A6453D8C-93FB-8842-AF63-95DD8A1CD80D}" destId="{4875E9A7-E854-B84B-B6CA-E5BD15AEB380}" srcOrd="0" destOrd="0" presId="urn:microsoft.com/office/officeart/2005/8/layout/vList2"/>
    <dgm:cxn modelId="{F2A5E5D5-6C71-A742-8533-95C77B6EA379}" srcId="{6E7FF112-B5A0-694D-9B0D-63ABCE062884}" destId="{A6453D8C-93FB-8842-AF63-95DD8A1CD80D}" srcOrd="0" destOrd="0" parTransId="{39AB9CE7-1B81-1E48-939B-8FEE1B5B22CA}" sibTransId="{CA7965E6-D15A-AD49-B05B-7F26EF1B542B}"/>
    <dgm:cxn modelId="{073427EB-6645-D24B-854B-DDC73F8EBC98}" srcId="{A6453D8C-93FB-8842-AF63-95DD8A1CD80D}" destId="{12886FB8-87B2-6143-A52A-C3AA43E59B40}" srcOrd="0" destOrd="0" parTransId="{6ED7AF62-86DD-CC4A-835F-EC0521B69B7A}" sibTransId="{00C46B7A-D9EF-AC47-B140-9818FB8C10A2}"/>
    <dgm:cxn modelId="{C58B68AD-E900-CC40-8FAE-F95D29AE20FD}" type="presParOf" srcId="{09DB36B3-9239-624D-B794-02674193A965}" destId="{4875E9A7-E854-B84B-B6CA-E5BD15AEB380}" srcOrd="0" destOrd="0" presId="urn:microsoft.com/office/officeart/2005/8/layout/vList2"/>
    <dgm:cxn modelId="{583A558E-700B-4D4F-BF94-1E5AD90A6ECA}" type="presParOf" srcId="{09DB36B3-9239-624D-B794-02674193A965}" destId="{DAD61582-BB54-9C48-A215-58D44A9908E5}" srcOrd="1" destOrd="0" presId="urn:microsoft.com/office/officeart/2005/8/layout/vList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42.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a:solidFill>
          <a:schemeClr val="accent1">
            <a:lumMod val="60000"/>
            <a:lumOff val="40000"/>
          </a:schemeClr>
        </a:solidFill>
        <a:ln>
          <a:solidFill>
            <a:schemeClr val="tx1"/>
          </a:solidFill>
        </a:ln>
      </dgm:spPr>
      <dgm:t>
        <a:bodyPr/>
        <a:lstStyle/>
        <a:p>
          <a:r>
            <a:rPr lang="en-US" dirty="0">
              <a:solidFill>
                <a:schemeClr val="tx1"/>
              </a:solidFill>
            </a:rPr>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3.xml><?xml version="1.0" encoding="utf-8"?>
<dgm:dataModel xmlns:dgm="http://schemas.openxmlformats.org/drawingml/2006/diagram" xmlns:a="http://schemas.openxmlformats.org/drawingml/2006/main">
  <dgm:ptLst>
    <dgm:pt modelId="{6E7FF112-B5A0-694D-9B0D-63ABCE0628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6453D8C-93FB-8842-AF63-95DD8A1CD80D}">
      <dgm:prSet/>
      <dgm:spPr/>
      <dgm:t>
        <a:bodyPr/>
        <a:lstStyle/>
        <a:p>
          <a:r>
            <a:rPr lang="en-US" b="0" i="0" baseline="0" dirty="0"/>
            <a:t>Exponential fit:</a:t>
          </a:r>
          <a:endParaRPr lang="en-DK" dirty="0"/>
        </a:p>
      </dgm:t>
    </dgm:pt>
    <dgm:pt modelId="{39AB9CE7-1B81-1E48-939B-8FEE1B5B22CA}" type="parTrans" cxnId="{F2A5E5D5-6C71-A742-8533-95C77B6EA379}">
      <dgm:prSet/>
      <dgm:spPr/>
      <dgm:t>
        <a:bodyPr/>
        <a:lstStyle/>
        <a:p>
          <a:endParaRPr lang="en-US"/>
        </a:p>
      </dgm:t>
    </dgm:pt>
    <dgm:pt modelId="{CA7965E6-D15A-AD49-B05B-7F26EF1B542B}" type="sibTrans" cxnId="{F2A5E5D5-6C71-A742-8533-95C77B6EA379}">
      <dgm:prSet/>
      <dgm:spPr/>
      <dgm:t>
        <a:bodyPr/>
        <a:lstStyle/>
        <a:p>
          <a:endParaRPr lang="en-US"/>
        </a:p>
      </dgm:t>
    </dgm:pt>
    <mc:AlternateContent xmlns:mc="http://schemas.openxmlformats.org/markup-compatibility/2006" xmlns:a14="http://schemas.microsoft.com/office/drawing/2010/main">
      <mc:Choice Requires="a14">
        <dgm:pt modelId="{12886FB8-87B2-6143-A52A-C3AA43E59B40}">
          <dgm:prSet/>
          <dgm:spPr/>
          <dgm:t>
            <a:bodyPr/>
            <a:lstStyle/>
            <a:p>
              <a:pPr>
                <a:buNone/>
              </a:pPr>
              <a14:m>
                <m:oMathPara xmlns:m="http://schemas.openxmlformats.org/officeDocument/2006/math">
                  <m:oMathParaPr>
                    <m:jc m:val="centerGroup"/>
                  </m:oMathParaPr>
                  <m:oMath xmlns:m="http://schemas.openxmlformats.org/officeDocument/2006/math">
                    <m:r>
                      <a:rPr lang="en-DK" b="0" i="1" baseline="0" smtClean="0">
                        <a:latin typeface="Cambria Math" panose="02040503050406030204" pitchFamily="18" charset="0"/>
                      </a:rPr>
                      <m:t>𝑅</m:t>
                    </m:r>
                    <m:d>
                      <m:dPr>
                        <m:ctrlPr>
                          <a:rPr lang="en-DK" b="0" i="1" baseline="0">
                            <a:latin typeface="Cambria Math" panose="02040503050406030204" pitchFamily="18" charset="0"/>
                          </a:rPr>
                        </m:ctrlPr>
                      </m:dPr>
                      <m:e>
                        <m:r>
                          <a:rPr lang="en-DK" b="0" i="1" baseline="0">
                            <a:latin typeface="Cambria Math" panose="02040503050406030204" pitchFamily="18" charset="0"/>
                          </a:rPr>
                          <m:t>𝑡</m:t>
                        </m:r>
                      </m:e>
                    </m:d>
                    <m:r>
                      <a:rPr lang="en-DK" b="0" i="1" baseline="0">
                        <a:latin typeface="Cambria Math" panose="02040503050406030204" pitchFamily="18" charset="0"/>
                      </a:rPr>
                      <m:t>=0.4545+0.5032</m:t>
                    </m:r>
                    <m:sSup>
                      <m:sSupPr>
                        <m:ctrlPr>
                          <a:rPr lang="en-DK" b="0" i="1" baseline="0">
                            <a:latin typeface="Cambria Math" panose="02040503050406030204" pitchFamily="18" charset="0"/>
                          </a:rPr>
                        </m:ctrlPr>
                      </m:sSupPr>
                      <m:e>
                        <m:r>
                          <a:rPr lang="en-DK" b="0" i="1" baseline="0">
                            <a:latin typeface="Cambria Math" panose="02040503050406030204" pitchFamily="18" charset="0"/>
                          </a:rPr>
                          <m:t>𝑒</m:t>
                        </m:r>
                      </m:e>
                      <m:sup>
                        <m:r>
                          <a:rPr lang="en-DK" b="0" i="1" baseline="0">
                            <a:latin typeface="Cambria Math" panose="02040503050406030204" pitchFamily="18" charset="0"/>
                          </a:rPr>
                          <m:t>−4.6175</m:t>
                        </m:r>
                        <m:r>
                          <a:rPr lang="en-DK" b="0" i="1" baseline="0">
                            <a:latin typeface="Cambria Math" panose="02040503050406030204" pitchFamily="18" charset="0"/>
                          </a:rPr>
                          <m:t>𝑡</m:t>
                        </m:r>
                      </m:sup>
                    </m:sSup>
                  </m:oMath>
                </m:oMathPara>
              </a14:m>
              <a:endParaRPr lang="en-DK" dirty="0"/>
            </a:p>
          </dgm:t>
        </dgm:pt>
      </mc:Choice>
      <mc:Fallback xmlns="">
        <dgm:pt modelId="{12886FB8-87B2-6143-A52A-C3AA43E59B40}">
          <dgm:prSet/>
          <dgm:spPr/>
          <dgm:t>
            <a:bodyPr/>
            <a:lstStyle/>
            <a:p>
              <a:pPr>
                <a:buNone/>
              </a:pPr>
              <a:r>
                <a:rPr lang="en-DK" b="0" i="0" baseline="0">
                  <a:latin typeface="Cambria Math" panose="02040503050406030204" pitchFamily="18" charset="0"/>
                </a:rPr>
                <a:t>𝑅(𝑡)=0.4545+0.5032𝑒^(−4.6175𝑡)</a:t>
              </a:r>
              <a:endParaRPr lang="en-DK" dirty="0"/>
            </a:p>
          </dgm:t>
        </dgm:pt>
      </mc:Fallback>
    </mc:AlternateContent>
    <dgm:pt modelId="{6ED7AF62-86DD-CC4A-835F-EC0521B69B7A}" type="parTrans" cxnId="{073427EB-6645-D24B-854B-DDC73F8EBC98}">
      <dgm:prSet/>
      <dgm:spPr/>
      <dgm:t>
        <a:bodyPr/>
        <a:lstStyle/>
        <a:p>
          <a:endParaRPr lang="en-US"/>
        </a:p>
      </dgm:t>
    </dgm:pt>
    <dgm:pt modelId="{00C46B7A-D9EF-AC47-B140-9818FB8C10A2}" type="sibTrans" cxnId="{073427EB-6645-D24B-854B-DDC73F8EBC98}">
      <dgm:prSet/>
      <dgm:spPr/>
      <dgm:t>
        <a:bodyPr/>
        <a:lstStyle/>
        <a:p>
          <a:endParaRPr lang="en-US"/>
        </a:p>
      </dgm:t>
    </dgm:pt>
    <dgm:pt modelId="{09DB36B3-9239-624D-B794-02674193A965}" type="pres">
      <dgm:prSet presAssocID="{6E7FF112-B5A0-694D-9B0D-63ABCE062884}" presName="linear" presStyleCnt="0">
        <dgm:presLayoutVars>
          <dgm:animLvl val="lvl"/>
          <dgm:resizeHandles val="exact"/>
        </dgm:presLayoutVars>
      </dgm:prSet>
      <dgm:spPr/>
    </dgm:pt>
    <dgm:pt modelId="{4875E9A7-E854-B84B-B6CA-E5BD15AEB380}" type="pres">
      <dgm:prSet presAssocID="{A6453D8C-93FB-8842-AF63-95DD8A1CD80D}" presName="parentText" presStyleLbl="node1" presStyleIdx="0" presStyleCnt="1">
        <dgm:presLayoutVars>
          <dgm:chMax val="0"/>
          <dgm:bulletEnabled val="1"/>
        </dgm:presLayoutVars>
      </dgm:prSet>
      <dgm:spPr/>
    </dgm:pt>
    <dgm:pt modelId="{DAD61582-BB54-9C48-A215-58D44A9908E5}" type="pres">
      <dgm:prSet presAssocID="{A6453D8C-93FB-8842-AF63-95DD8A1CD80D}" presName="childText" presStyleLbl="revTx" presStyleIdx="0" presStyleCnt="1">
        <dgm:presLayoutVars>
          <dgm:bulletEnabled val="1"/>
        </dgm:presLayoutVars>
      </dgm:prSet>
      <dgm:spPr/>
    </dgm:pt>
  </dgm:ptLst>
  <dgm:cxnLst>
    <dgm:cxn modelId="{A5F9709D-3C0A-0848-851F-8EABFDBECDA1}" type="presOf" srcId="{12886FB8-87B2-6143-A52A-C3AA43E59B40}" destId="{DAD61582-BB54-9C48-A215-58D44A9908E5}" srcOrd="0" destOrd="0" presId="urn:microsoft.com/office/officeart/2005/8/layout/vList2"/>
    <dgm:cxn modelId="{8488DABB-6F5A-434B-946A-5BF08D5BCD29}" type="presOf" srcId="{6E7FF112-B5A0-694D-9B0D-63ABCE062884}" destId="{09DB36B3-9239-624D-B794-02674193A965}" srcOrd="0" destOrd="0" presId="urn:microsoft.com/office/officeart/2005/8/layout/vList2"/>
    <dgm:cxn modelId="{D14B2CCD-2425-DF4B-BE8E-CB5D1096B607}" type="presOf" srcId="{A6453D8C-93FB-8842-AF63-95DD8A1CD80D}" destId="{4875E9A7-E854-B84B-B6CA-E5BD15AEB380}" srcOrd="0" destOrd="0" presId="urn:microsoft.com/office/officeart/2005/8/layout/vList2"/>
    <dgm:cxn modelId="{F2A5E5D5-6C71-A742-8533-95C77B6EA379}" srcId="{6E7FF112-B5A0-694D-9B0D-63ABCE062884}" destId="{A6453D8C-93FB-8842-AF63-95DD8A1CD80D}" srcOrd="0" destOrd="0" parTransId="{39AB9CE7-1B81-1E48-939B-8FEE1B5B22CA}" sibTransId="{CA7965E6-D15A-AD49-B05B-7F26EF1B542B}"/>
    <dgm:cxn modelId="{073427EB-6645-D24B-854B-DDC73F8EBC98}" srcId="{A6453D8C-93FB-8842-AF63-95DD8A1CD80D}" destId="{12886FB8-87B2-6143-A52A-C3AA43E59B40}" srcOrd="0" destOrd="0" parTransId="{6ED7AF62-86DD-CC4A-835F-EC0521B69B7A}" sibTransId="{00C46B7A-D9EF-AC47-B140-9818FB8C10A2}"/>
    <dgm:cxn modelId="{C58B68AD-E900-CC40-8FAE-F95D29AE20FD}" type="presParOf" srcId="{09DB36B3-9239-624D-B794-02674193A965}" destId="{4875E9A7-E854-B84B-B6CA-E5BD15AEB380}" srcOrd="0" destOrd="0" presId="urn:microsoft.com/office/officeart/2005/8/layout/vList2"/>
    <dgm:cxn modelId="{583A558E-700B-4D4F-BF94-1E5AD90A6ECA}" type="presParOf" srcId="{09DB36B3-9239-624D-B794-02674193A965}" destId="{DAD61582-BB54-9C48-A215-58D44A9908E5}" srcOrd="1"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44.xml><?xml version="1.0" encoding="utf-8"?>
<dgm:dataModel xmlns:dgm="http://schemas.openxmlformats.org/drawingml/2006/diagram" xmlns:a="http://schemas.openxmlformats.org/drawingml/2006/main">
  <dgm:ptLst>
    <dgm:pt modelId="{6E7FF112-B5A0-694D-9B0D-63ABCE0628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6453D8C-93FB-8842-AF63-95DD8A1CD80D}">
      <dgm:prSet/>
      <dgm:spPr/>
      <dgm:t>
        <a:bodyPr/>
        <a:lstStyle/>
        <a:p>
          <a:r>
            <a:rPr lang="en-US" b="0" i="0" baseline="0" dirty="0"/>
            <a:t>Exponential fit:</a:t>
          </a:r>
          <a:endParaRPr lang="en-DK" dirty="0"/>
        </a:p>
      </dgm:t>
    </dgm:pt>
    <dgm:pt modelId="{39AB9CE7-1B81-1E48-939B-8FEE1B5B22CA}" type="parTrans" cxnId="{F2A5E5D5-6C71-A742-8533-95C77B6EA379}">
      <dgm:prSet/>
      <dgm:spPr/>
      <dgm:t>
        <a:bodyPr/>
        <a:lstStyle/>
        <a:p>
          <a:endParaRPr lang="en-US"/>
        </a:p>
      </dgm:t>
    </dgm:pt>
    <dgm:pt modelId="{CA7965E6-D15A-AD49-B05B-7F26EF1B542B}" type="sibTrans" cxnId="{F2A5E5D5-6C71-A742-8533-95C77B6EA379}">
      <dgm:prSet/>
      <dgm:spPr/>
      <dgm:t>
        <a:bodyPr/>
        <a:lstStyle/>
        <a:p>
          <a:endParaRPr lang="en-US"/>
        </a:p>
      </dgm:t>
    </dgm:pt>
    <dgm:pt modelId="{12886FB8-87B2-6143-A52A-C3AA43E59B40}">
      <dgm:prSet/>
      <dgm:spPr>
        <a:blipFill>
          <a:blip xmlns:r="http://schemas.openxmlformats.org/officeDocument/2006/relationships" r:embed="rId1"/>
          <a:stretch>
            <a:fillRect/>
          </a:stretch>
        </a:blipFill>
      </dgm:spPr>
      <dgm:t>
        <a:bodyPr/>
        <a:lstStyle/>
        <a:p>
          <a:r>
            <a:rPr lang="en-US">
              <a:noFill/>
            </a:rPr>
            <a:t> </a:t>
          </a:r>
        </a:p>
      </dgm:t>
    </dgm:pt>
    <dgm:pt modelId="{6ED7AF62-86DD-CC4A-835F-EC0521B69B7A}" type="parTrans" cxnId="{073427EB-6645-D24B-854B-DDC73F8EBC98}">
      <dgm:prSet/>
      <dgm:spPr/>
      <dgm:t>
        <a:bodyPr/>
        <a:lstStyle/>
        <a:p>
          <a:endParaRPr lang="en-US"/>
        </a:p>
      </dgm:t>
    </dgm:pt>
    <dgm:pt modelId="{00C46B7A-D9EF-AC47-B140-9818FB8C10A2}" type="sibTrans" cxnId="{073427EB-6645-D24B-854B-DDC73F8EBC98}">
      <dgm:prSet/>
      <dgm:spPr/>
      <dgm:t>
        <a:bodyPr/>
        <a:lstStyle/>
        <a:p>
          <a:endParaRPr lang="en-US"/>
        </a:p>
      </dgm:t>
    </dgm:pt>
    <dgm:pt modelId="{09DB36B3-9239-624D-B794-02674193A965}" type="pres">
      <dgm:prSet presAssocID="{6E7FF112-B5A0-694D-9B0D-63ABCE062884}" presName="linear" presStyleCnt="0">
        <dgm:presLayoutVars>
          <dgm:animLvl val="lvl"/>
          <dgm:resizeHandles val="exact"/>
        </dgm:presLayoutVars>
      </dgm:prSet>
      <dgm:spPr/>
    </dgm:pt>
    <dgm:pt modelId="{4875E9A7-E854-B84B-B6CA-E5BD15AEB380}" type="pres">
      <dgm:prSet presAssocID="{A6453D8C-93FB-8842-AF63-95DD8A1CD80D}" presName="parentText" presStyleLbl="node1" presStyleIdx="0" presStyleCnt="1">
        <dgm:presLayoutVars>
          <dgm:chMax val="0"/>
          <dgm:bulletEnabled val="1"/>
        </dgm:presLayoutVars>
      </dgm:prSet>
      <dgm:spPr/>
    </dgm:pt>
    <dgm:pt modelId="{DAD61582-BB54-9C48-A215-58D44A9908E5}" type="pres">
      <dgm:prSet presAssocID="{A6453D8C-93FB-8842-AF63-95DD8A1CD80D}" presName="childText" presStyleLbl="revTx" presStyleIdx="0" presStyleCnt="1">
        <dgm:presLayoutVars>
          <dgm:bulletEnabled val="1"/>
        </dgm:presLayoutVars>
      </dgm:prSet>
      <dgm:spPr/>
    </dgm:pt>
  </dgm:ptLst>
  <dgm:cxnLst>
    <dgm:cxn modelId="{A5F9709D-3C0A-0848-851F-8EABFDBECDA1}" type="presOf" srcId="{12886FB8-87B2-6143-A52A-C3AA43E59B40}" destId="{DAD61582-BB54-9C48-A215-58D44A9908E5}" srcOrd="0" destOrd="0" presId="urn:microsoft.com/office/officeart/2005/8/layout/vList2"/>
    <dgm:cxn modelId="{8488DABB-6F5A-434B-946A-5BF08D5BCD29}" type="presOf" srcId="{6E7FF112-B5A0-694D-9B0D-63ABCE062884}" destId="{09DB36B3-9239-624D-B794-02674193A965}" srcOrd="0" destOrd="0" presId="urn:microsoft.com/office/officeart/2005/8/layout/vList2"/>
    <dgm:cxn modelId="{D14B2CCD-2425-DF4B-BE8E-CB5D1096B607}" type="presOf" srcId="{A6453D8C-93FB-8842-AF63-95DD8A1CD80D}" destId="{4875E9A7-E854-B84B-B6CA-E5BD15AEB380}" srcOrd="0" destOrd="0" presId="urn:microsoft.com/office/officeart/2005/8/layout/vList2"/>
    <dgm:cxn modelId="{F2A5E5D5-6C71-A742-8533-95C77B6EA379}" srcId="{6E7FF112-B5A0-694D-9B0D-63ABCE062884}" destId="{A6453D8C-93FB-8842-AF63-95DD8A1CD80D}" srcOrd="0" destOrd="0" parTransId="{39AB9CE7-1B81-1E48-939B-8FEE1B5B22CA}" sibTransId="{CA7965E6-D15A-AD49-B05B-7F26EF1B542B}"/>
    <dgm:cxn modelId="{073427EB-6645-D24B-854B-DDC73F8EBC98}" srcId="{A6453D8C-93FB-8842-AF63-95DD8A1CD80D}" destId="{12886FB8-87B2-6143-A52A-C3AA43E59B40}" srcOrd="0" destOrd="0" parTransId="{6ED7AF62-86DD-CC4A-835F-EC0521B69B7A}" sibTransId="{00C46B7A-D9EF-AC47-B140-9818FB8C10A2}"/>
    <dgm:cxn modelId="{C58B68AD-E900-CC40-8FAE-F95D29AE20FD}" type="presParOf" srcId="{09DB36B3-9239-624D-B794-02674193A965}" destId="{4875E9A7-E854-B84B-B6CA-E5BD15AEB380}" srcOrd="0" destOrd="0" presId="urn:microsoft.com/office/officeart/2005/8/layout/vList2"/>
    <dgm:cxn modelId="{583A558E-700B-4D4F-BF94-1E5AD90A6ECA}" type="presParOf" srcId="{09DB36B3-9239-624D-B794-02674193A965}" destId="{DAD61582-BB54-9C48-A215-58D44A9908E5}" srcOrd="1"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45.xml><?xml version="1.0" encoding="utf-8"?>
<dgm:dataModel xmlns:dgm="http://schemas.openxmlformats.org/drawingml/2006/diagram" xmlns:a="http://schemas.openxmlformats.org/drawingml/2006/main">
  <dgm:ptLst>
    <dgm:pt modelId="{6E7FF112-B5A0-694D-9B0D-63ABCE06288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6453D8C-93FB-8842-AF63-95DD8A1CD80D}">
      <dgm:prSet/>
      <dgm:spPr/>
      <dgm:t>
        <a:bodyPr/>
        <a:lstStyle/>
        <a:p>
          <a:r>
            <a:rPr lang="en-US" b="0" dirty="0"/>
            <a:t>Linear fit:</a:t>
          </a:r>
          <a:endParaRPr lang="en-DK" dirty="0"/>
        </a:p>
      </dgm:t>
    </dgm:pt>
    <dgm:pt modelId="{39AB9CE7-1B81-1E48-939B-8FEE1B5B22CA}" type="parTrans" cxnId="{F2A5E5D5-6C71-A742-8533-95C77B6EA379}">
      <dgm:prSet/>
      <dgm:spPr/>
      <dgm:t>
        <a:bodyPr/>
        <a:lstStyle/>
        <a:p>
          <a:endParaRPr lang="en-US"/>
        </a:p>
      </dgm:t>
    </dgm:pt>
    <dgm:pt modelId="{CA7965E6-D15A-AD49-B05B-7F26EF1B542B}" type="sibTrans" cxnId="{F2A5E5D5-6C71-A742-8533-95C77B6EA379}">
      <dgm:prSet/>
      <dgm:spPr/>
      <dgm:t>
        <a:bodyPr/>
        <a:lstStyle/>
        <a:p>
          <a:endParaRPr lang="en-US"/>
        </a:p>
      </dgm:t>
    </dgm:pt>
    <mc:AlternateContent xmlns:mc="http://schemas.openxmlformats.org/markup-compatibility/2006" xmlns:a14="http://schemas.microsoft.com/office/drawing/2010/main">
      <mc:Choice Requires="a14">
        <dgm:pt modelId="{12886FB8-87B2-6143-A52A-C3AA43E59B40}">
          <dgm:prSet/>
          <dgm:spPr/>
          <dgm:t>
            <a:bodyPr/>
            <a:lstStyle/>
            <a:p>
              <a:pPr>
                <a:buNone/>
              </a:pPr>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𝑅</m:t>
                    </m:r>
                    <m:d>
                      <m:dPr>
                        <m:ctrlPr>
                          <a:rPr lang="en-DK" i="1">
                            <a:latin typeface="Cambria Math" panose="02040503050406030204" pitchFamily="18" charset="0"/>
                          </a:rPr>
                        </m:ctrlPr>
                      </m:dPr>
                      <m:e>
                        <m:r>
                          <a:rPr lang="en-DK" i="1">
                            <a:latin typeface="Cambria Math" panose="02040503050406030204" pitchFamily="18" charset="0"/>
                          </a:rPr>
                          <m:t>𝑡</m:t>
                        </m:r>
                      </m:e>
                    </m:d>
                    <m:r>
                      <a:rPr lang="en-DK" i="1">
                        <a:latin typeface="Cambria Math" panose="02040503050406030204" pitchFamily="18" charset="0"/>
                      </a:rPr>
                      <m:t>=1.0077−6.4787∙</m:t>
                    </m:r>
                    <m:r>
                      <a:rPr lang="en-DK" i="1">
                        <a:latin typeface="Cambria Math" panose="02040503050406030204" pitchFamily="18" charset="0"/>
                      </a:rPr>
                      <m:t>𝑡</m:t>
                    </m:r>
                  </m:oMath>
                </m:oMathPara>
              </a14:m>
              <a:endParaRPr lang="en-DK" dirty="0"/>
            </a:p>
          </dgm:t>
        </dgm:pt>
      </mc:Choice>
      <mc:Fallback xmlns="">
        <dgm:pt modelId="{12886FB8-87B2-6143-A52A-C3AA43E59B40}">
          <dgm:prSet/>
          <dgm:spPr/>
          <dgm:t>
            <a:bodyPr/>
            <a:lstStyle/>
            <a:p>
              <a:pPr>
                <a:buNone/>
              </a:pPr>
              <a:r>
                <a:rPr lang="en-DK" i="0"/>
                <a:t>𝑅(𝑡)=1.0077−6.4787∙𝑡</a:t>
              </a:r>
              <a:endParaRPr lang="en-DK" dirty="0"/>
            </a:p>
          </dgm:t>
        </dgm:pt>
      </mc:Fallback>
    </mc:AlternateContent>
    <dgm:pt modelId="{6ED7AF62-86DD-CC4A-835F-EC0521B69B7A}" type="parTrans" cxnId="{073427EB-6645-D24B-854B-DDC73F8EBC98}">
      <dgm:prSet/>
      <dgm:spPr/>
      <dgm:t>
        <a:bodyPr/>
        <a:lstStyle/>
        <a:p>
          <a:endParaRPr lang="en-US"/>
        </a:p>
      </dgm:t>
    </dgm:pt>
    <dgm:pt modelId="{00C46B7A-D9EF-AC47-B140-9818FB8C10A2}" type="sibTrans" cxnId="{073427EB-6645-D24B-854B-DDC73F8EBC98}">
      <dgm:prSet/>
      <dgm:spPr/>
      <dgm:t>
        <a:bodyPr/>
        <a:lstStyle/>
        <a:p>
          <a:endParaRPr lang="en-US"/>
        </a:p>
      </dgm:t>
    </dgm:pt>
    <dgm:pt modelId="{09DB36B3-9239-624D-B794-02674193A965}" type="pres">
      <dgm:prSet presAssocID="{6E7FF112-B5A0-694D-9B0D-63ABCE062884}" presName="linear" presStyleCnt="0">
        <dgm:presLayoutVars>
          <dgm:animLvl val="lvl"/>
          <dgm:resizeHandles val="exact"/>
        </dgm:presLayoutVars>
      </dgm:prSet>
      <dgm:spPr/>
    </dgm:pt>
    <dgm:pt modelId="{4875E9A7-E854-B84B-B6CA-E5BD15AEB380}" type="pres">
      <dgm:prSet presAssocID="{A6453D8C-93FB-8842-AF63-95DD8A1CD80D}" presName="parentText" presStyleLbl="node1" presStyleIdx="0" presStyleCnt="1">
        <dgm:presLayoutVars>
          <dgm:chMax val="0"/>
          <dgm:bulletEnabled val="1"/>
        </dgm:presLayoutVars>
      </dgm:prSet>
      <dgm:spPr/>
    </dgm:pt>
    <dgm:pt modelId="{DAD61582-BB54-9C48-A215-58D44A9908E5}" type="pres">
      <dgm:prSet presAssocID="{A6453D8C-93FB-8842-AF63-95DD8A1CD80D}" presName="childText" presStyleLbl="revTx" presStyleIdx="0" presStyleCnt="1">
        <dgm:presLayoutVars>
          <dgm:bulletEnabled val="1"/>
        </dgm:presLayoutVars>
      </dgm:prSet>
      <dgm:spPr/>
    </dgm:pt>
  </dgm:ptLst>
  <dgm:cxnLst>
    <dgm:cxn modelId="{A5F9709D-3C0A-0848-851F-8EABFDBECDA1}" type="presOf" srcId="{12886FB8-87B2-6143-A52A-C3AA43E59B40}" destId="{DAD61582-BB54-9C48-A215-58D44A9908E5}" srcOrd="0" destOrd="0" presId="urn:microsoft.com/office/officeart/2005/8/layout/vList2"/>
    <dgm:cxn modelId="{8488DABB-6F5A-434B-946A-5BF08D5BCD29}" type="presOf" srcId="{6E7FF112-B5A0-694D-9B0D-63ABCE062884}" destId="{09DB36B3-9239-624D-B794-02674193A965}" srcOrd="0" destOrd="0" presId="urn:microsoft.com/office/officeart/2005/8/layout/vList2"/>
    <dgm:cxn modelId="{D14B2CCD-2425-DF4B-BE8E-CB5D1096B607}" type="presOf" srcId="{A6453D8C-93FB-8842-AF63-95DD8A1CD80D}" destId="{4875E9A7-E854-B84B-B6CA-E5BD15AEB380}" srcOrd="0" destOrd="0" presId="urn:microsoft.com/office/officeart/2005/8/layout/vList2"/>
    <dgm:cxn modelId="{F2A5E5D5-6C71-A742-8533-95C77B6EA379}" srcId="{6E7FF112-B5A0-694D-9B0D-63ABCE062884}" destId="{A6453D8C-93FB-8842-AF63-95DD8A1CD80D}" srcOrd="0" destOrd="0" parTransId="{39AB9CE7-1B81-1E48-939B-8FEE1B5B22CA}" sibTransId="{CA7965E6-D15A-AD49-B05B-7F26EF1B542B}"/>
    <dgm:cxn modelId="{073427EB-6645-D24B-854B-DDC73F8EBC98}" srcId="{A6453D8C-93FB-8842-AF63-95DD8A1CD80D}" destId="{12886FB8-87B2-6143-A52A-C3AA43E59B40}" srcOrd="0" destOrd="0" parTransId="{6ED7AF62-86DD-CC4A-835F-EC0521B69B7A}" sibTransId="{00C46B7A-D9EF-AC47-B140-9818FB8C10A2}"/>
    <dgm:cxn modelId="{C58B68AD-E900-CC40-8FAE-F95D29AE20FD}" type="presParOf" srcId="{09DB36B3-9239-624D-B794-02674193A965}" destId="{4875E9A7-E854-B84B-B6CA-E5BD15AEB380}" srcOrd="0" destOrd="0" presId="urn:microsoft.com/office/officeart/2005/8/layout/vList2"/>
    <dgm:cxn modelId="{583A558E-700B-4D4F-BF94-1E5AD90A6ECA}" type="presParOf" srcId="{09DB36B3-9239-624D-B794-02674193A965}" destId="{DAD61582-BB54-9C48-A215-58D44A9908E5}" srcOrd="1" destOrd="0" presId="urn:microsoft.com/office/officeart/2005/8/layout/vList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146.xml><?xml version="1.0" encoding="utf-8"?>
<dgm:dataModel xmlns:dgm="http://schemas.openxmlformats.org/drawingml/2006/diagram" xmlns:a="http://schemas.openxmlformats.org/drawingml/2006/main">
  <dgm:ptLst>
    <dgm:pt modelId="{6E7FF112-B5A0-694D-9B0D-63ABCE06288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6453D8C-93FB-8842-AF63-95DD8A1CD80D}">
      <dgm:prSet/>
      <dgm:spPr/>
      <dgm:t>
        <a:bodyPr/>
        <a:lstStyle/>
        <a:p>
          <a:r>
            <a:rPr lang="en-US" b="0" dirty="0"/>
            <a:t>Linear fit:</a:t>
          </a:r>
          <a:endParaRPr lang="en-DK" dirty="0"/>
        </a:p>
      </dgm:t>
    </dgm:pt>
    <dgm:pt modelId="{39AB9CE7-1B81-1E48-939B-8FEE1B5B22CA}" type="parTrans" cxnId="{F2A5E5D5-6C71-A742-8533-95C77B6EA379}">
      <dgm:prSet/>
      <dgm:spPr/>
      <dgm:t>
        <a:bodyPr/>
        <a:lstStyle/>
        <a:p>
          <a:endParaRPr lang="en-US"/>
        </a:p>
      </dgm:t>
    </dgm:pt>
    <dgm:pt modelId="{CA7965E6-D15A-AD49-B05B-7F26EF1B542B}" type="sibTrans" cxnId="{F2A5E5D5-6C71-A742-8533-95C77B6EA379}">
      <dgm:prSet/>
      <dgm:spPr/>
      <dgm:t>
        <a:bodyPr/>
        <a:lstStyle/>
        <a:p>
          <a:endParaRPr lang="en-US"/>
        </a:p>
      </dgm:t>
    </dgm:pt>
    <dgm:pt modelId="{12886FB8-87B2-6143-A52A-C3AA43E59B40}">
      <dgm:prSet/>
      <dgm:spPr>
        <a:blipFill>
          <a:blip xmlns:r="http://schemas.openxmlformats.org/officeDocument/2006/relationships" r:embed="rId1"/>
          <a:stretch>
            <a:fillRect/>
          </a:stretch>
        </a:blipFill>
      </dgm:spPr>
      <dgm:t>
        <a:bodyPr/>
        <a:lstStyle/>
        <a:p>
          <a:r>
            <a:rPr lang="en-US">
              <a:noFill/>
            </a:rPr>
            <a:t> </a:t>
          </a:r>
        </a:p>
      </dgm:t>
    </dgm:pt>
    <dgm:pt modelId="{6ED7AF62-86DD-CC4A-835F-EC0521B69B7A}" type="parTrans" cxnId="{073427EB-6645-D24B-854B-DDC73F8EBC98}">
      <dgm:prSet/>
      <dgm:spPr/>
      <dgm:t>
        <a:bodyPr/>
        <a:lstStyle/>
        <a:p>
          <a:endParaRPr lang="en-US"/>
        </a:p>
      </dgm:t>
    </dgm:pt>
    <dgm:pt modelId="{00C46B7A-D9EF-AC47-B140-9818FB8C10A2}" type="sibTrans" cxnId="{073427EB-6645-D24B-854B-DDC73F8EBC98}">
      <dgm:prSet/>
      <dgm:spPr/>
      <dgm:t>
        <a:bodyPr/>
        <a:lstStyle/>
        <a:p>
          <a:endParaRPr lang="en-US"/>
        </a:p>
      </dgm:t>
    </dgm:pt>
    <dgm:pt modelId="{09DB36B3-9239-624D-B794-02674193A965}" type="pres">
      <dgm:prSet presAssocID="{6E7FF112-B5A0-694D-9B0D-63ABCE062884}" presName="linear" presStyleCnt="0">
        <dgm:presLayoutVars>
          <dgm:animLvl val="lvl"/>
          <dgm:resizeHandles val="exact"/>
        </dgm:presLayoutVars>
      </dgm:prSet>
      <dgm:spPr/>
    </dgm:pt>
    <dgm:pt modelId="{4875E9A7-E854-B84B-B6CA-E5BD15AEB380}" type="pres">
      <dgm:prSet presAssocID="{A6453D8C-93FB-8842-AF63-95DD8A1CD80D}" presName="parentText" presStyleLbl="node1" presStyleIdx="0" presStyleCnt="1">
        <dgm:presLayoutVars>
          <dgm:chMax val="0"/>
          <dgm:bulletEnabled val="1"/>
        </dgm:presLayoutVars>
      </dgm:prSet>
      <dgm:spPr/>
    </dgm:pt>
    <dgm:pt modelId="{DAD61582-BB54-9C48-A215-58D44A9908E5}" type="pres">
      <dgm:prSet presAssocID="{A6453D8C-93FB-8842-AF63-95DD8A1CD80D}" presName="childText" presStyleLbl="revTx" presStyleIdx="0" presStyleCnt="1">
        <dgm:presLayoutVars>
          <dgm:bulletEnabled val="1"/>
        </dgm:presLayoutVars>
      </dgm:prSet>
      <dgm:spPr/>
    </dgm:pt>
  </dgm:ptLst>
  <dgm:cxnLst>
    <dgm:cxn modelId="{A5F9709D-3C0A-0848-851F-8EABFDBECDA1}" type="presOf" srcId="{12886FB8-87B2-6143-A52A-C3AA43E59B40}" destId="{DAD61582-BB54-9C48-A215-58D44A9908E5}" srcOrd="0" destOrd="0" presId="urn:microsoft.com/office/officeart/2005/8/layout/vList2"/>
    <dgm:cxn modelId="{8488DABB-6F5A-434B-946A-5BF08D5BCD29}" type="presOf" srcId="{6E7FF112-B5A0-694D-9B0D-63ABCE062884}" destId="{09DB36B3-9239-624D-B794-02674193A965}" srcOrd="0" destOrd="0" presId="urn:microsoft.com/office/officeart/2005/8/layout/vList2"/>
    <dgm:cxn modelId="{D14B2CCD-2425-DF4B-BE8E-CB5D1096B607}" type="presOf" srcId="{A6453D8C-93FB-8842-AF63-95DD8A1CD80D}" destId="{4875E9A7-E854-B84B-B6CA-E5BD15AEB380}" srcOrd="0" destOrd="0" presId="urn:microsoft.com/office/officeart/2005/8/layout/vList2"/>
    <dgm:cxn modelId="{F2A5E5D5-6C71-A742-8533-95C77B6EA379}" srcId="{6E7FF112-B5A0-694D-9B0D-63ABCE062884}" destId="{A6453D8C-93FB-8842-AF63-95DD8A1CD80D}" srcOrd="0" destOrd="0" parTransId="{39AB9CE7-1B81-1E48-939B-8FEE1B5B22CA}" sibTransId="{CA7965E6-D15A-AD49-B05B-7F26EF1B542B}"/>
    <dgm:cxn modelId="{073427EB-6645-D24B-854B-DDC73F8EBC98}" srcId="{A6453D8C-93FB-8842-AF63-95DD8A1CD80D}" destId="{12886FB8-87B2-6143-A52A-C3AA43E59B40}" srcOrd="0" destOrd="0" parTransId="{6ED7AF62-86DD-CC4A-835F-EC0521B69B7A}" sibTransId="{00C46B7A-D9EF-AC47-B140-9818FB8C10A2}"/>
    <dgm:cxn modelId="{C58B68AD-E900-CC40-8FAE-F95D29AE20FD}" type="presParOf" srcId="{09DB36B3-9239-624D-B794-02674193A965}" destId="{4875E9A7-E854-B84B-B6CA-E5BD15AEB380}" srcOrd="0" destOrd="0" presId="urn:microsoft.com/office/officeart/2005/8/layout/vList2"/>
    <dgm:cxn modelId="{583A558E-700B-4D4F-BF94-1E5AD90A6ECA}" type="presParOf" srcId="{09DB36B3-9239-624D-B794-02674193A965}" destId="{DAD61582-BB54-9C48-A215-58D44A9908E5}" srcOrd="1"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47.xml><?xml version="1.0" encoding="utf-8"?>
<dgm:dataModel xmlns:dgm="http://schemas.openxmlformats.org/drawingml/2006/diagram" xmlns:a="http://schemas.openxmlformats.org/drawingml/2006/main">
  <dgm:ptLst>
    <dgm:pt modelId="{E1153F0E-4076-094C-88DD-00338553AB1E}" type="doc">
      <dgm:prSet loTypeId="urn:microsoft.com/office/officeart/2008/layout/PictureAccentList" loCatId="process"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28498559-3F47-B849-9013-37F3DD3A912A}">
          <dgm:prSet/>
          <dgm:spPr/>
          <dgm:t>
            <a:bodyPr/>
            <a:lstStyle/>
            <a:p>
              <a:pPr/>
              <a14:m>
                <m:oMathPara xmlns:m="http://schemas.openxmlformats.org/officeDocument/2006/math">
                  <m:oMathParaPr>
                    <m:jc m:val="centerGroup"/>
                  </m:oMathParaPr>
                  <m:oMath xmlns:m="http://schemas.openxmlformats.org/officeDocument/2006/math">
                    <m:r>
                      <a:rPr lang="en-DK" b="0" i="1" smtClean="0">
                        <a:latin typeface="Cambria Math" panose="02040503050406030204" pitchFamily="18" charset="0"/>
                      </a:rPr>
                      <m:t>𝑅</m:t>
                    </m:r>
                    <m:d>
                      <m:dPr>
                        <m:ctrlPr>
                          <a:rPr lang="en-DK" b="0" i="1">
                            <a:latin typeface="Cambria Math" panose="02040503050406030204" pitchFamily="18" charset="0"/>
                          </a:rPr>
                        </m:ctrlPr>
                      </m:dPr>
                      <m:e>
                        <m:r>
                          <a:rPr lang="en-DK" b="0" i="1">
                            <a:latin typeface="Cambria Math" panose="02040503050406030204" pitchFamily="18" charset="0"/>
                          </a:rPr>
                          <m:t>0</m:t>
                        </m:r>
                      </m:e>
                    </m:d>
                    <m:r>
                      <a:rPr lang="en-DK" b="0" i="1">
                        <a:latin typeface="Cambria Math" panose="02040503050406030204" pitchFamily="18" charset="0"/>
                      </a:rPr>
                      <m:t>=0.9</m:t>
                    </m:r>
                    <m:r>
                      <a:rPr lang="da-DK" b="0" i="1" smtClean="0">
                        <a:latin typeface="Cambria Math" panose="02040503050406030204" pitchFamily="18" charset="0"/>
                      </a:rPr>
                      <m:t>5</m:t>
                    </m:r>
                    <m:r>
                      <a:rPr lang="en-DK" b="0" i="1">
                        <a:latin typeface="Cambria Math" panose="02040503050406030204" pitchFamily="18" charset="0"/>
                      </a:rPr>
                      <m:t>77</m:t>
                    </m:r>
                  </m:oMath>
                </m:oMathPara>
              </a14:m>
              <a:endParaRPr lang="en-DK" dirty="0"/>
            </a:p>
          </dgm:t>
        </dgm:pt>
      </mc:Choice>
      <mc:Fallback xmlns="">
        <dgm:pt modelId="{28498559-3F47-B849-9013-37F3DD3A912A}">
          <dgm:prSet/>
          <dgm:spPr/>
          <dgm:t>
            <a:bodyPr/>
            <a:lstStyle/>
            <a:p>
              <a:r>
                <a:rPr lang="en-DK" b="0" i="0"/>
                <a:t>𝑅(0)=0.9</a:t>
              </a:r>
              <a:r>
                <a:rPr lang="da-DK" b="0" i="0">
                  <a:latin typeface="Cambria Math" panose="02040503050406030204" pitchFamily="18" charset="0"/>
                </a:rPr>
                <a:t>5</a:t>
              </a:r>
              <a:r>
                <a:rPr lang="en-DK" b="0" i="0"/>
                <a:t>77</a:t>
              </a:r>
              <a:endParaRPr lang="en-DK" dirty="0"/>
            </a:p>
          </dgm:t>
        </dgm:pt>
      </mc:Fallback>
    </mc:AlternateContent>
    <dgm:pt modelId="{A4F4B76C-EDB4-E44C-A82A-897F00B77EFF}" type="parTrans" cxnId="{7325366D-69DF-8A43-AADB-C3747DBC1B22}">
      <dgm:prSet/>
      <dgm:spPr/>
      <dgm:t>
        <a:bodyPr/>
        <a:lstStyle/>
        <a:p>
          <a:endParaRPr lang="en-US"/>
        </a:p>
      </dgm:t>
    </dgm:pt>
    <dgm:pt modelId="{E3526EC9-665D-0141-9596-DB0107AADCAF}" type="sibTrans" cxnId="{7325366D-69DF-8A43-AADB-C3747DBC1B22}">
      <dgm:prSet/>
      <dgm:spPr/>
      <dgm:t>
        <a:bodyPr/>
        <a:lstStyle/>
        <a:p>
          <a:endParaRPr lang="en-US"/>
        </a:p>
      </dgm:t>
    </dgm:pt>
    <dgm:pt modelId="{6A2F80D6-3894-CE42-9120-7E1AE0983A93}" type="pres">
      <dgm:prSet presAssocID="{E1153F0E-4076-094C-88DD-00338553AB1E}" presName="layout" presStyleCnt="0">
        <dgm:presLayoutVars>
          <dgm:chMax/>
          <dgm:chPref/>
          <dgm:dir/>
          <dgm:animOne val="branch"/>
          <dgm:animLvl val="lvl"/>
          <dgm:resizeHandles/>
        </dgm:presLayoutVars>
      </dgm:prSet>
      <dgm:spPr/>
    </dgm:pt>
    <dgm:pt modelId="{1BE178ED-DBBC-8142-94FE-2F73607A9B88}" type="pres">
      <dgm:prSet presAssocID="{28498559-3F47-B849-9013-37F3DD3A912A}" presName="root" presStyleCnt="0">
        <dgm:presLayoutVars>
          <dgm:chMax/>
          <dgm:chPref val="4"/>
        </dgm:presLayoutVars>
      </dgm:prSet>
      <dgm:spPr/>
    </dgm:pt>
    <dgm:pt modelId="{98EF99E1-1C41-CF4E-BBA9-0E88C3086B27}" type="pres">
      <dgm:prSet presAssocID="{28498559-3F47-B849-9013-37F3DD3A912A}" presName="rootComposite" presStyleCnt="0">
        <dgm:presLayoutVars/>
      </dgm:prSet>
      <dgm:spPr/>
    </dgm:pt>
    <dgm:pt modelId="{9AC33A50-5CD8-E34C-A32B-12ED6B1040DE}" type="pres">
      <dgm:prSet presAssocID="{28498559-3F47-B849-9013-37F3DD3A912A}" presName="rootText" presStyleLbl="node0" presStyleIdx="0" presStyleCnt="1">
        <dgm:presLayoutVars>
          <dgm:chMax/>
          <dgm:chPref val="4"/>
        </dgm:presLayoutVars>
      </dgm:prSet>
      <dgm:spPr/>
    </dgm:pt>
    <dgm:pt modelId="{80DC2465-C7E5-E541-A2BF-A9E94E19A553}" type="pres">
      <dgm:prSet presAssocID="{28498559-3F47-B849-9013-37F3DD3A912A}" presName="childShape" presStyleCnt="0">
        <dgm:presLayoutVars>
          <dgm:chMax val="0"/>
          <dgm:chPref val="0"/>
        </dgm:presLayoutVars>
      </dgm:prSet>
      <dgm:spPr/>
    </dgm:pt>
  </dgm:ptLst>
  <dgm:cxnLst>
    <dgm:cxn modelId="{3E528435-D89E-2942-9850-64C37795975D}" type="presOf" srcId="{E1153F0E-4076-094C-88DD-00338553AB1E}" destId="{6A2F80D6-3894-CE42-9120-7E1AE0983A93}" srcOrd="0" destOrd="0" presId="urn:microsoft.com/office/officeart/2008/layout/PictureAccentList"/>
    <dgm:cxn modelId="{0F6BC26C-D602-DC4C-9FBC-28033C88D3E9}" type="presOf" srcId="{28498559-3F47-B849-9013-37F3DD3A912A}" destId="{9AC33A50-5CD8-E34C-A32B-12ED6B1040DE}" srcOrd="0" destOrd="0" presId="urn:microsoft.com/office/officeart/2008/layout/PictureAccentList"/>
    <dgm:cxn modelId="{7325366D-69DF-8A43-AADB-C3747DBC1B22}" srcId="{E1153F0E-4076-094C-88DD-00338553AB1E}" destId="{28498559-3F47-B849-9013-37F3DD3A912A}" srcOrd="0" destOrd="0" parTransId="{A4F4B76C-EDB4-E44C-A82A-897F00B77EFF}" sibTransId="{E3526EC9-665D-0141-9596-DB0107AADCAF}"/>
    <dgm:cxn modelId="{2E77423A-6611-1F47-B37E-F774D6F99758}" type="presParOf" srcId="{6A2F80D6-3894-CE42-9120-7E1AE0983A93}" destId="{1BE178ED-DBBC-8142-94FE-2F73607A9B88}" srcOrd="0" destOrd="0" presId="urn:microsoft.com/office/officeart/2008/layout/PictureAccentList"/>
    <dgm:cxn modelId="{B87F8B2F-31B4-3C43-A8C1-E76B9C27E719}" type="presParOf" srcId="{1BE178ED-DBBC-8142-94FE-2F73607A9B88}" destId="{98EF99E1-1C41-CF4E-BBA9-0E88C3086B27}" srcOrd="0" destOrd="0" presId="urn:microsoft.com/office/officeart/2008/layout/PictureAccentList"/>
    <dgm:cxn modelId="{21D6C6DA-ED77-5E41-9993-FDCFFB748DBF}" type="presParOf" srcId="{98EF99E1-1C41-CF4E-BBA9-0E88C3086B27}" destId="{9AC33A50-5CD8-E34C-A32B-12ED6B1040DE}" srcOrd="0" destOrd="0" presId="urn:microsoft.com/office/officeart/2008/layout/PictureAccentList"/>
    <dgm:cxn modelId="{39956EFB-E9DD-5B43-A40C-0623D281866B}" type="presParOf" srcId="{1BE178ED-DBBC-8142-94FE-2F73607A9B88}" destId="{80DC2465-C7E5-E541-A2BF-A9E94E19A553}" srcOrd="1" destOrd="0" presId="urn:microsoft.com/office/officeart/2008/layout/PictureAccentList"/>
  </dgm:cxnLst>
  <dgm:bg/>
  <dgm:whole/>
  <dgm:extLst>
    <a:ext uri="http://schemas.microsoft.com/office/drawing/2008/diagram">
      <dsp:dataModelExt xmlns:dsp="http://schemas.microsoft.com/office/drawing/2008/diagram" relId="rId33" minVer="http://schemas.openxmlformats.org/drawingml/2006/diagram"/>
    </a:ext>
  </dgm:extLst>
</dgm:dataModel>
</file>

<file path=ppt/diagrams/data148.xml><?xml version="1.0" encoding="utf-8"?>
<dgm:dataModel xmlns:dgm="http://schemas.openxmlformats.org/drawingml/2006/diagram" xmlns:a="http://schemas.openxmlformats.org/drawingml/2006/main">
  <dgm:ptLst>
    <dgm:pt modelId="{E1153F0E-4076-094C-88DD-00338553AB1E}" type="doc">
      <dgm:prSet loTypeId="urn:microsoft.com/office/officeart/2008/layout/PictureAccentList" loCatId="process" qsTypeId="urn:microsoft.com/office/officeart/2005/8/quickstyle/simple1" qsCatId="simple" csTypeId="urn:microsoft.com/office/officeart/2005/8/colors/accent1_2" csCatId="accent1" phldr="1"/>
      <dgm:spPr/>
      <dgm:t>
        <a:bodyPr/>
        <a:lstStyle/>
        <a:p>
          <a:endParaRPr lang="en-US"/>
        </a:p>
      </dgm:t>
    </dgm:pt>
    <dgm:pt modelId="{28498559-3F47-B849-9013-37F3DD3A912A}">
      <dgm:prSet/>
      <dgm:spPr>
        <a:blipFill>
          <a:blip xmlns:r="http://schemas.openxmlformats.org/officeDocument/2006/relationships" r:embed="rId1"/>
          <a:stretch>
            <a:fillRect/>
          </a:stretch>
        </a:blipFill>
      </dgm:spPr>
      <dgm:t>
        <a:bodyPr/>
        <a:lstStyle/>
        <a:p>
          <a:r>
            <a:rPr lang="en-US">
              <a:noFill/>
            </a:rPr>
            <a:t> </a:t>
          </a:r>
        </a:p>
      </dgm:t>
    </dgm:pt>
    <dgm:pt modelId="{A4F4B76C-EDB4-E44C-A82A-897F00B77EFF}" type="parTrans" cxnId="{7325366D-69DF-8A43-AADB-C3747DBC1B22}">
      <dgm:prSet/>
      <dgm:spPr/>
      <dgm:t>
        <a:bodyPr/>
        <a:lstStyle/>
        <a:p>
          <a:endParaRPr lang="en-US"/>
        </a:p>
      </dgm:t>
    </dgm:pt>
    <dgm:pt modelId="{E3526EC9-665D-0141-9596-DB0107AADCAF}" type="sibTrans" cxnId="{7325366D-69DF-8A43-AADB-C3747DBC1B22}">
      <dgm:prSet/>
      <dgm:spPr/>
      <dgm:t>
        <a:bodyPr/>
        <a:lstStyle/>
        <a:p>
          <a:endParaRPr lang="en-US"/>
        </a:p>
      </dgm:t>
    </dgm:pt>
    <dgm:pt modelId="{6A2F80D6-3894-CE42-9120-7E1AE0983A93}" type="pres">
      <dgm:prSet presAssocID="{E1153F0E-4076-094C-88DD-00338553AB1E}" presName="layout" presStyleCnt="0">
        <dgm:presLayoutVars>
          <dgm:chMax/>
          <dgm:chPref/>
          <dgm:dir/>
          <dgm:animOne val="branch"/>
          <dgm:animLvl val="lvl"/>
          <dgm:resizeHandles/>
        </dgm:presLayoutVars>
      </dgm:prSet>
      <dgm:spPr/>
    </dgm:pt>
    <dgm:pt modelId="{1BE178ED-DBBC-8142-94FE-2F73607A9B88}" type="pres">
      <dgm:prSet presAssocID="{28498559-3F47-B849-9013-37F3DD3A912A}" presName="root" presStyleCnt="0">
        <dgm:presLayoutVars>
          <dgm:chMax/>
          <dgm:chPref val="4"/>
        </dgm:presLayoutVars>
      </dgm:prSet>
      <dgm:spPr/>
    </dgm:pt>
    <dgm:pt modelId="{98EF99E1-1C41-CF4E-BBA9-0E88C3086B27}" type="pres">
      <dgm:prSet presAssocID="{28498559-3F47-B849-9013-37F3DD3A912A}" presName="rootComposite" presStyleCnt="0">
        <dgm:presLayoutVars/>
      </dgm:prSet>
      <dgm:spPr/>
    </dgm:pt>
    <dgm:pt modelId="{9AC33A50-5CD8-E34C-A32B-12ED6B1040DE}" type="pres">
      <dgm:prSet presAssocID="{28498559-3F47-B849-9013-37F3DD3A912A}" presName="rootText" presStyleLbl="node0" presStyleIdx="0" presStyleCnt="1">
        <dgm:presLayoutVars>
          <dgm:chMax/>
          <dgm:chPref val="4"/>
        </dgm:presLayoutVars>
      </dgm:prSet>
      <dgm:spPr/>
    </dgm:pt>
    <dgm:pt modelId="{80DC2465-C7E5-E541-A2BF-A9E94E19A553}" type="pres">
      <dgm:prSet presAssocID="{28498559-3F47-B849-9013-37F3DD3A912A}" presName="childShape" presStyleCnt="0">
        <dgm:presLayoutVars>
          <dgm:chMax val="0"/>
          <dgm:chPref val="0"/>
        </dgm:presLayoutVars>
      </dgm:prSet>
      <dgm:spPr/>
    </dgm:pt>
  </dgm:ptLst>
  <dgm:cxnLst>
    <dgm:cxn modelId="{3E528435-D89E-2942-9850-64C37795975D}" type="presOf" srcId="{E1153F0E-4076-094C-88DD-00338553AB1E}" destId="{6A2F80D6-3894-CE42-9120-7E1AE0983A93}" srcOrd="0" destOrd="0" presId="urn:microsoft.com/office/officeart/2008/layout/PictureAccentList"/>
    <dgm:cxn modelId="{0F6BC26C-D602-DC4C-9FBC-28033C88D3E9}" type="presOf" srcId="{28498559-3F47-B849-9013-37F3DD3A912A}" destId="{9AC33A50-5CD8-E34C-A32B-12ED6B1040DE}" srcOrd="0" destOrd="0" presId="urn:microsoft.com/office/officeart/2008/layout/PictureAccentList"/>
    <dgm:cxn modelId="{7325366D-69DF-8A43-AADB-C3747DBC1B22}" srcId="{E1153F0E-4076-094C-88DD-00338553AB1E}" destId="{28498559-3F47-B849-9013-37F3DD3A912A}" srcOrd="0" destOrd="0" parTransId="{A4F4B76C-EDB4-E44C-A82A-897F00B77EFF}" sibTransId="{E3526EC9-665D-0141-9596-DB0107AADCAF}"/>
    <dgm:cxn modelId="{2E77423A-6611-1F47-B37E-F774D6F99758}" type="presParOf" srcId="{6A2F80D6-3894-CE42-9120-7E1AE0983A93}" destId="{1BE178ED-DBBC-8142-94FE-2F73607A9B88}" srcOrd="0" destOrd="0" presId="urn:microsoft.com/office/officeart/2008/layout/PictureAccentList"/>
    <dgm:cxn modelId="{B87F8B2F-31B4-3C43-A8C1-E76B9C27E719}" type="presParOf" srcId="{1BE178ED-DBBC-8142-94FE-2F73607A9B88}" destId="{98EF99E1-1C41-CF4E-BBA9-0E88C3086B27}" srcOrd="0" destOrd="0" presId="urn:microsoft.com/office/officeart/2008/layout/PictureAccentList"/>
    <dgm:cxn modelId="{21D6C6DA-ED77-5E41-9993-FDCFFB748DBF}" type="presParOf" srcId="{98EF99E1-1C41-CF4E-BBA9-0E88C3086B27}" destId="{9AC33A50-5CD8-E34C-A32B-12ED6B1040DE}" srcOrd="0" destOrd="0" presId="urn:microsoft.com/office/officeart/2008/layout/PictureAccentList"/>
    <dgm:cxn modelId="{39956EFB-E9DD-5B43-A40C-0623D281866B}" type="presParOf" srcId="{1BE178ED-DBBC-8142-94FE-2F73607A9B88}" destId="{80DC2465-C7E5-E541-A2BF-A9E94E19A553}" srcOrd="1" destOrd="0" presId="urn:microsoft.com/office/officeart/2008/layout/PictureAccentList"/>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149.xml><?xml version="1.0" encoding="utf-8"?>
<dgm:dataModel xmlns:dgm="http://schemas.openxmlformats.org/drawingml/2006/diagram" xmlns:a="http://schemas.openxmlformats.org/drawingml/2006/main">
  <dgm:ptLst>
    <dgm:pt modelId="{B7D86064-CDE9-7645-A4A7-5E351C27B2E4}"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2E7AD4A5-9847-A54D-BA8A-05E8A9294278}">
      <dgm:prSet/>
      <dgm:spPr/>
      <dgm:t>
        <a:bodyPr/>
        <a:lstStyle/>
        <a:p>
          <a:r>
            <a:rPr lang="en-US" b="0" u="none" dirty="0"/>
            <a:t>CAMEA sample geometry</a:t>
          </a:r>
          <a:endParaRPr lang="en-DK" u="none" dirty="0"/>
        </a:p>
      </dgm:t>
    </dgm:pt>
    <dgm:pt modelId="{15143449-C7EB-A043-9105-3593EC4413DB}" type="parTrans" cxnId="{72EDAE00-5609-0C43-83BE-56664C8BFA18}">
      <dgm:prSet/>
      <dgm:spPr/>
      <dgm:t>
        <a:bodyPr/>
        <a:lstStyle/>
        <a:p>
          <a:endParaRPr lang="en-US"/>
        </a:p>
      </dgm:t>
    </dgm:pt>
    <dgm:pt modelId="{A2CFAAA2-5586-D844-9915-C6F8E8ED8499}" type="sibTrans" cxnId="{72EDAE00-5609-0C43-83BE-56664C8BFA18}">
      <dgm:prSet/>
      <dgm:spPr/>
      <dgm:t>
        <a:bodyPr/>
        <a:lstStyle/>
        <a:p>
          <a:endParaRPr lang="en-US"/>
        </a:p>
      </dgm:t>
    </dgm:pt>
    <dgm:pt modelId="{E4A9CA5E-067A-624F-91E7-50B6E783C074}">
      <dgm:prSet/>
      <dgm:spPr/>
      <dgm:t>
        <a:bodyPr/>
        <a:lstStyle/>
        <a:p>
          <a:r>
            <a:rPr lang="en-US"/>
            <a:t>Type: Hollow cylinder</a:t>
          </a:r>
          <a:endParaRPr lang="en-DK"/>
        </a:p>
      </dgm:t>
    </dgm:pt>
    <dgm:pt modelId="{094D9A6F-868D-4748-A019-5D426C96F80B}" type="parTrans" cxnId="{24D91687-93EE-364C-914F-E9826F5413DA}">
      <dgm:prSet/>
      <dgm:spPr/>
      <dgm:t>
        <a:bodyPr/>
        <a:lstStyle/>
        <a:p>
          <a:endParaRPr lang="en-US"/>
        </a:p>
      </dgm:t>
    </dgm:pt>
    <dgm:pt modelId="{D81A6399-B58E-E240-9D6E-D7E64B4E6785}" type="sibTrans" cxnId="{24D91687-93EE-364C-914F-E9826F5413DA}">
      <dgm:prSet/>
      <dgm:spPr/>
      <dgm:t>
        <a:bodyPr/>
        <a:lstStyle/>
        <a:p>
          <a:endParaRPr lang="en-US"/>
        </a:p>
      </dgm:t>
    </dgm:pt>
    <dgm:pt modelId="{A6BF5128-2686-F64C-B33C-186252EC9700}">
      <dgm:prSet/>
      <dgm:spPr/>
      <dgm:t>
        <a:bodyPr/>
        <a:lstStyle/>
        <a:p>
          <a:r>
            <a:rPr lang="en-US"/>
            <a:t>Radius: 10mm</a:t>
          </a:r>
          <a:endParaRPr lang="en-DK"/>
        </a:p>
      </dgm:t>
    </dgm:pt>
    <dgm:pt modelId="{BA71BE72-E350-A04D-AC14-E8DFE7E53BE2}" type="parTrans" cxnId="{D73A17BA-4747-0349-93CE-2649AAF5599A}">
      <dgm:prSet/>
      <dgm:spPr/>
      <dgm:t>
        <a:bodyPr/>
        <a:lstStyle/>
        <a:p>
          <a:endParaRPr lang="en-US"/>
        </a:p>
      </dgm:t>
    </dgm:pt>
    <dgm:pt modelId="{87F9BF83-3806-E642-B190-0F062CBC5A59}" type="sibTrans" cxnId="{D73A17BA-4747-0349-93CE-2649AAF5599A}">
      <dgm:prSet/>
      <dgm:spPr/>
      <dgm:t>
        <a:bodyPr/>
        <a:lstStyle/>
        <a:p>
          <a:endParaRPr lang="en-US"/>
        </a:p>
      </dgm:t>
    </dgm:pt>
    <dgm:pt modelId="{0ED91016-C201-134A-BC48-E5F9E906F6BC}">
      <dgm:prSet/>
      <dgm:spPr/>
      <dgm:t>
        <a:bodyPr/>
        <a:lstStyle/>
        <a:p>
          <a:r>
            <a:rPr lang="en-US" b="0"/>
            <a:t>Height: 10mm</a:t>
          </a:r>
          <a:endParaRPr lang="en-DK"/>
        </a:p>
      </dgm:t>
    </dgm:pt>
    <dgm:pt modelId="{7C0D256B-C628-3548-AA00-28AC948A5FBB}" type="parTrans" cxnId="{1BE386D4-3142-7247-BACA-F219E471EA6D}">
      <dgm:prSet/>
      <dgm:spPr/>
      <dgm:t>
        <a:bodyPr/>
        <a:lstStyle/>
        <a:p>
          <a:endParaRPr lang="en-US"/>
        </a:p>
      </dgm:t>
    </dgm:pt>
    <dgm:pt modelId="{5EADA6FD-8FEA-1046-ABA8-1A84B0330E13}" type="sibTrans" cxnId="{1BE386D4-3142-7247-BACA-F219E471EA6D}">
      <dgm:prSet/>
      <dgm:spPr/>
      <dgm:t>
        <a:bodyPr/>
        <a:lstStyle/>
        <a:p>
          <a:endParaRPr lang="en-US"/>
        </a:p>
      </dgm:t>
    </dgm:pt>
    <dgm:pt modelId="{FCADCF29-7372-824F-B406-E333D2534AC3}">
      <dgm:prSet/>
      <dgm:spPr/>
      <dgm:t>
        <a:bodyPr/>
        <a:lstStyle/>
        <a:p>
          <a:r>
            <a:rPr lang="en-US"/>
            <a:t>Wall thickness: 2.6mm</a:t>
          </a:r>
          <a:endParaRPr lang="en-DK"/>
        </a:p>
      </dgm:t>
    </dgm:pt>
    <dgm:pt modelId="{FBFB9E47-2F66-0842-A99A-294579884D8B}" type="parTrans" cxnId="{F0B2DBE5-05D1-BE4D-A8FC-D30B961160D7}">
      <dgm:prSet/>
      <dgm:spPr/>
      <dgm:t>
        <a:bodyPr/>
        <a:lstStyle/>
        <a:p>
          <a:endParaRPr lang="en-US"/>
        </a:p>
      </dgm:t>
    </dgm:pt>
    <dgm:pt modelId="{BFCAF4D6-89CC-7949-A316-40167960D82D}" type="sibTrans" cxnId="{F0B2DBE5-05D1-BE4D-A8FC-D30B961160D7}">
      <dgm:prSet/>
      <dgm:spPr/>
      <dgm:t>
        <a:bodyPr/>
        <a:lstStyle/>
        <a:p>
          <a:endParaRPr lang="en-US"/>
        </a:p>
      </dgm:t>
    </dgm:pt>
    <dgm:pt modelId="{08E9C299-3B7F-6A41-9B7A-99D291D8E5FE}" type="pres">
      <dgm:prSet presAssocID="{B7D86064-CDE9-7645-A4A7-5E351C27B2E4}" presName="linear" presStyleCnt="0">
        <dgm:presLayoutVars>
          <dgm:animLvl val="lvl"/>
          <dgm:resizeHandles val="exact"/>
        </dgm:presLayoutVars>
      </dgm:prSet>
      <dgm:spPr/>
    </dgm:pt>
    <dgm:pt modelId="{9F00AFA4-F087-2C4D-86DC-6C92A6A15D9D}" type="pres">
      <dgm:prSet presAssocID="{2E7AD4A5-9847-A54D-BA8A-05E8A9294278}" presName="parentText" presStyleLbl="node1" presStyleIdx="0" presStyleCnt="1">
        <dgm:presLayoutVars>
          <dgm:chMax val="0"/>
          <dgm:bulletEnabled val="1"/>
        </dgm:presLayoutVars>
      </dgm:prSet>
      <dgm:spPr/>
    </dgm:pt>
    <dgm:pt modelId="{CE52E24D-9365-8D42-8DA7-D8B43C237252}" type="pres">
      <dgm:prSet presAssocID="{2E7AD4A5-9847-A54D-BA8A-05E8A9294278}" presName="childText" presStyleLbl="revTx" presStyleIdx="0" presStyleCnt="1">
        <dgm:presLayoutVars>
          <dgm:bulletEnabled val="1"/>
        </dgm:presLayoutVars>
      </dgm:prSet>
      <dgm:spPr/>
    </dgm:pt>
  </dgm:ptLst>
  <dgm:cxnLst>
    <dgm:cxn modelId="{72EDAE00-5609-0C43-83BE-56664C8BFA18}" srcId="{B7D86064-CDE9-7645-A4A7-5E351C27B2E4}" destId="{2E7AD4A5-9847-A54D-BA8A-05E8A9294278}" srcOrd="0" destOrd="0" parTransId="{15143449-C7EB-A043-9105-3593EC4413DB}" sibTransId="{A2CFAAA2-5586-D844-9915-C6F8E8ED8499}"/>
    <dgm:cxn modelId="{671EA708-19B6-1F48-B470-1570585458AC}" type="presOf" srcId="{E4A9CA5E-067A-624F-91E7-50B6E783C074}" destId="{CE52E24D-9365-8D42-8DA7-D8B43C237252}" srcOrd="0" destOrd="0" presId="urn:microsoft.com/office/officeart/2005/8/layout/vList2"/>
    <dgm:cxn modelId="{388B7C12-977D-4C4E-8FE9-7F3628C68153}" type="presOf" srcId="{2E7AD4A5-9847-A54D-BA8A-05E8A9294278}" destId="{9F00AFA4-F087-2C4D-86DC-6C92A6A15D9D}" srcOrd="0" destOrd="0" presId="urn:microsoft.com/office/officeart/2005/8/layout/vList2"/>
    <dgm:cxn modelId="{5FF41C19-E53D-F74B-9765-EEF6FB97E9B6}" type="presOf" srcId="{A6BF5128-2686-F64C-B33C-186252EC9700}" destId="{CE52E24D-9365-8D42-8DA7-D8B43C237252}" srcOrd="0" destOrd="1" presId="urn:microsoft.com/office/officeart/2005/8/layout/vList2"/>
    <dgm:cxn modelId="{FB86024D-C6AE-554A-A95A-F08393E0991C}" type="presOf" srcId="{0ED91016-C201-134A-BC48-E5F9E906F6BC}" destId="{CE52E24D-9365-8D42-8DA7-D8B43C237252}" srcOrd="0" destOrd="2" presId="urn:microsoft.com/office/officeart/2005/8/layout/vList2"/>
    <dgm:cxn modelId="{13707760-0568-DF44-AAA7-895EF56F6E9D}" type="presOf" srcId="{FCADCF29-7372-824F-B406-E333D2534AC3}" destId="{CE52E24D-9365-8D42-8DA7-D8B43C237252}" srcOrd="0" destOrd="3" presId="urn:microsoft.com/office/officeart/2005/8/layout/vList2"/>
    <dgm:cxn modelId="{24D91687-93EE-364C-914F-E9826F5413DA}" srcId="{2E7AD4A5-9847-A54D-BA8A-05E8A9294278}" destId="{E4A9CA5E-067A-624F-91E7-50B6E783C074}" srcOrd="0" destOrd="0" parTransId="{094D9A6F-868D-4748-A019-5D426C96F80B}" sibTransId="{D81A6399-B58E-E240-9D6E-D7E64B4E6785}"/>
    <dgm:cxn modelId="{7C76A8AB-4B51-3D40-A971-DDCA16F291C5}" type="presOf" srcId="{B7D86064-CDE9-7645-A4A7-5E351C27B2E4}" destId="{08E9C299-3B7F-6A41-9B7A-99D291D8E5FE}" srcOrd="0" destOrd="0" presId="urn:microsoft.com/office/officeart/2005/8/layout/vList2"/>
    <dgm:cxn modelId="{D73A17BA-4747-0349-93CE-2649AAF5599A}" srcId="{2E7AD4A5-9847-A54D-BA8A-05E8A9294278}" destId="{A6BF5128-2686-F64C-B33C-186252EC9700}" srcOrd="1" destOrd="0" parTransId="{BA71BE72-E350-A04D-AC14-E8DFE7E53BE2}" sibTransId="{87F9BF83-3806-E642-B190-0F062CBC5A59}"/>
    <dgm:cxn modelId="{1BE386D4-3142-7247-BACA-F219E471EA6D}" srcId="{2E7AD4A5-9847-A54D-BA8A-05E8A9294278}" destId="{0ED91016-C201-134A-BC48-E5F9E906F6BC}" srcOrd="2" destOrd="0" parTransId="{7C0D256B-C628-3548-AA00-28AC948A5FBB}" sibTransId="{5EADA6FD-8FEA-1046-ABA8-1A84B0330E13}"/>
    <dgm:cxn modelId="{F0B2DBE5-05D1-BE4D-A8FC-D30B961160D7}" srcId="{2E7AD4A5-9847-A54D-BA8A-05E8A9294278}" destId="{FCADCF29-7372-824F-B406-E333D2534AC3}" srcOrd="3" destOrd="0" parTransId="{FBFB9E47-2F66-0842-A99A-294579884D8B}" sibTransId="{BFCAF4D6-89CC-7949-A316-40167960D82D}"/>
    <dgm:cxn modelId="{80B94CAF-3495-1C4A-8BFC-6B7FF76991C0}" type="presParOf" srcId="{08E9C299-3B7F-6A41-9B7A-99D291D8E5FE}" destId="{9F00AFA4-F087-2C4D-86DC-6C92A6A15D9D}" srcOrd="0" destOrd="0" presId="urn:microsoft.com/office/officeart/2005/8/layout/vList2"/>
    <dgm:cxn modelId="{9CD8405C-4B59-5641-B84A-2D4584D34AF9}" type="presParOf" srcId="{08E9C299-3B7F-6A41-9B7A-99D291D8E5FE}" destId="{CE52E24D-9365-8D42-8DA7-D8B43C237252}"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0.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a:solidFill>
          <a:schemeClr val="accent1">
            <a:lumMod val="60000"/>
            <a:lumOff val="40000"/>
          </a:schemeClr>
        </a:solidFill>
        <a:ln>
          <a:solidFill>
            <a:schemeClr val="tx1"/>
          </a:solidFill>
        </a:ln>
      </dgm:spPr>
      <dgm:t>
        <a:bodyPr/>
        <a:lstStyle/>
        <a:p>
          <a:r>
            <a:rPr lang="en-US" dirty="0">
              <a:solidFill>
                <a:schemeClr val="tx1"/>
              </a:solidFill>
            </a:rPr>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51.xml><?xml version="1.0" encoding="utf-8"?>
<dgm:dataModel xmlns:dgm="http://schemas.openxmlformats.org/drawingml/2006/diagram" xmlns:a="http://schemas.openxmlformats.org/drawingml/2006/main">
  <dgm:ptLst>
    <dgm:pt modelId="{B7D86064-CDE9-7645-A4A7-5E351C27B2E4}"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2E7AD4A5-9847-A54D-BA8A-05E8A9294278}">
      <dgm:prSet/>
      <dgm:spPr/>
      <dgm:t>
        <a:bodyPr/>
        <a:lstStyle/>
        <a:p>
          <a:r>
            <a:rPr lang="en-US" b="0" u="none" dirty="0"/>
            <a:t>CAMEA sample geometry</a:t>
          </a:r>
          <a:endParaRPr lang="en-DK" u="none" dirty="0"/>
        </a:p>
      </dgm:t>
    </dgm:pt>
    <dgm:pt modelId="{15143449-C7EB-A043-9105-3593EC4413DB}" type="parTrans" cxnId="{72EDAE00-5609-0C43-83BE-56664C8BFA18}">
      <dgm:prSet/>
      <dgm:spPr/>
      <dgm:t>
        <a:bodyPr/>
        <a:lstStyle/>
        <a:p>
          <a:endParaRPr lang="en-US"/>
        </a:p>
      </dgm:t>
    </dgm:pt>
    <dgm:pt modelId="{A2CFAAA2-5586-D844-9915-C6F8E8ED8499}" type="sibTrans" cxnId="{72EDAE00-5609-0C43-83BE-56664C8BFA18}">
      <dgm:prSet/>
      <dgm:spPr/>
      <dgm:t>
        <a:bodyPr/>
        <a:lstStyle/>
        <a:p>
          <a:endParaRPr lang="en-US"/>
        </a:p>
      </dgm:t>
    </dgm:pt>
    <dgm:pt modelId="{E4A9CA5E-067A-624F-91E7-50B6E783C074}">
      <dgm:prSet/>
      <dgm:spPr/>
      <dgm:t>
        <a:bodyPr/>
        <a:lstStyle/>
        <a:p>
          <a:r>
            <a:rPr lang="en-US"/>
            <a:t>Type: Hollow cylinder</a:t>
          </a:r>
          <a:endParaRPr lang="en-DK"/>
        </a:p>
      </dgm:t>
    </dgm:pt>
    <dgm:pt modelId="{094D9A6F-868D-4748-A019-5D426C96F80B}" type="parTrans" cxnId="{24D91687-93EE-364C-914F-E9826F5413DA}">
      <dgm:prSet/>
      <dgm:spPr/>
      <dgm:t>
        <a:bodyPr/>
        <a:lstStyle/>
        <a:p>
          <a:endParaRPr lang="en-US"/>
        </a:p>
      </dgm:t>
    </dgm:pt>
    <dgm:pt modelId="{D81A6399-B58E-E240-9D6E-D7E64B4E6785}" type="sibTrans" cxnId="{24D91687-93EE-364C-914F-E9826F5413DA}">
      <dgm:prSet/>
      <dgm:spPr/>
      <dgm:t>
        <a:bodyPr/>
        <a:lstStyle/>
        <a:p>
          <a:endParaRPr lang="en-US"/>
        </a:p>
      </dgm:t>
    </dgm:pt>
    <dgm:pt modelId="{A6BF5128-2686-F64C-B33C-186252EC9700}">
      <dgm:prSet/>
      <dgm:spPr/>
      <dgm:t>
        <a:bodyPr/>
        <a:lstStyle/>
        <a:p>
          <a:r>
            <a:rPr lang="en-US"/>
            <a:t>Radius: 10mm</a:t>
          </a:r>
          <a:endParaRPr lang="en-DK"/>
        </a:p>
      </dgm:t>
    </dgm:pt>
    <dgm:pt modelId="{BA71BE72-E350-A04D-AC14-E8DFE7E53BE2}" type="parTrans" cxnId="{D73A17BA-4747-0349-93CE-2649AAF5599A}">
      <dgm:prSet/>
      <dgm:spPr/>
      <dgm:t>
        <a:bodyPr/>
        <a:lstStyle/>
        <a:p>
          <a:endParaRPr lang="en-US"/>
        </a:p>
      </dgm:t>
    </dgm:pt>
    <dgm:pt modelId="{87F9BF83-3806-E642-B190-0F062CBC5A59}" type="sibTrans" cxnId="{D73A17BA-4747-0349-93CE-2649AAF5599A}">
      <dgm:prSet/>
      <dgm:spPr/>
      <dgm:t>
        <a:bodyPr/>
        <a:lstStyle/>
        <a:p>
          <a:endParaRPr lang="en-US"/>
        </a:p>
      </dgm:t>
    </dgm:pt>
    <dgm:pt modelId="{0ED91016-C201-134A-BC48-E5F9E906F6BC}">
      <dgm:prSet/>
      <dgm:spPr/>
      <dgm:t>
        <a:bodyPr/>
        <a:lstStyle/>
        <a:p>
          <a:r>
            <a:rPr lang="en-US" b="0"/>
            <a:t>Height: 10mm</a:t>
          </a:r>
          <a:endParaRPr lang="en-DK"/>
        </a:p>
      </dgm:t>
    </dgm:pt>
    <dgm:pt modelId="{7C0D256B-C628-3548-AA00-28AC948A5FBB}" type="parTrans" cxnId="{1BE386D4-3142-7247-BACA-F219E471EA6D}">
      <dgm:prSet/>
      <dgm:spPr/>
      <dgm:t>
        <a:bodyPr/>
        <a:lstStyle/>
        <a:p>
          <a:endParaRPr lang="en-US"/>
        </a:p>
      </dgm:t>
    </dgm:pt>
    <dgm:pt modelId="{5EADA6FD-8FEA-1046-ABA8-1A84B0330E13}" type="sibTrans" cxnId="{1BE386D4-3142-7247-BACA-F219E471EA6D}">
      <dgm:prSet/>
      <dgm:spPr/>
      <dgm:t>
        <a:bodyPr/>
        <a:lstStyle/>
        <a:p>
          <a:endParaRPr lang="en-US"/>
        </a:p>
      </dgm:t>
    </dgm:pt>
    <dgm:pt modelId="{FCADCF29-7372-824F-B406-E333D2534AC3}">
      <dgm:prSet/>
      <dgm:spPr/>
      <dgm:t>
        <a:bodyPr/>
        <a:lstStyle/>
        <a:p>
          <a:r>
            <a:rPr lang="en-US"/>
            <a:t>Wall thickness: 2.6mm</a:t>
          </a:r>
          <a:endParaRPr lang="en-DK"/>
        </a:p>
      </dgm:t>
    </dgm:pt>
    <dgm:pt modelId="{FBFB9E47-2F66-0842-A99A-294579884D8B}" type="parTrans" cxnId="{F0B2DBE5-05D1-BE4D-A8FC-D30B961160D7}">
      <dgm:prSet/>
      <dgm:spPr/>
      <dgm:t>
        <a:bodyPr/>
        <a:lstStyle/>
        <a:p>
          <a:endParaRPr lang="en-US"/>
        </a:p>
      </dgm:t>
    </dgm:pt>
    <dgm:pt modelId="{BFCAF4D6-89CC-7949-A316-40167960D82D}" type="sibTrans" cxnId="{F0B2DBE5-05D1-BE4D-A8FC-D30B961160D7}">
      <dgm:prSet/>
      <dgm:spPr/>
      <dgm:t>
        <a:bodyPr/>
        <a:lstStyle/>
        <a:p>
          <a:endParaRPr lang="en-US"/>
        </a:p>
      </dgm:t>
    </dgm:pt>
    <dgm:pt modelId="{08E9C299-3B7F-6A41-9B7A-99D291D8E5FE}" type="pres">
      <dgm:prSet presAssocID="{B7D86064-CDE9-7645-A4A7-5E351C27B2E4}" presName="linear" presStyleCnt="0">
        <dgm:presLayoutVars>
          <dgm:animLvl val="lvl"/>
          <dgm:resizeHandles val="exact"/>
        </dgm:presLayoutVars>
      </dgm:prSet>
      <dgm:spPr/>
    </dgm:pt>
    <dgm:pt modelId="{9F00AFA4-F087-2C4D-86DC-6C92A6A15D9D}" type="pres">
      <dgm:prSet presAssocID="{2E7AD4A5-9847-A54D-BA8A-05E8A9294278}" presName="parentText" presStyleLbl="node1" presStyleIdx="0" presStyleCnt="1">
        <dgm:presLayoutVars>
          <dgm:chMax val="0"/>
          <dgm:bulletEnabled val="1"/>
        </dgm:presLayoutVars>
      </dgm:prSet>
      <dgm:spPr/>
    </dgm:pt>
    <dgm:pt modelId="{CE52E24D-9365-8D42-8DA7-D8B43C237252}" type="pres">
      <dgm:prSet presAssocID="{2E7AD4A5-9847-A54D-BA8A-05E8A9294278}" presName="childText" presStyleLbl="revTx" presStyleIdx="0" presStyleCnt="1">
        <dgm:presLayoutVars>
          <dgm:bulletEnabled val="1"/>
        </dgm:presLayoutVars>
      </dgm:prSet>
      <dgm:spPr/>
    </dgm:pt>
  </dgm:ptLst>
  <dgm:cxnLst>
    <dgm:cxn modelId="{72EDAE00-5609-0C43-83BE-56664C8BFA18}" srcId="{B7D86064-CDE9-7645-A4A7-5E351C27B2E4}" destId="{2E7AD4A5-9847-A54D-BA8A-05E8A9294278}" srcOrd="0" destOrd="0" parTransId="{15143449-C7EB-A043-9105-3593EC4413DB}" sibTransId="{A2CFAAA2-5586-D844-9915-C6F8E8ED8499}"/>
    <dgm:cxn modelId="{671EA708-19B6-1F48-B470-1570585458AC}" type="presOf" srcId="{E4A9CA5E-067A-624F-91E7-50B6E783C074}" destId="{CE52E24D-9365-8D42-8DA7-D8B43C237252}" srcOrd="0" destOrd="0" presId="urn:microsoft.com/office/officeart/2005/8/layout/vList2"/>
    <dgm:cxn modelId="{388B7C12-977D-4C4E-8FE9-7F3628C68153}" type="presOf" srcId="{2E7AD4A5-9847-A54D-BA8A-05E8A9294278}" destId="{9F00AFA4-F087-2C4D-86DC-6C92A6A15D9D}" srcOrd="0" destOrd="0" presId="urn:microsoft.com/office/officeart/2005/8/layout/vList2"/>
    <dgm:cxn modelId="{5FF41C19-E53D-F74B-9765-EEF6FB97E9B6}" type="presOf" srcId="{A6BF5128-2686-F64C-B33C-186252EC9700}" destId="{CE52E24D-9365-8D42-8DA7-D8B43C237252}" srcOrd="0" destOrd="1" presId="urn:microsoft.com/office/officeart/2005/8/layout/vList2"/>
    <dgm:cxn modelId="{FB86024D-C6AE-554A-A95A-F08393E0991C}" type="presOf" srcId="{0ED91016-C201-134A-BC48-E5F9E906F6BC}" destId="{CE52E24D-9365-8D42-8DA7-D8B43C237252}" srcOrd="0" destOrd="2" presId="urn:microsoft.com/office/officeart/2005/8/layout/vList2"/>
    <dgm:cxn modelId="{13707760-0568-DF44-AAA7-895EF56F6E9D}" type="presOf" srcId="{FCADCF29-7372-824F-B406-E333D2534AC3}" destId="{CE52E24D-9365-8D42-8DA7-D8B43C237252}" srcOrd="0" destOrd="3" presId="urn:microsoft.com/office/officeart/2005/8/layout/vList2"/>
    <dgm:cxn modelId="{24D91687-93EE-364C-914F-E9826F5413DA}" srcId="{2E7AD4A5-9847-A54D-BA8A-05E8A9294278}" destId="{E4A9CA5E-067A-624F-91E7-50B6E783C074}" srcOrd="0" destOrd="0" parTransId="{094D9A6F-868D-4748-A019-5D426C96F80B}" sibTransId="{D81A6399-B58E-E240-9D6E-D7E64B4E6785}"/>
    <dgm:cxn modelId="{7C76A8AB-4B51-3D40-A971-DDCA16F291C5}" type="presOf" srcId="{B7D86064-CDE9-7645-A4A7-5E351C27B2E4}" destId="{08E9C299-3B7F-6A41-9B7A-99D291D8E5FE}" srcOrd="0" destOrd="0" presId="urn:microsoft.com/office/officeart/2005/8/layout/vList2"/>
    <dgm:cxn modelId="{D73A17BA-4747-0349-93CE-2649AAF5599A}" srcId="{2E7AD4A5-9847-A54D-BA8A-05E8A9294278}" destId="{A6BF5128-2686-F64C-B33C-186252EC9700}" srcOrd="1" destOrd="0" parTransId="{BA71BE72-E350-A04D-AC14-E8DFE7E53BE2}" sibTransId="{87F9BF83-3806-E642-B190-0F062CBC5A59}"/>
    <dgm:cxn modelId="{1BE386D4-3142-7247-BACA-F219E471EA6D}" srcId="{2E7AD4A5-9847-A54D-BA8A-05E8A9294278}" destId="{0ED91016-C201-134A-BC48-E5F9E906F6BC}" srcOrd="2" destOrd="0" parTransId="{7C0D256B-C628-3548-AA00-28AC948A5FBB}" sibTransId="{5EADA6FD-8FEA-1046-ABA8-1A84B0330E13}"/>
    <dgm:cxn modelId="{F0B2DBE5-05D1-BE4D-A8FC-D30B961160D7}" srcId="{2E7AD4A5-9847-A54D-BA8A-05E8A9294278}" destId="{FCADCF29-7372-824F-B406-E333D2534AC3}" srcOrd="3" destOrd="0" parTransId="{FBFB9E47-2F66-0842-A99A-294579884D8B}" sibTransId="{BFCAF4D6-89CC-7949-A316-40167960D82D}"/>
    <dgm:cxn modelId="{80B94CAF-3495-1C4A-8BFC-6B7FF76991C0}" type="presParOf" srcId="{08E9C299-3B7F-6A41-9B7A-99D291D8E5FE}" destId="{9F00AFA4-F087-2C4D-86DC-6C92A6A15D9D}" srcOrd="0" destOrd="0" presId="urn:microsoft.com/office/officeart/2005/8/layout/vList2"/>
    <dgm:cxn modelId="{9CD8405C-4B59-5641-B84A-2D4584D34AF9}" type="presParOf" srcId="{08E9C299-3B7F-6A41-9B7A-99D291D8E5FE}" destId="{CE52E24D-9365-8D42-8DA7-D8B43C237252}"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2.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a:solidFill>
          <a:schemeClr val="accent1">
            <a:lumMod val="60000"/>
            <a:lumOff val="40000"/>
          </a:schemeClr>
        </a:solidFill>
        <a:ln>
          <a:solidFill>
            <a:schemeClr val="tx1"/>
          </a:solidFill>
        </a:ln>
      </dgm:spPr>
      <dgm:t>
        <a:bodyPr/>
        <a:lstStyle/>
        <a:p>
          <a:r>
            <a:rPr lang="en-US" dirty="0">
              <a:solidFill>
                <a:schemeClr val="tx1"/>
              </a:solidFill>
            </a:rPr>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53.xml><?xml version="1.0" encoding="utf-8"?>
<dgm:dataModel xmlns:dgm="http://schemas.openxmlformats.org/drawingml/2006/diagram" xmlns:a="http://schemas.openxmlformats.org/drawingml/2006/main">
  <dgm:ptLst>
    <dgm:pt modelId="{B7D86064-CDE9-7645-A4A7-5E351C27B2E4}"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2E7AD4A5-9847-A54D-BA8A-05E8A9294278}">
      <dgm:prSet/>
      <dgm:spPr/>
      <dgm:t>
        <a:bodyPr/>
        <a:lstStyle/>
        <a:p>
          <a:r>
            <a:rPr lang="en-US" b="0" u="none" dirty="0"/>
            <a:t>CAMEA sample geometry</a:t>
          </a:r>
          <a:endParaRPr lang="en-DK" u="none" dirty="0"/>
        </a:p>
      </dgm:t>
    </dgm:pt>
    <dgm:pt modelId="{15143449-C7EB-A043-9105-3593EC4413DB}" type="parTrans" cxnId="{72EDAE00-5609-0C43-83BE-56664C8BFA18}">
      <dgm:prSet/>
      <dgm:spPr/>
      <dgm:t>
        <a:bodyPr/>
        <a:lstStyle/>
        <a:p>
          <a:endParaRPr lang="en-US"/>
        </a:p>
      </dgm:t>
    </dgm:pt>
    <dgm:pt modelId="{A2CFAAA2-5586-D844-9915-C6F8E8ED8499}" type="sibTrans" cxnId="{72EDAE00-5609-0C43-83BE-56664C8BFA18}">
      <dgm:prSet/>
      <dgm:spPr/>
      <dgm:t>
        <a:bodyPr/>
        <a:lstStyle/>
        <a:p>
          <a:endParaRPr lang="en-US"/>
        </a:p>
      </dgm:t>
    </dgm:pt>
    <dgm:pt modelId="{E4A9CA5E-067A-624F-91E7-50B6E783C074}">
      <dgm:prSet/>
      <dgm:spPr/>
      <dgm:t>
        <a:bodyPr/>
        <a:lstStyle/>
        <a:p>
          <a:r>
            <a:rPr lang="en-US"/>
            <a:t>Type: Hollow cylinder</a:t>
          </a:r>
          <a:endParaRPr lang="en-DK"/>
        </a:p>
      </dgm:t>
    </dgm:pt>
    <dgm:pt modelId="{094D9A6F-868D-4748-A019-5D426C96F80B}" type="parTrans" cxnId="{24D91687-93EE-364C-914F-E9826F5413DA}">
      <dgm:prSet/>
      <dgm:spPr/>
      <dgm:t>
        <a:bodyPr/>
        <a:lstStyle/>
        <a:p>
          <a:endParaRPr lang="en-US"/>
        </a:p>
      </dgm:t>
    </dgm:pt>
    <dgm:pt modelId="{D81A6399-B58E-E240-9D6E-D7E64B4E6785}" type="sibTrans" cxnId="{24D91687-93EE-364C-914F-E9826F5413DA}">
      <dgm:prSet/>
      <dgm:spPr/>
      <dgm:t>
        <a:bodyPr/>
        <a:lstStyle/>
        <a:p>
          <a:endParaRPr lang="en-US"/>
        </a:p>
      </dgm:t>
    </dgm:pt>
    <dgm:pt modelId="{A6BF5128-2686-F64C-B33C-186252EC9700}">
      <dgm:prSet/>
      <dgm:spPr/>
      <dgm:t>
        <a:bodyPr/>
        <a:lstStyle/>
        <a:p>
          <a:r>
            <a:rPr lang="en-US"/>
            <a:t>Radius: 10mm</a:t>
          </a:r>
          <a:endParaRPr lang="en-DK"/>
        </a:p>
      </dgm:t>
    </dgm:pt>
    <dgm:pt modelId="{BA71BE72-E350-A04D-AC14-E8DFE7E53BE2}" type="parTrans" cxnId="{D73A17BA-4747-0349-93CE-2649AAF5599A}">
      <dgm:prSet/>
      <dgm:spPr/>
      <dgm:t>
        <a:bodyPr/>
        <a:lstStyle/>
        <a:p>
          <a:endParaRPr lang="en-US"/>
        </a:p>
      </dgm:t>
    </dgm:pt>
    <dgm:pt modelId="{87F9BF83-3806-E642-B190-0F062CBC5A59}" type="sibTrans" cxnId="{D73A17BA-4747-0349-93CE-2649AAF5599A}">
      <dgm:prSet/>
      <dgm:spPr/>
      <dgm:t>
        <a:bodyPr/>
        <a:lstStyle/>
        <a:p>
          <a:endParaRPr lang="en-US"/>
        </a:p>
      </dgm:t>
    </dgm:pt>
    <dgm:pt modelId="{0ED91016-C201-134A-BC48-E5F9E906F6BC}">
      <dgm:prSet/>
      <dgm:spPr/>
      <dgm:t>
        <a:bodyPr/>
        <a:lstStyle/>
        <a:p>
          <a:r>
            <a:rPr lang="en-US" b="0"/>
            <a:t>Height: 10mm</a:t>
          </a:r>
          <a:endParaRPr lang="en-DK"/>
        </a:p>
      </dgm:t>
    </dgm:pt>
    <dgm:pt modelId="{7C0D256B-C628-3548-AA00-28AC948A5FBB}" type="parTrans" cxnId="{1BE386D4-3142-7247-BACA-F219E471EA6D}">
      <dgm:prSet/>
      <dgm:spPr/>
      <dgm:t>
        <a:bodyPr/>
        <a:lstStyle/>
        <a:p>
          <a:endParaRPr lang="en-US"/>
        </a:p>
      </dgm:t>
    </dgm:pt>
    <dgm:pt modelId="{5EADA6FD-8FEA-1046-ABA8-1A84B0330E13}" type="sibTrans" cxnId="{1BE386D4-3142-7247-BACA-F219E471EA6D}">
      <dgm:prSet/>
      <dgm:spPr/>
      <dgm:t>
        <a:bodyPr/>
        <a:lstStyle/>
        <a:p>
          <a:endParaRPr lang="en-US"/>
        </a:p>
      </dgm:t>
    </dgm:pt>
    <dgm:pt modelId="{FCADCF29-7372-824F-B406-E333D2534AC3}">
      <dgm:prSet/>
      <dgm:spPr/>
      <dgm:t>
        <a:bodyPr/>
        <a:lstStyle/>
        <a:p>
          <a:r>
            <a:rPr lang="en-US"/>
            <a:t>Wall thickness: 2.6mm</a:t>
          </a:r>
          <a:endParaRPr lang="en-DK"/>
        </a:p>
      </dgm:t>
    </dgm:pt>
    <dgm:pt modelId="{FBFB9E47-2F66-0842-A99A-294579884D8B}" type="parTrans" cxnId="{F0B2DBE5-05D1-BE4D-A8FC-D30B961160D7}">
      <dgm:prSet/>
      <dgm:spPr/>
      <dgm:t>
        <a:bodyPr/>
        <a:lstStyle/>
        <a:p>
          <a:endParaRPr lang="en-US"/>
        </a:p>
      </dgm:t>
    </dgm:pt>
    <dgm:pt modelId="{BFCAF4D6-89CC-7949-A316-40167960D82D}" type="sibTrans" cxnId="{F0B2DBE5-05D1-BE4D-A8FC-D30B961160D7}">
      <dgm:prSet/>
      <dgm:spPr/>
      <dgm:t>
        <a:bodyPr/>
        <a:lstStyle/>
        <a:p>
          <a:endParaRPr lang="en-US"/>
        </a:p>
      </dgm:t>
    </dgm:pt>
    <dgm:pt modelId="{E2678F3A-659D-5A43-8538-6B54A5F8AF0F}">
      <dgm:prSet/>
      <dgm:spPr/>
      <dgm:t>
        <a:bodyPr/>
        <a:lstStyle/>
        <a:p>
          <a:r>
            <a:rPr lang="en-US" u="none" dirty="0"/>
            <a:t>CAMEA simulation values</a:t>
          </a:r>
          <a:endParaRPr lang="en-DK" u="none" dirty="0"/>
        </a:p>
      </dgm:t>
    </dgm:pt>
    <dgm:pt modelId="{EEB3DFA8-077A-5C41-984C-90BB401BA579}" type="parTrans" cxnId="{931425B9-B39C-CB4C-AC20-FC41DA6D69BE}">
      <dgm:prSet/>
      <dgm:spPr/>
      <dgm:t>
        <a:bodyPr/>
        <a:lstStyle/>
        <a:p>
          <a:endParaRPr lang="en-US"/>
        </a:p>
      </dgm:t>
    </dgm:pt>
    <dgm:pt modelId="{7B6886BF-CBE0-334B-8FA2-2C3B4B0E6820}" type="sibTrans" cxnId="{931425B9-B39C-CB4C-AC20-FC41DA6D69BE}">
      <dgm:prSet/>
      <dgm:spPr/>
      <dgm:t>
        <a:bodyPr/>
        <a:lstStyle/>
        <a:p>
          <a:endParaRPr lang="en-US"/>
        </a:p>
      </dgm:t>
    </dgm:pt>
    <mc:AlternateContent xmlns:mc="http://schemas.openxmlformats.org/markup-compatibility/2006">
      <mc:Choice xmlns:a14="http://schemas.microsoft.com/office/drawing/2010/main" Requires="a14">
        <dgm:pt modelId="{4444E2BF-5EB7-7044-BA5E-5A6FA5E03AAB}">
          <dgm:prSet/>
          <dgm:spPr/>
          <dgm:t>
            <a:bodyPr/>
            <a:lstStyle/>
            <a:p>
              <a:pPr/>
              <a14:m>
                <m:oMathPara xmlns:m="http://schemas.openxmlformats.org/officeDocument/2006/math">
                  <m:oMathParaPr>
                    <m:jc m:val="centerGroup"/>
                  </m:oMathParaPr>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𝐼</m:t>
                        </m:r>
                      </m:e>
                      <m:sub>
                        <m:r>
                          <m:rPr>
                            <m:sty m:val="p"/>
                          </m:rPr>
                          <a:rPr lang="en-DK">
                            <a:latin typeface="Cambria Math" panose="02040503050406030204" pitchFamily="18" charset="0"/>
                          </a:rPr>
                          <m:t>exp</m:t>
                        </m:r>
                      </m:sub>
                      <m:sup>
                        <m:r>
                          <a:rPr lang="en-DK" i="1">
                            <a:latin typeface="Cambria Math" panose="02040503050406030204" pitchFamily="18" charset="0"/>
                          </a:rPr>
                          <m:t>(1)</m:t>
                        </m:r>
                      </m:sup>
                    </m:sSubSup>
                    <m:r>
                      <a:rPr lang="en-DK" i="1">
                        <a:latin typeface="Cambria Math" panose="02040503050406030204" pitchFamily="18" charset="0"/>
                      </a:rPr>
                      <m:t>=61285.3</m:t>
                    </m:r>
                  </m:oMath>
                </m:oMathPara>
              </a14:m>
              <a:endParaRPr lang="en-DK" dirty="0"/>
            </a:p>
          </dgm:t>
        </dgm:pt>
      </mc:Choice>
      <mc:Fallback>
        <dgm:pt modelId="{4444E2BF-5EB7-7044-BA5E-5A6FA5E03AAB}">
          <dgm:prSet/>
          <dgm:spPr/>
          <dgm:t>
            <a:bodyPr/>
            <a:lstStyle/>
            <a:p>
              <a:pPr/>
              <a:r>
                <a:rPr lang="en-DK" i="0">
                  <a:latin typeface="Cambria Math" panose="02040503050406030204" pitchFamily="18" charset="0"/>
                </a:rPr>
                <a:t>𝐼_exp^((1))=61285.3</a:t>
              </a:r>
              <a:endParaRPr lang="en-DK" dirty="0"/>
            </a:p>
          </dgm:t>
        </dgm:pt>
      </mc:Fallback>
    </mc:AlternateContent>
    <dgm:pt modelId="{4695CF31-8067-444B-AFF3-5A23D5AB6568}" type="parTrans" cxnId="{AC0CCF88-974C-DE4C-95CC-EC02B3F39E5C}">
      <dgm:prSet/>
      <dgm:spPr/>
      <dgm:t>
        <a:bodyPr/>
        <a:lstStyle/>
        <a:p>
          <a:endParaRPr lang="en-US"/>
        </a:p>
      </dgm:t>
    </dgm:pt>
    <dgm:pt modelId="{D2CCE63B-9D5A-7644-A30C-B5648201454E}" type="sibTrans" cxnId="{AC0CCF88-974C-DE4C-95CC-EC02B3F39E5C}">
      <dgm:prSet/>
      <dgm:spPr/>
      <dgm:t>
        <a:bodyPr/>
        <a:lstStyle/>
        <a:p>
          <a:endParaRPr lang="en-US"/>
        </a:p>
      </dgm:t>
    </dgm:pt>
    <mc:AlternateContent xmlns:mc="http://schemas.openxmlformats.org/markup-compatibility/2006" xmlns:a14="http://schemas.microsoft.com/office/drawing/2010/main">
      <mc:Choice Requires="a14">
        <dgm:pt modelId="{A7A72587-39DB-5948-965C-5DCCB0D9641A}">
          <dgm:prSet/>
          <dgm:spPr/>
          <dgm:t>
            <a:bodyPr/>
            <a:lstStyle/>
            <a:p>
              <a:pPr/>
              <a14:m>
                <m:oMathPara xmlns:m="http://schemas.openxmlformats.org/officeDocument/2006/math">
                  <m:oMathParaPr>
                    <m:jc m:val="centerGroup"/>
                  </m:oMathParaPr>
                  <m:oMath xmlns:m="http://schemas.openxmlformats.org/officeDocument/2006/math">
                    <m:f>
                      <m:fPr>
                        <m:ctrlPr>
                          <a:rPr lang="en-DK" i="1" smtClean="0">
                            <a:latin typeface="Cambria Math" panose="02040503050406030204" pitchFamily="18" charset="0"/>
                          </a:rPr>
                        </m:ctrlPr>
                      </m:fPr>
                      <m:num>
                        <m:sSub>
                          <m:sSubPr>
                            <m:ctrlPr>
                              <a:rPr lang="en-DK" i="1">
                                <a:latin typeface="Cambria Math" panose="02040503050406030204" pitchFamily="18" charset="0"/>
                              </a:rPr>
                            </m:ctrlPr>
                          </m:sSubPr>
                          <m:e>
                            <m:r>
                              <a:rPr lang="en-DK" i="1">
                                <a:latin typeface="Cambria Math" panose="02040503050406030204" pitchFamily="18" charset="0"/>
                              </a:rPr>
                              <m:t>𝐼</m:t>
                            </m:r>
                          </m:e>
                          <m:sub>
                            <m:r>
                              <m:rPr>
                                <m:sty m:val="p"/>
                              </m:rPr>
                              <a:rPr lang="en-DK">
                                <a:latin typeface="Cambria Math" panose="02040503050406030204" pitchFamily="18" charset="0"/>
                              </a:rPr>
                              <m:t>max</m:t>
                            </m:r>
                          </m:sub>
                        </m:sSub>
                        <m:r>
                          <a:rPr lang="en-DK" i="1">
                            <a:latin typeface="Cambria Math" panose="02040503050406030204" pitchFamily="18" charset="0"/>
                          </a:rPr>
                          <m:t>−</m:t>
                        </m:r>
                        <m:sSub>
                          <m:sSubPr>
                            <m:ctrlPr>
                              <a:rPr lang="en-DK" i="1">
                                <a:latin typeface="Cambria Math" panose="02040503050406030204" pitchFamily="18" charset="0"/>
                              </a:rPr>
                            </m:ctrlPr>
                          </m:sSubPr>
                          <m:e>
                            <m:r>
                              <a:rPr lang="en-DK" i="1">
                                <a:latin typeface="Cambria Math" panose="02040503050406030204" pitchFamily="18" charset="0"/>
                              </a:rPr>
                              <m:t>𝐼</m:t>
                            </m:r>
                          </m:e>
                          <m:sub>
                            <m:r>
                              <m:rPr>
                                <m:sty m:val="p"/>
                              </m:rPr>
                              <a:rPr lang="en-DK">
                                <a:latin typeface="Cambria Math" panose="02040503050406030204" pitchFamily="18" charset="0"/>
                              </a:rPr>
                              <m:t>min</m:t>
                            </m:r>
                          </m:sub>
                        </m:sSub>
                      </m:num>
                      <m:den>
                        <m:acc>
                          <m:accPr>
                            <m:chr m:val="̅"/>
                            <m:ctrlPr>
                              <a:rPr lang="en-DK" i="1">
                                <a:latin typeface="Cambria Math" panose="02040503050406030204" pitchFamily="18" charset="0"/>
                              </a:rPr>
                            </m:ctrlPr>
                          </m:accPr>
                          <m:e>
                            <m:r>
                              <a:rPr lang="en-DK" i="1">
                                <a:latin typeface="Cambria Math" panose="02040503050406030204" pitchFamily="18" charset="0"/>
                              </a:rPr>
                              <m:t>𝐼</m:t>
                            </m:r>
                          </m:e>
                        </m:acc>
                      </m:den>
                    </m:f>
                    <m:r>
                      <a:rPr lang="en-DK" i="1">
                        <a:latin typeface="Cambria Math" panose="02040503050406030204" pitchFamily="18" charset="0"/>
                      </a:rPr>
                      <m:t>=0.156791</m:t>
                    </m:r>
                  </m:oMath>
                </m:oMathPara>
              </a14:m>
              <a:endParaRPr lang="en-DK"/>
            </a:p>
          </dgm:t>
        </dgm:pt>
      </mc:Choice>
      <mc:Fallback xmlns="">
        <dgm:pt modelId="{A7A72587-39DB-5948-965C-5DCCB0D9641A}">
          <dgm:prSet/>
          <dgm:spPr/>
          <dgm:t>
            <a:bodyPr/>
            <a:lstStyle/>
            <a:p>
              <a:r>
                <a:rPr lang="en-DK" i="0"/>
                <a:t>(𝐼_max−𝐼_min)/𝐼 ̅ =0.156791</a:t>
              </a:r>
              <a:endParaRPr lang="en-DK"/>
            </a:p>
          </dgm:t>
        </dgm:pt>
      </mc:Fallback>
    </mc:AlternateContent>
    <dgm:pt modelId="{3F028D6A-CD67-6240-B971-F2B781605634}" type="parTrans" cxnId="{2F3AC261-6FEB-834C-85EA-3349CB3E8354}">
      <dgm:prSet/>
      <dgm:spPr/>
      <dgm:t>
        <a:bodyPr/>
        <a:lstStyle/>
        <a:p>
          <a:endParaRPr lang="en-US"/>
        </a:p>
      </dgm:t>
    </dgm:pt>
    <dgm:pt modelId="{22A84E03-2763-B945-8370-BCE73680BAF7}" type="sibTrans" cxnId="{2F3AC261-6FEB-834C-85EA-3349CB3E8354}">
      <dgm:prSet/>
      <dgm:spPr/>
      <dgm:t>
        <a:bodyPr/>
        <a:lstStyle/>
        <a:p>
          <a:endParaRPr lang="en-US"/>
        </a:p>
      </dgm:t>
    </dgm:pt>
    <mc:AlternateContent xmlns:mc="http://schemas.openxmlformats.org/markup-compatibility/2006">
      <mc:Choice xmlns:a14="http://schemas.microsoft.com/office/drawing/2010/main" Requires="a14">
        <dgm:pt modelId="{393D0A6F-2A76-B043-BAF0-985167D9DB23}">
          <dgm:prSet/>
          <dgm:spPr/>
          <dgm:t>
            <a:bodyPr/>
            <a:lstStyle/>
            <a:p>
              <a:pPr/>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𝑅</m:t>
                    </m:r>
                    <m:r>
                      <a:rPr lang="en-DK" i="1" smtClean="0">
                        <a:latin typeface="Cambria Math" panose="02040503050406030204" pitchFamily="18" charset="0"/>
                      </a:rPr>
                      <m:t>=0.302</m:t>
                    </m:r>
                  </m:oMath>
                </m:oMathPara>
              </a14:m>
              <a:endParaRPr lang="en-DK" dirty="0"/>
            </a:p>
          </dgm:t>
        </dgm:pt>
      </mc:Choice>
      <mc:Fallback>
        <dgm:pt modelId="{393D0A6F-2A76-B043-BAF0-985167D9DB23}">
          <dgm:prSet/>
          <dgm:spPr/>
          <dgm:t>
            <a:bodyPr/>
            <a:lstStyle/>
            <a:p>
              <a:pPr/>
              <a:r>
                <a:rPr lang="en-DK" i="0">
                  <a:latin typeface="Cambria Math" panose="02040503050406030204" pitchFamily="18" charset="0"/>
                </a:rPr>
                <a:t>𝑅=0.302</a:t>
              </a:r>
              <a:endParaRPr lang="en-DK" dirty="0"/>
            </a:p>
          </dgm:t>
        </dgm:pt>
      </mc:Fallback>
    </mc:AlternateContent>
    <dgm:pt modelId="{CE16D3A2-9D31-E148-A582-ECACF583E49A}" type="sibTrans" cxnId="{3F29D68A-1876-A944-B064-C93ACF17703C}">
      <dgm:prSet/>
      <dgm:spPr/>
      <dgm:t>
        <a:bodyPr/>
        <a:lstStyle/>
        <a:p>
          <a:endParaRPr lang="en-US"/>
        </a:p>
      </dgm:t>
    </dgm:pt>
    <dgm:pt modelId="{A9BD6326-8618-6B46-A877-AD89B9E1E07E}" type="parTrans" cxnId="{3F29D68A-1876-A944-B064-C93ACF17703C}">
      <dgm:prSet/>
      <dgm:spPr/>
      <dgm:t>
        <a:bodyPr/>
        <a:lstStyle/>
        <a:p>
          <a:endParaRPr lang="en-US"/>
        </a:p>
      </dgm:t>
    </dgm:pt>
    <mc:AlternateContent xmlns:mc="http://schemas.openxmlformats.org/markup-compatibility/2006">
      <mc:Choice xmlns:a14="http://schemas.microsoft.com/office/drawing/2010/main" Requires="a14">
        <dgm:pt modelId="{2C0AD589-B8A9-0441-B7BD-5927931EEF3F}">
          <dgm:prSet/>
          <dgm:spPr/>
          <dgm:t>
            <a:bodyPr/>
            <a:lstStyle/>
            <a:p>
              <a14:m>
                <m:oMathPara xmlns:m="http://schemas.openxmlformats.org/officeDocument/2006/math">
                  <m:oMathParaPr>
                    <m:jc m:val="centerGroup"/>
                  </m:oMathParaPr>
                  <m:oMath xmlns:m="http://schemas.openxmlformats.org/officeDocument/2006/math">
                    <m:sSub>
                      <m:sSubPr>
                        <m:ctrlPr>
                          <a:rPr lang="en-DK" i="1" smtClean="0">
                            <a:latin typeface="Cambria Math" panose="02040503050406030204" pitchFamily="18" charset="0"/>
                          </a:rPr>
                        </m:ctrlPr>
                      </m:sSubPr>
                      <m:e>
                        <m:r>
                          <a:rPr lang="en-DK" i="1">
                            <a:latin typeface="Cambria Math" panose="02040503050406030204" pitchFamily="18" charset="0"/>
                          </a:rPr>
                          <m:t>𝐼</m:t>
                        </m:r>
                      </m:e>
                      <m:sub>
                        <m:r>
                          <m:rPr>
                            <m:sty m:val="p"/>
                          </m:rPr>
                          <a:rPr lang="en-DK">
                            <a:latin typeface="Cambria Math" panose="02040503050406030204" pitchFamily="18" charset="0"/>
                          </a:rPr>
                          <m:t>obs</m:t>
                        </m:r>
                      </m:sub>
                    </m:sSub>
                    <m:r>
                      <a:rPr lang="en-DK" i="1">
                        <a:latin typeface="Cambria Math" panose="02040503050406030204" pitchFamily="18" charset="0"/>
                      </a:rPr>
                      <m:t>=18509.0</m:t>
                    </m:r>
                  </m:oMath>
                </m:oMathPara>
              </a14:m>
              <a:endParaRPr lang="en-DK" dirty="0"/>
            </a:p>
          </dgm:t>
        </dgm:pt>
      </mc:Choice>
      <mc:Fallback>
        <dgm:pt modelId="{2C0AD589-B8A9-0441-B7BD-5927931EEF3F}">
          <dgm:prSet/>
          <dgm:spPr/>
          <dgm:t>
            <a:bodyPr/>
            <a:lstStyle/>
            <a:p>
              <a:r>
                <a:rPr lang="en-DK" i="0">
                  <a:latin typeface="Cambria Math" panose="02040503050406030204" pitchFamily="18" charset="0"/>
                </a:rPr>
                <a:t>𝐼_obs=18509.0</a:t>
              </a:r>
              <a:endParaRPr lang="en-DK" dirty="0"/>
            </a:p>
          </dgm:t>
        </dgm:pt>
      </mc:Fallback>
    </mc:AlternateContent>
    <dgm:pt modelId="{7E4660A6-664B-EC4C-B4C7-C5AD903C542A}" type="parTrans" cxnId="{CA1C4278-20AD-954D-91ED-986DDAD5B7DF}">
      <dgm:prSet/>
      <dgm:spPr/>
      <dgm:t>
        <a:bodyPr/>
        <a:lstStyle/>
        <a:p>
          <a:endParaRPr lang="en-US"/>
        </a:p>
      </dgm:t>
    </dgm:pt>
    <dgm:pt modelId="{1389E25C-90C2-3B4C-AF9A-E504A645183D}" type="sibTrans" cxnId="{CA1C4278-20AD-954D-91ED-986DDAD5B7DF}">
      <dgm:prSet/>
      <dgm:spPr/>
      <dgm:t>
        <a:bodyPr/>
        <a:lstStyle/>
        <a:p>
          <a:endParaRPr lang="en-US"/>
        </a:p>
      </dgm:t>
    </dgm:pt>
    <dgm:pt modelId="{08E9C299-3B7F-6A41-9B7A-99D291D8E5FE}" type="pres">
      <dgm:prSet presAssocID="{B7D86064-CDE9-7645-A4A7-5E351C27B2E4}" presName="linear" presStyleCnt="0">
        <dgm:presLayoutVars>
          <dgm:animLvl val="lvl"/>
          <dgm:resizeHandles val="exact"/>
        </dgm:presLayoutVars>
      </dgm:prSet>
      <dgm:spPr/>
    </dgm:pt>
    <dgm:pt modelId="{9F00AFA4-F087-2C4D-86DC-6C92A6A15D9D}" type="pres">
      <dgm:prSet presAssocID="{2E7AD4A5-9847-A54D-BA8A-05E8A9294278}" presName="parentText" presStyleLbl="node1" presStyleIdx="0" presStyleCnt="2">
        <dgm:presLayoutVars>
          <dgm:chMax val="0"/>
          <dgm:bulletEnabled val="1"/>
        </dgm:presLayoutVars>
      </dgm:prSet>
      <dgm:spPr/>
    </dgm:pt>
    <dgm:pt modelId="{CE52E24D-9365-8D42-8DA7-D8B43C237252}" type="pres">
      <dgm:prSet presAssocID="{2E7AD4A5-9847-A54D-BA8A-05E8A9294278}" presName="childText" presStyleLbl="revTx" presStyleIdx="0" presStyleCnt="2">
        <dgm:presLayoutVars>
          <dgm:bulletEnabled val="1"/>
        </dgm:presLayoutVars>
      </dgm:prSet>
      <dgm:spPr/>
    </dgm:pt>
    <dgm:pt modelId="{0D860F10-906E-FC4B-B0A7-A3F97CE5C756}" type="pres">
      <dgm:prSet presAssocID="{E2678F3A-659D-5A43-8538-6B54A5F8AF0F}" presName="parentText" presStyleLbl="node1" presStyleIdx="1" presStyleCnt="2">
        <dgm:presLayoutVars>
          <dgm:chMax val="0"/>
          <dgm:bulletEnabled val="1"/>
        </dgm:presLayoutVars>
      </dgm:prSet>
      <dgm:spPr/>
    </dgm:pt>
    <dgm:pt modelId="{E9801384-F388-AB47-B527-1B33AA84FA25}" type="pres">
      <dgm:prSet presAssocID="{E2678F3A-659D-5A43-8538-6B54A5F8AF0F}" presName="childText" presStyleLbl="revTx" presStyleIdx="1" presStyleCnt="2">
        <dgm:presLayoutVars>
          <dgm:bulletEnabled val="1"/>
        </dgm:presLayoutVars>
      </dgm:prSet>
      <dgm:spPr/>
    </dgm:pt>
  </dgm:ptLst>
  <dgm:cxnLst>
    <dgm:cxn modelId="{72EDAE00-5609-0C43-83BE-56664C8BFA18}" srcId="{B7D86064-CDE9-7645-A4A7-5E351C27B2E4}" destId="{2E7AD4A5-9847-A54D-BA8A-05E8A9294278}" srcOrd="0" destOrd="0" parTransId="{15143449-C7EB-A043-9105-3593EC4413DB}" sibTransId="{A2CFAAA2-5586-D844-9915-C6F8E8ED8499}"/>
    <dgm:cxn modelId="{671EA708-19B6-1F48-B470-1570585458AC}" type="presOf" srcId="{E4A9CA5E-067A-624F-91E7-50B6E783C074}" destId="{CE52E24D-9365-8D42-8DA7-D8B43C237252}" srcOrd="0" destOrd="0" presId="urn:microsoft.com/office/officeart/2005/8/layout/vList2"/>
    <dgm:cxn modelId="{EED24F10-BB48-FD4F-B423-F8D446082631}" type="presOf" srcId="{4444E2BF-5EB7-7044-BA5E-5A6FA5E03AAB}" destId="{E9801384-F388-AB47-B527-1B33AA84FA25}" srcOrd="0" destOrd="1" presId="urn:microsoft.com/office/officeart/2005/8/layout/vList2"/>
    <dgm:cxn modelId="{388B7C12-977D-4C4E-8FE9-7F3628C68153}" type="presOf" srcId="{2E7AD4A5-9847-A54D-BA8A-05E8A9294278}" destId="{9F00AFA4-F087-2C4D-86DC-6C92A6A15D9D}" srcOrd="0" destOrd="0" presId="urn:microsoft.com/office/officeart/2005/8/layout/vList2"/>
    <dgm:cxn modelId="{5FF41C19-E53D-F74B-9765-EEF6FB97E9B6}" type="presOf" srcId="{A6BF5128-2686-F64C-B33C-186252EC9700}" destId="{CE52E24D-9365-8D42-8DA7-D8B43C237252}" srcOrd="0" destOrd="1" presId="urn:microsoft.com/office/officeart/2005/8/layout/vList2"/>
    <dgm:cxn modelId="{13EAF22D-6C92-BD48-A7BB-1DBF692807BD}" type="presOf" srcId="{393D0A6F-2A76-B043-BAF0-985167D9DB23}" destId="{E9801384-F388-AB47-B527-1B33AA84FA25}" srcOrd="0" destOrd="2" presId="urn:microsoft.com/office/officeart/2005/8/layout/vList2"/>
    <dgm:cxn modelId="{FB86024D-C6AE-554A-A95A-F08393E0991C}" type="presOf" srcId="{0ED91016-C201-134A-BC48-E5F9E906F6BC}" destId="{CE52E24D-9365-8D42-8DA7-D8B43C237252}" srcOrd="0" destOrd="2" presId="urn:microsoft.com/office/officeart/2005/8/layout/vList2"/>
    <dgm:cxn modelId="{400CCB57-CC1C-3247-9775-CF65614B2A00}" type="presOf" srcId="{2C0AD589-B8A9-0441-B7BD-5927931EEF3F}" destId="{E9801384-F388-AB47-B527-1B33AA84FA25}" srcOrd="0" destOrd="0" presId="urn:microsoft.com/office/officeart/2005/8/layout/vList2"/>
    <dgm:cxn modelId="{13707760-0568-DF44-AAA7-895EF56F6E9D}" type="presOf" srcId="{FCADCF29-7372-824F-B406-E333D2534AC3}" destId="{CE52E24D-9365-8D42-8DA7-D8B43C237252}" srcOrd="0" destOrd="3" presId="urn:microsoft.com/office/officeart/2005/8/layout/vList2"/>
    <dgm:cxn modelId="{2F3AC261-6FEB-834C-85EA-3349CB3E8354}" srcId="{E2678F3A-659D-5A43-8538-6B54A5F8AF0F}" destId="{A7A72587-39DB-5948-965C-5DCCB0D9641A}" srcOrd="3" destOrd="0" parTransId="{3F028D6A-CD67-6240-B971-F2B781605634}" sibTransId="{22A84E03-2763-B945-8370-BCE73680BAF7}"/>
    <dgm:cxn modelId="{315D0F6C-E3BF-5A4D-A847-615B1174FBD4}" type="presOf" srcId="{E2678F3A-659D-5A43-8538-6B54A5F8AF0F}" destId="{0D860F10-906E-FC4B-B0A7-A3F97CE5C756}" srcOrd="0" destOrd="0" presId="urn:microsoft.com/office/officeart/2005/8/layout/vList2"/>
    <dgm:cxn modelId="{CA1C4278-20AD-954D-91ED-986DDAD5B7DF}" srcId="{E2678F3A-659D-5A43-8538-6B54A5F8AF0F}" destId="{2C0AD589-B8A9-0441-B7BD-5927931EEF3F}" srcOrd="0" destOrd="0" parTransId="{7E4660A6-664B-EC4C-B4C7-C5AD903C542A}" sibTransId="{1389E25C-90C2-3B4C-AF9A-E504A645183D}"/>
    <dgm:cxn modelId="{24D91687-93EE-364C-914F-E9826F5413DA}" srcId="{2E7AD4A5-9847-A54D-BA8A-05E8A9294278}" destId="{E4A9CA5E-067A-624F-91E7-50B6E783C074}" srcOrd="0" destOrd="0" parTransId="{094D9A6F-868D-4748-A019-5D426C96F80B}" sibTransId="{D81A6399-B58E-E240-9D6E-D7E64B4E6785}"/>
    <dgm:cxn modelId="{AC0CCF88-974C-DE4C-95CC-EC02B3F39E5C}" srcId="{E2678F3A-659D-5A43-8538-6B54A5F8AF0F}" destId="{4444E2BF-5EB7-7044-BA5E-5A6FA5E03AAB}" srcOrd="1" destOrd="0" parTransId="{4695CF31-8067-444B-AFF3-5A23D5AB6568}" sibTransId="{D2CCE63B-9D5A-7644-A30C-B5648201454E}"/>
    <dgm:cxn modelId="{720B318A-3939-2946-8095-8E33CC7C8FBB}" type="presOf" srcId="{A7A72587-39DB-5948-965C-5DCCB0D9641A}" destId="{E9801384-F388-AB47-B527-1B33AA84FA25}" srcOrd="0" destOrd="3" presId="urn:microsoft.com/office/officeart/2005/8/layout/vList2"/>
    <dgm:cxn modelId="{3F29D68A-1876-A944-B064-C93ACF17703C}" srcId="{E2678F3A-659D-5A43-8538-6B54A5F8AF0F}" destId="{393D0A6F-2A76-B043-BAF0-985167D9DB23}" srcOrd="2" destOrd="0" parTransId="{A9BD6326-8618-6B46-A877-AD89B9E1E07E}" sibTransId="{CE16D3A2-9D31-E148-A582-ECACF583E49A}"/>
    <dgm:cxn modelId="{7C76A8AB-4B51-3D40-A971-DDCA16F291C5}" type="presOf" srcId="{B7D86064-CDE9-7645-A4A7-5E351C27B2E4}" destId="{08E9C299-3B7F-6A41-9B7A-99D291D8E5FE}" srcOrd="0" destOrd="0" presId="urn:microsoft.com/office/officeart/2005/8/layout/vList2"/>
    <dgm:cxn modelId="{931425B9-B39C-CB4C-AC20-FC41DA6D69BE}" srcId="{B7D86064-CDE9-7645-A4A7-5E351C27B2E4}" destId="{E2678F3A-659D-5A43-8538-6B54A5F8AF0F}" srcOrd="1" destOrd="0" parTransId="{EEB3DFA8-077A-5C41-984C-90BB401BA579}" sibTransId="{7B6886BF-CBE0-334B-8FA2-2C3B4B0E6820}"/>
    <dgm:cxn modelId="{D73A17BA-4747-0349-93CE-2649AAF5599A}" srcId="{2E7AD4A5-9847-A54D-BA8A-05E8A9294278}" destId="{A6BF5128-2686-F64C-B33C-186252EC9700}" srcOrd="1" destOrd="0" parTransId="{BA71BE72-E350-A04D-AC14-E8DFE7E53BE2}" sibTransId="{87F9BF83-3806-E642-B190-0F062CBC5A59}"/>
    <dgm:cxn modelId="{1BE386D4-3142-7247-BACA-F219E471EA6D}" srcId="{2E7AD4A5-9847-A54D-BA8A-05E8A9294278}" destId="{0ED91016-C201-134A-BC48-E5F9E906F6BC}" srcOrd="2" destOrd="0" parTransId="{7C0D256B-C628-3548-AA00-28AC948A5FBB}" sibTransId="{5EADA6FD-8FEA-1046-ABA8-1A84B0330E13}"/>
    <dgm:cxn modelId="{F0B2DBE5-05D1-BE4D-A8FC-D30B961160D7}" srcId="{2E7AD4A5-9847-A54D-BA8A-05E8A9294278}" destId="{FCADCF29-7372-824F-B406-E333D2534AC3}" srcOrd="3" destOrd="0" parTransId="{FBFB9E47-2F66-0842-A99A-294579884D8B}" sibTransId="{BFCAF4D6-89CC-7949-A316-40167960D82D}"/>
    <dgm:cxn modelId="{80B94CAF-3495-1C4A-8BFC-6B7FF76991C0}" type="presParOf" srcId="{08E9C299-3B7F-6A41-9B7A-99D291D8E5FE}" destId="{9F00AFA4-F087-2C4D-86DC-6C92A6A15D9D}" srcOrd="0" destOrd="0" presId="urn:microsoft.com/office/officeart/2005/8/layout/vList2"/>
    <dgm:cxn modelId="{9CD8405C-4B59-5641-B84A-2D4584D34AF9}" type="presParOf" srcId="{08E9C299-3B7F-6A41-9B7A-99D291D8E5FE}" destId="{CE52E24D-9365-8D42-8DA7-D8B43C237252}" srcOrd="1" destOrd="0" presId="urn:microsoft.com/office/officeart/2005/8/layout/vList2"/>
    <dgm:cxn modelId="{B7F4F942-F986-4C49-AEE4-F3E0291A460D}" type="presParOf" srcId="{08E9C299-3B7F-6A41-9B7A-99D291D8E5FE}" destId="{0D860F10-906E-FC4B-B0A7-A3F97CE5C756}" srcOrd="2" destOrd="0" presId="urn:microsoft.com/office/officeart/2005/8/layout/vList2"/>
    <dgm:cxn modelId="{9FB00BE9-31E1-4E42-8769-CA7FC9690C9B}" type="presParOf" srcId="{08E9C299-3B7F-6A41-9B7A-99D291D8E5FE}" destId="{E9801384-F388-AB47-B527-1B33AA84FA25}"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4.xml><?xml version="1.0" encoding="utf-8"?>
<dgm:dataModel xmlns:dgm="http://schemas.openxmlformats.org/drawingml/2006/diagram" xmlns:a="http://schemas.openxmlformats.org/drawingml/2006/main">
  <dgm:ptLst>
    <dgm:pt modelId="{B7D86064-CDE9-7645-A4A7-5E351C27B2E4}"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2E7AD4A5-9847-A54D-BA8A-05E8A9294278}">
      <dgm:prSet/>
      <dgm:spPr/>
      <dgm:t>
        <a:bodyPr/>
        <a:lstStyle/>
        <a:p>
          <a:r>
            <a:rPr lang="en-US" b="0" u="none" dirty="0"/>
            <a:t>CAMEA sample geometry</a:t>
          </a:r>
          <a:endParaRPr lang="en-DK" u="none" dirty="0"/>
        </a:p>
      </dgm:t>
    </dgm:pt>
    <dgm:pt modelId="{15143449-C7EB-A043-9105-3593EC4413DB}" type="parTrans" cxnId="{72EDAE00-5609-0C43-83BE-56664C8BFA18}">
      <dgm:prSet/>
      <dgm:spPr/>
      <dgm:t>
        <a:bodyPr/>
        <a:lstStyle/>
        <a:p>
          <a:endParaRPr lang="en-US"/>
        </a:p>
      </dgm:t>
    </dgm:pt>
    <dgm:pt modelId="{A2CFAAA2-5586-D844-9915-C6F8E8ED8499}" type="sibTrans" cxnId="{72EDAE00-5609-0C43-83BE-56664C8BFA18}">
      <dgm:prSet/>
      <dgm:spPr/>
      <dgm:t>
        <a:bodyPr/>
        <a:lstStyle/>
        <a:p>
          <a:endParaRPr lang="en-US"/>
        </a:p>
      </dgm:t>
    </dgm:pt>
    <dgm:pt modelId="{E4A9CA5E-067A-624F-91E7-50B6E783C074}">
      <dgm:prSet/>
      <dgm:spPr/>
      <dgm:t>
        <a:bodyPr/>
        <a:lstStyle/>
        <a:p>
          <a:r>
            <a:rPr lang="en-US"/>
            <a:t>Type: Hollow cylinder</a:t>
          </a:r>
          <a:endParaRPr lang="en-DK"/>
        </a:p>
      </dgm:t>
    </dgm:pt>
    <dgm:pt modelId="{094D9A6F-868D-4748-A019-5D426C96F80B}" type="parTrans" cxnId="{24D91687-93EE-364C-914F-E9826F5413DA}">
      <dgm:prSet/>
      <dgm:spPr/>
      <dgm:t>
        <a:bodyPr/>
        <a:lstStyle/>
        <a:p>
          <a:endParaRPr lang="en-US"/>
        </a:p>
      </dgm:t>
    </dgm:pt>
    <dgm:pt modelId="{D81A6399-B58E-E240-9D6E-D7E64B4E6785}" type="sibTrans" cxnId="{24D91687-93EE-364C-914F-E9826F5413DA}">
      <dgm:prSet/>
      <dgm:spPr/>
      <dgm:t>
        <a:bodyPr/>
        <a:lstStyle/>
        <a:p>
          <a:endParaRPr lang="en-US"/>
        </a:p>
      </dgm:t>
    </dgm:pt>
    <dgm:pt modelId="{A6BF5128-2686-F64C-B33C-186252EC9700}">
      <dgm:prSet/>
      <dgm:spPr/>
      <dgm:t>
        <a:bodyPr/>
        <a:lstStyle/>
        <a:p>
          <a:r>
            <a:rPr lang="en-US"/>
            <a:t>Radius: 10mm</a:t>
          </a:r>
          <a:endParaRPr lang="en-DK"/>
        </a:p>
      </dgm:t>
    </dgm:pt>
    <dgm:pt modelId="{BA71BE72-E350-A04D-AC14-E8DFE7E53BE2}" type="parTrans" cxnId="{D73A17BA-4747-0349-93CE-2649AAF5599A}">
      <dgm:prSet/>
      <dgm:spPr/>
      <dgm:t>
        <a:bodyPr/>
        <a:lstStyle/>
        <a:p>
          <a:endParaRPr lang="en-US"/>
        </a:p>
      </dgm:t>
    </dgm:pt>
    <dgm:pt modelId="{87F9BF83-3806-E642-B190-0F062CBC5A59}" type="sibTrans" cxnId="{D73A17BA-4747-0349-93CE-2649AAF5599A}">
      <dgm:prSet/>
      <dgm:spPr/>
      <dgm:t>
        <a:bodyPr/>
        <a:lstStyle/>
        <a:p>
          <a:endParaRPr lang="en-US"/>
        </a:p>
      </dgm:t>
    </dgm:pt>
    <dgm:pt modelId="{0ED91016-C201-134A-BC48-E5F9E906F6BC}">
      <dgm:prSet/>
      <dgm:spPr/>
      <dgm:t>
        <a:bodyPr/>
        <a:lstStyle/>
        <a:p>
          <a:r>
            <a:rPr lang="en-US" b="0"/>
            <a:t>Height: 10mm</a:t>
          </a:r>
          <a:endParaRPr lang="en-DK"/>
        </a:p>
      </dgm:t>
    </dgm:pt>
    <dgm:pt modelId="{7C0D256B-C628-3548-AA00-28AC948A5FBB}" type="parTrans" cxnId="{1BE386D4-3142-7247-BACA-F219E471EA6D}">
      <dgm:prSet/>
      <dgm:spPr/>
      <dgm:t>
        <a:bodyPr/>
        <a:lstStyle/>
        <a:p>
          <a:endParaRPr lang="en-US"/>
        </a:p>
      </dgm:t>
    </dgm:pt>
    <dgm:pt modelId="{5EADA6FD-8FEA-1046-ABA8-1A84B0330E13}" type="sibTrans" cxnId="{1BE386D4-3142-7247-BACA-F219E471EA6D}">
      <dgm:prSet/>
      <dgm:spPr/>
      <dgm:t>
        <a:bodyPr/>
        <a:lstStyle/>
        <a:p>
          <a:endParaRPr lang="en-US"/>
        </a:p>
      </dgm:t>
    </dgm:pt>
    <dgm:pt modelId="{FCADCF29-7372-824F-B406-E333D2534AC3}">
      <dgm:prSet/>
      <dgm:spPr/>
      <dgm:t>
        <a:bodyPr/>
        <a:lstStyle/>
        <a:p>
          <a:r>
            <a:rPr lang="en-US"/>
            <a:t>Wall thickness: 2.6mm</a:t>
          </a:r>
          <a:endParaRPr lang="en-DK"/>
        </a:p>
      </dgm:t>
    </dgm:pt>
    <dgm:pt modelId="{FBFB9E47-2F66-0842-A99A-294579884D8B}" type="parTrans" cxnId="{F0B2DBE5-05D1-BE4D-A8FC-D30B961160D7}">
      <dgm:prSet/>
      <dgm:spPr/>
      <dgm:t>
        <a:bodyPr/>
        <a:lstStyle/>
        <a:p>
          <a:endParaRPr lang="en-US"/>
        </a:p>
      </dgm:t>
    </dgm:pt>
    <dgm:pt modelId="{BFCAF4D6-89CC-7949-A316-40167960D82D}" type="sibTrans" cxnId="{F0B2DBE5-05D1-BE4D-A8FC-D30B961160D7}">
      <dgm:prSet/>
      <dgm:spPr/>
      <dgm:t>
        <a:bodyPr/>
        <a:lstStyle/>
        <a:p>
          <a:endParaRPr lang="en-US"/>
        </a:p>
      </dgm:t>
    </dgm:pt>
    <dgm:pt modelId="{E2678F3A-659D-5A43-8538-6B54A5F8AF0F}">
      <dgm:prSet/>
      <dgm:spPr/>
      <dgm:t>
        <a:bodyPr/>
        <a:lstStyle/>
        <a:p>
          <a:r>
            <a:rPr lang="en-US" u="none" dirty="0"/>
            <a:t>CAMEA simulation values</a:t>
          </a:r>
          <a:endParaRPr lang="en-DK" u="none" dirty="0"/>
        </a:p>
      </dgm:t>
    </dgm:pt>
    <dgm:pt modelId="{EEB3DFA8-077A-5C41-984C-90BB401BA579}" type="parTrans" cxnId="{931425B9-B39C-CB4C-AC20-FC41DA6D69BE}">
      <dgm:prSet/>
      <dgm:spPr/>
      <dgm:t>
        <a:bodyPr/>
        <a:lstStyle/>
        <a:p>
          <a:endParaRPr lang="en-US"/>
        </a:p>
      </dgm:t>
    </dgm:pt>
    <dgm:pt modelId="{7B6886BF-CBE0-334B-8FA2-2C3B4B0E6820}" type="sibTrans" cxnId="{931425B9-B39C-CB4C-AC20-FC41DA6D69BE}">
      <dgm:prSet/>
      <dgm:spPr/>
      <dgm:t>
        <a:bodyPr/>
        <a:lstStyle/>
        <a:p>
          <a:endParaRPr lang="en-US"/>
        </a:p>
      </dgm:t>
    </dgm:pt>
    <dgm:pt modelId="{4444E2BF-5EB7-7044-BA5E-5A6FA5E03AAB}">
      <dgm:prSet/>
      <dgm:spPr/>
      <dgm:t>
        <a:bodyPr/>
        <a:lstStyle/>
        <a:p>
          <a:r>
            <a:rPr lang="en-US">
              <a:noFill/>
            </a:rPr>
            <a:t> </a:t>
          </a:r>
        </a:p>
      </dgm:t>
    </dgm:pt>
    <dgm:pt modelId="{4695CF31-8067-444B-AFF3-5A23D5AB6568}" type="parTrans" cxnId="{AC0CCF88-974C-DE4C-95CC-EC02B3F39E5C}">
      <dgm:prSet/>
      <dgm:spPr/>
      <dgm:t>
        <a:bodyPr/>
        <a:lstStyle/>
        <a:p>
          <a:endParaRPr lang="en-US"/>
        </a:p>
      </dgm:t>
    </dgm:pt>
    <dgm:pt modelId="{D2CCE63B-9D5A-7644-A30C-B5648201454E}" type="sibTrans" cxnId="{AC0CCF88-974C-DE4C-95CC-EC02B3F39E5C}">
      <dgm:prSet/>
      <dgm:spPr/>
      <dgm:t>
        <a:bodyPr/>
        <a:lstStyle/>
        <a:p>
          <a:endParaRPr lang="en-US"/>
        </a:p>
      </dgm:t>
    </dgm:pt>
    <dgm:pt modelId="{A7A72587-39DB-5948-965C-5DCCB0D9641A}">
      <dgm:prSet/>
      <dgm:spPr/>
      <dgm:t>
        <a:bodyPr/>
        <a:lstStyle/>
        <a:p>
          <a:r>
            <a:rPr lang="en-US">
              <a:noFill/>
            </a:rPr>
            <a:t> </a:t>
          </a:r>
        </a:p>
      </dgm:t>
    </dgm:pt>
    <dgm:pt modelId="{3F028D6A-CD67-6240-B971-F2B781605634}" type="parTrans" cxnId="{2F3AC261-6FEB-834C-85EA-3349CB3E8354}">
      <dgm:prSet/>
      <dgm:spPr/>
      <dgm:t>
        <a:bodyPr/>
        <a:lstStyle/>
        <a:p>
          <a:endParaRPr lang="en-US"/>
        </a:p>
      </dgm:t>
    </dgm:pt>
    <dgm:pt modelId="{22A84E03-2763-B945-8370-BCE73680BAF7}" type="sibTrans" cxnId="{2F3AC261-6FEB-834C-85EA-3349CB3E8354}">
      <dgm:prSet/>
      <dgm:spPr/>
      <dgm:t>
        <a:bodyPr/>
        <a:lstStyle/>
        <a:p>
          <a:endParaRPr lang="en-US"/>
        </a:p>
      </dgm:t>
    </dgm:pt>
    <dgm:pt modelId="{393D0A6F-2A76-B043-BAF0-985167D9DB23}">
      <dgm:prSet/>
      <dgm:spPr/>
      <dgm:t>
        <a:bodyPr/>
        <a:lstStyle/>
        <a:p>
          <a:r>
            <a:rPr lang="en-US">
              <a:noFill/>
            </a:rPr>
            <a:t> </a:t>
          </a:r>
        </a:p>
      </dgm:t>
    </dgm:pt>
    <dgm:pt modelId="{CE16D3A2-9D31-E148-A582-ECACF583E49A}" type="sibTrans" cxnId="{3F29D68A-1876-A944-B064-C93ACF17703C}">
      <dgm:prSet/>
      <dgm:spPr/>
      <dgm:t>
        <a:bodyPr/>
        <a:lstStyle/>
        <a:p>
          <a:endParaRPr lang="en-US"/>
        </a:p>
      </dgm:t>
    </dgm:pt>
    <dgm:pt modelId="{A9BD6326-8618-6B46-A877-AD89B9E1E07E}" type="parTrans" cxnId="{3F29D68A-1876-A944-B064-C93ACF17703C}">
      <dgm:prSet/>
      <dgm:spPr/>
      <dgm:t>
        <a:bodyPr/>
        <a:lstStyle/>
        <a:p>
          <a:endParaRPr lang="en-US"/>
        </a:p>
      </dgm:t>
    </dgm:pt>
    <dgm:pt modelId="{2C0AD589-B8A9-0441-B7BD-5927931EEF3F}">
      <dgm:prSet/>
      <dgm:spPr>
        <a:blipFill>
          <a:blip xmlns:r="http://schemas.openxmlformats.org/officeDocument/2006/relationships" r:embed="rId1"/>
          <a:stretch>
            <a:fillRect l="-392" t="-4000" b="-1000"/>
          </a:stretch>
        </a:blipFill>
      </dgm:spPr>
      <dgm:t>
        <a:bodyPr/>
        <a:lstStyle/>
        <a:p>
          <a:r>
            <a:rPr lang="en-US">
              <a:noFill/>
            </a:rPr>
            <a:t> </a:t>
          </a:r>
        </a:p>
      </dgm:t>
    </dgm:pt>
    <dgm:pt modelId="{7E4660A6-664B-EC4C-B4C7-C5AD903C542A}" type="parTrans" cxnId="{CA1C4278-20AD-954D-91ED-986DDAD5B7DF}">
      <dgm:prSet/>
      <dgm:spPr/>
      <dgm:t>
        <a:bodyPr/>
        <a:lstStyle/>
        <a:p>
          <a:endParaRPr lang="en-US"/>
        </a:p>
      </dgm:t>
    </dgm:pt>
    <dgm:pt modelId="{1389E25C-90C2-3B4C-AF9A-E504A645183D}" type="sibTrans" cxnId="{CA1C4278-20AD-954D-91ED-986DDAD5B7DF}">
      <dgm:prSet/>
      <dgm:spPr/>
      <dgm:t>
        <a:bodyPr/>
        <a:lstStyle/>
        <a:p>
          <a:endParaRPr lang="en-US"/>
        </a:p>
      </dgm:t>
    </dgm:pt>
    <dgm:pt modelId="{08E9C299-3B7F-6A41-9B7A-99D291D8E5FE}" type="pres">
      <dgm:prSet presAssocID="{B7D86064-CDE9-7645-A4A7-5E351C27B2E4}" presName="linear" presStyleCnt="0">
        <dgm:presLayoutVars>
          <dgm:animLvl val="lvl"/>
          <dgm:resizeHandles val="exact"/>
        </dgm:presLayoutVars>
      </dgm:prSet>
      <dgm:spPr/>
    </dgm:pt>
    <dgm:pt modelId="{9F00AFA4-F087-2C4D-86DC-6C92A6A15D9D}" type="pres">
      <dgm:prSet presAssocID="{2E7AD4A5-9847-A54D-BA8A-05E8A9294278}" presName="parentText" presStyleLbl="node1" presStyleIdx="0" presStyleCnt="2">
        <dgm:presLayoutVars>
          <dgm:chMax val="0"/>
          <dgm:bulletEnabled val="1"/>
        </dgm:presLayoutVars>
      </dgm:prSet>
      <dgm:spPr/>
    </dgm:pt>
    <dgm:pt modelId="{CE52E24D-9365-8D42-8DA7-D8B43C237252}" type="pres">
      <dgm:prSet presAssocID="{2E7AD4A5-9847-A54D-BA8A-05E8A9294278}" presName="childText" presStyleLbl="revTx" presStyleIdx="0" presStyleCnt="2">
        <dgm:presLayoutVars>
          <dgm:bulletEnabled val="1"/>
        </dgm:presLayoutVars>
      </dgm:prSet>
      <dgm:spPr/>
    </dgm:pt>
    <dgm:pt modelId="{0D860F10-906E-FC4B-B0A7-A3F97CE5C756}" type="pres">
      <dgm:prSet presAssocID="{E2678F3A-659D-5A43-8538-6B54A5F8AF0F}" presName="parentText" presStyleLbl="node1" presStyleIdx="1" presStyleCnt="2">
        <dgm:presLayoutVars>
          <dgm:chMax val="0"/>
          <dgm:bulletEnabled val="1"/>
        </dgm:presLayoutVars>
      </dgm:prSet>
      <dgm:spPr/>
    </dgm:pt>
    <dgm:pt modelId="{E9801384-F388-AB47-B527-1B33AA84FA25}" type="pres">
      <dgm:prSet presAssocID="{E2678F3A-659D-5A43-8538-6B54A5F8AF0F}" presName="childText" presStyleLbl="revTx" presStyleIdx="1" presStyleCnt="2">
        <dgm:presLayoutVars>
          <dgm:bulletEnabled val="1"/>
        </dgm:presLayoutVars>
      </dgm:prSet>
      <dgm:spPr/>
    </dgm:pt>
  </dgm:ptLst>
  <dgm:cxnLst>
    <dgm:cxn modelId="{72EDAE00-5609-0C43-83BE-56664C8BFA18}" srcId="{B7D86064-CDE9-7645-A4A7-5E351C27B2E4}" destId="{2E7AD4A5-9847-A54D-BA8A-05E8A9294278}" srcOrd="0" destOrd="0" parTransId="{15143449-C7EB-A043-9105-3593EC4413DB}" sibTransId="{A2CFAAA2-5586-D844-9915-C6F8E8ED8499}"/>
    <dgm:cxn modelId="{671EA708-19B6-1F48-B470-1570585458AC}" type="presOf" srcId="{E4A9CA5E-067A-624F-91E7-50B6E783C074}" destId="{CE52E24D-9365-8D42-8DA7-D8B43C237252}" srcOrd="0" destOrd="0" presId="urn:microsoft.com/office/officeart/2005/8/layout/vList2"/>
    <dgm:cxn modelId="{EED24F10-BB48-FD4F-B423-F8D446082631}" type="presOf" srcId="{4444E2BF-5EB7-7044-BA5E-5A6FA5E03AAB}" destId="{E9801384-F388-AB47-B527-1B33AA84FA25}" srcOrd="0" destOrd="1" presId="urn:microsoft.com/office/officeart/2005/8/layout/vList2"/>
    <dgm:cxn modelId="{388B7C12-977D-4C4E-8FE9-7F3628C68153}" type="presOf" srcId="{2E7AD4A5-9847-A54D-BA8A-05E8A9294278}" destId="{9F00AFA4-F087-2C4D-86DC-6C92A6A15D9D}" srcOrd="0" destOrd="0" presId="urn:microsoft.com/office/officeart/2005/8/layout/vList2"/>
    <dgm:cxn modelId="{5FF41C19-E53D-F74B-9765-EEF6FB97E9B6}" type="presOf" srcId="{A6BF5128-2686-F64C-B33C-186252EC9700}" destId="{CE52E24D-9365-8D42-8DA7-D8B43C237252}" srcOrd="0" destOrd="1" presId="urn:microsoft.com/office/officeart/2005/8/layout/vList2"/>
    <dgm:cxn modelId="{13EAF22D-6C92-BD48-A7BB-1DBF692807BD}" type="presOf" srcId="{393D0A6F-2A76-B043-BAF0-985167D9DB23}" destId="{E9801384-F388-AB47-B527-1B33AA84FA25}" srcOrd="0" destOrd="2" presId="urn:microsoft.com/office/officeart/2005/8/layout/vList2"/>
    <dgm:cxn modelId="{FB86024D-C6AE-554A-A95A-F08393E0991C}" type="presOf" srcId="{0ED91016-C201-134A-BC48-E5F9E906F6BC}" destId="{CE52E24D-9365-8D42-8DA7-D8B43C237252}" srcOrd="0" destOrd="2" presId="urn:microsoft.com/office/officeart/2005/8/layout/vList2"/>
    <dgm:cxn modelId="{400CCB57-CC1C-3247-9775-CF65614B2A00}" type="presOf" srcId="{2C0AD589-B8A9-0441-B7BD-5927931EEF3F}" destId="{E9801384-F388-AB47-B527-1B33AA84FA25}" srcOrd="0" destOrd="0" presId="urn:microsoft.com/office/officeart/2005/8/layout/vList2"/>
    <dgm:cxn modelId="{13707760-0568-DF44-AAA7-895EF56F6E9D}" type="presOf" srcId="{FCADCF29-7372-824F-B406-E333D2534AC3}" destId="{CE52E24D-9365-8D42-8DA7-D8B43C237252}" srcOrd="0" destOrd="3" presId="urn:microsoft.com/office/officeart/2005/8/layout/vList2"/>
    <dgm:cxn modelId="{2F3AC261-6FEB-834C-85EA-3349CB3E8354}" srcId="{E2678F3A-659D-5A43-8538-6B54A5F8AF0F}" destId="{A7A72587-39DB-5948-965C-5DCCB0D9641A}" srcOrd="3" destOrd="0" parTransId="{3F028D6A-CD67-6240-B971-F2B781605634}" sibTransId="{22A84E03-2763-B945-8370-BCE73680BAF7}"/>
    <dgm:cxn modelId="{315D0F6C-E3BF-5A4D-A847-615B1174FBD4}" type="presOf" srcId="{E2678F3A-659D-5A43-8538-6B54A5F8AF0F}" destId="{0D860F10-906E-FC4B-B0A7-A3F97CE5C756}" srcOrd="0" destOrd="0" presId="urn:microsoft.com/office/officeart/2005/8/layout/vList2"/>
    <dgm:cxn modelId="{CA1C4278-20AD-954D-91ED-986DDAD5B7DF}" srcId="{E2678F3A-659D-5A43-8538-6B54A5F8AF0F}" destId="{2C0AD589-B8A9-0441-B7BD-5927931EEF3F}" srcOrd="0" destOrd="0" parTransId="{7E4660A6-664B-EC4C-B4C7-C5AD903C542A}" sibTransId="{1389E25C-90C2-3B4C-AF9A-E504A645183D}"/>
    <dgm:cxn modelId="{24D91687-93EE-364C-914F-E9826F5413DA}" srcId="{2E7AD4A5-9847-A54D-BA8A-05E8A9294278}" destId="{E4A9CA5E-067A-624F-91E7-50B6E783C074}" srcOrd="0" destOrd="0" parTransId="{094D9A6F-868D-4748-A019-5D426C96F80B}" sibTransId="{D81A6399-B58E-E240-9D6E-D7E64B4E6785}"/>
    <dgm:cxn modelId="{AC0CCF88-974C-DE4C-95CC-EC02B3F39E5C}" srcId="{E2678F3A-659D-5A43-8538-6B54A5F8AF0F}" destId="{4444E2BF-5EB7-7044-BA5E-5A6FA5E03AAB}" srcOrd="1" destOrd="0" parTransId="{4695CF31-8067-444B-AFF3-5A23D5AB6568}" sibTransId="{D2CCE63B-9D5A-7644-A30C-B5648201454E}"/>
    <dgm:cxn modelId="{720B318A-3939-2946-8095-8E33CC7C8FBB}" type="presOf" srcId="{A7A72587-39DB-5948-965C-5DCCB0D9641A}" destId="{E9801384-F388-AB47-B527-1B33AA84FA25}" srcOrd="0" destOrd="3" presId="urn:microsoft.com/office/officeart/2005/8/layout/vList2"/>
    <dgm:cxn modelId="{3F29D68A-1876-A944-B064-C93ACF17703C}" srcId="{E2678F3A-659D-5A43-8538-6B54A5F8AF0F}" destId="{393D0A6F-2A76-B043-BAF0-985167D9DB23}" srcOrd="2" destOrd="0" parTransId="{A9BD6326-8618-6B46-A877-AD89B9E1E07E}" sibTransId="{CE16D3A2-9D31-E148-A582-ECACF583E49A}"/>
    <dgm:cxn modelId="{7C76A8AB-4B51-3D40-A971-DDCA16F291C5}" type="presOf" srcId="{B7D86064-CDE9-7645-A4A7-5E351C27B2E4}" destId="{08E9C299-3B7F-6A41-9B7A-99D291D8E5FE}" srcOrd="0" destOrd="0" presId="urn:microsoft.com/office/officeart/2005/8/layout/vList2"/>
    <dgm:cxn modelId="{931425B9-B39C-CB4C-AC20-FC41DA6D69BE}" srcId="{B7D86064-CDE9-7645-A4A7-5E351C27B2E4}" destId="{E2678F3A-659D-5A43-8538-6B54A5F8AF0F}" srcOrd="1" destOrd="0" parTransId="{EEB3DFA8-077A-5C41-984C-90BB401BA579}" sibTransId="{7B6886BF-CBE0-334B-8FA2-2C3B4B0E6820}"/>
    <dgm:cxn modelId="{D73A17BA-4747-0349-93CE-2649AAF5599A}" srcId="{2E7AD4A5-9847-A54D-BA8A-05E8A9294278}" destId="{A6BF5128-2686-F64C-B33C-186252EC9700}" srcOrd="1" destOrd="0" parTransId="{BA71BE72-E350-A04D-AC14-E8DFE7E53BE2}" sibTransId="{87F9BF83-3806-E642-B190-0F062CBC5A59}"/>
    <dgm:cxn modelId="{1BE386D4-3142-7247-BACA-F219E471EA6D}" srcId="{2E7AD4A5-9847-A54D-BA8A-05E8A9294278}" destId="{0ED91016-C201-134A-BC48-E5F9E906F6BC}" srcOrd="2" destOrd="0" parTransId="{7C0D256B-C628-3548-AA00-28AC948A5FBB}" sibTransId="{5EADA6FD-8FEA-1046-ABA8-1A84B0330E13}"/>
    <dgm:cxn modelId="{F0B2DBE5-05D1-BE4D-A8FC-D30B961160D7}" srcId="{2E7AD4A5-9847-A54D-BA8A-05E8A9294278}" destId="{FCADCF29-7372-824F-B406-E333D2534AC3}" srcOrd="3" destOrd="0" parTransId="{FBFB9E47-2F66-0842-A99A-294579884D8B}" sibTransId="{BFCAF4D6-89CC-7949-A316-40167960D82D}"/>
    <dgm:cxn modelId="{80B94CAF-3495-1C4A-8BFC-6B7FF76991C0}" type="presParOf" srcId="{08E9C299-3B7F-6A41-9B7A-99D291D8E5FE}" destId="{9F00AFA4-F087-2C4D-86DC-6C92A6A15D9D}" srcOrd="0" destOrd="0" presId="urn:microsoft.com/office/officeart/2005/8/layout/vList2"/>
    <dgm:cxn modelId="{9CD8405C-4B59-5641-B84A-2D4584D34AF9}" type="presParOf" srcId="{08E9C299-3B7F-6A41-9B7A-99D291D8E5FE}" destId="{CE52E24D-9365-8D42-8DA7-D8B43C237252}" srcOrd="1" destOrd="0" presId="urn:microsoft.com/office/officeart/2005/8/layout/vList2"/>
    <dgm:cxn modelId="{B7F4F942-F986-4C49-AEE4-F3E0291A460D}" type="presParOf" srcId="{08E9C299-3B7F-6A41-9B7A-99D291D8E5FE}" destId="{0D860F10-906E-FC4B-B0A7-A3F97CE5C756}" srcOrd="2" destOrd="0" presId="urn:microsoft.com/office/officeart/2005/8/layout/vList2"/>
    <dgm:cxn modelId="{9FB00BE9-31E1-4E42-8769-CA7FC9690C9B}" type="presParOf" srcId="{08E9C299-3B7F-6A41-9B7A-99D291D8E5FE}" destId="{E9801384-F388-AB47-B527-1B33AA84FA25}"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5.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a:solidFill>
          <a:schemeClr val="accent1">
            <a:lumMod val="60000"/>
            <a:lumOff val="40000"/>
          </a:schemeClr>
        </a:solidFill>
        <a:ln>
          <a:solidFill>
            <a:schemeClr val="tx1"/>
          </a:solidFill>
        </a:ln>
      </dgm:spPr>
      <dgm:t>
        <a:bodyPr/>
        <a:lstStyle/>
        <a:p>
          <a:r>
            <a:rPr lang="en-US" dirty="0">
              <a:solidFill>
                <a:schemeClr val="tx1"/>
              </a:solidFill>
            </a:rPr>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56.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a:solidFill>
          <a:schemeClr val="accent1">
            <a:lumMod val="60000"/>
            <a:lumOff val="40000"/>
          </a:schemeClr>
        </a:solidFill>
        <a:ln>
          <a:solidFill>
            <a:schemeClr val="tx1"/>
          </a:solidFill>
        </a:ln>
      </dgm:spPr>
      <dgm:t>
        <a:bodyPr/>
        <a:lstStyle/>
        <a:p>
          <a:r>
            <a:rPr lang="en-US" dirty="0">
              <a:solidFill>
                <a:schemeClr val="tx1"/>
              </a:solidFill>
            </a:rPr>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dirty="0"/>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57.xml><?xml version="1.0" encoding="utf-8"?>
<dgm:dataModel xmlns:dgm="http://schemas.openxmlformats.org/drawingml/2006/diagram" xmlns:a="http://schemas.openxmlformats.org/drawingml/2006/main">
  <dgm:ptLst>
    <dgm:pt modelId="{B7D86064-CDE9-7645-A4A7-5E351C27B2E4}"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2E7AD4A5-9847-A54D-BA8A-05E8A9294278}">
      <dgm:prSet/>
      <dgm:spPr/>
      <dgm:t>
        <a:bodyPr/>
        <a:lstStyle/>
        <a:p>
          <a:r>
            <a:rPr lang="en-US" b="0" u="none" dirty="0"/>
            <a:t>CAMEA sample geometry</a:t>
          </a:r>
          <a:endParaRPr lang="en-DK" u="none" dirty="0"/>
        </a:p>
      </dgm:t>
    </dgm:pt>
    <dgm:pt modelId="{15143449-C7EB-A043-9105-3593EC4413DB}" type="parTrans" cxnId="{72EDAE00-5609-0C43-83BE-56664C8BFA18}">
      <dgm:prSet/>
      <dgm:spPr/>
      <dgm:t>
        <a:bodyPr/>
        <a:lstStyle/>
        <a:p>
          <a:endParaRPr lang="en-US"/>
        </a:p>
      </dgm:t>
    </dgm:pt>
    <dgm:pt modelId="{A2CFAAA2-5586-D844-9915-C6F8E8ED8499}" type="sibTrans" cxnId="{72EDAE00-5609-0C43-83BE-56664C8BFA18}">
      <dgm:prSet/>
      <dgm:spPr/>
      <dgm:t>
        <a:bodyPr/>
        <a:lstStyle/>
        <a:p>
          <a:endParaRPr lang="en-US"/>
        </a:p>
      </dgm:t>
    </dgm:pt>
    <dgm:pt modelId="{E4A9CA5E-067A-624F-91E7-50B6E783C074}">
      <dgm:prSet/>
      <dgm:spPr/>
      <dgm:t>
        <a:bodyPr/>
        <a:lstStyle/>
        <a:p>
          <a:r>
            <a:rPr lang="en-US"/>
            <a:t>Type: Hollow cylinder</a:t>
          </a:r>
          <a:endParaRPr lang="en-DK"/>
        </a:p>
      </dgm:t>
    </dgm:pt>
    <dgm:pt modelId="{094D9A6F-868D-4748-A019-5D426C96F80B}" type="parTrans" cxnId="{24D91687-93EE-364C-914F-E9826F5413DA}">
      <dgm:prSet/>
      <dgm:spPr/>
      <dgm:t>
        <a:bodyPr/>
        <a:lstStyle/>
        <a:p>
          <a:endParaRPr lang="en-US"/>
        </a:p>
      </dgm:t>
    </dgm:pt>
    <dgm:pt modelId="{D81A6399-B58E-E240-9D6E-D7E64B4E6785}" type="sibTrans" cxnId="{24D91687-93EE-364C-914F-E9826F5413DA}">
      <dgm:prSet/>
      <dgm:spPr/>
      <dgm:t>
        <a:bodyPr/>
        <a:lstStyle/>
        <a:p>
          <a:endParaRPr lang="en-US"/>
        </a:p>
      </dgm:t>
    </dgm:pt>
    <dgm:pt modelId="{A6BF5128-2686-F64C-B33C-186252EC9700}">
      <dgm:prSet/>
      <dgm:spPr/>
      <dgm:t>
        <a:bodyPr/>
        <a:lstStyle/>
        <a:p>
          <a:r>
            <a:rPr lang="en-US"/>
            <a:t>Radius: 10mm</a:t>
          </a:r>
          <a:endParaRPr lang="en-DK"/>
        </a:p>
      </dgm:t>
    </dgm:pt>
    <dgm:pt modelId="{BA71BE72-E350-A04D-AC14-E8DFE7E53BE2}" type="parTrans" cxnId="{D73A17BA-4747-0349-93CE-2649AAF5599A}">
      <dgm:prSet/>
      <dgm:spPr/>
      <dgm:t>
        <a:bodyPr/>
        <a:lstStyle/>
        <a:p>
          <a:endParaRPr lang="en-US"/>
        </a:p>
      </dgm:t>
    </dgm:pt>
    <dgm:pt modelId="{87F9BF83-3806-E642-B190-0F062CBC5A59}" type="sibTrans" cxnId="{D73A17BA-4747-0349-93CE-2649AAF5599A}">
      <dgm:prSet/>
      <dgm:spPr/>
      <dgm:t>
        <a:bodyPr/>
        <a:lstStyle/>
        <a:p>
          <a:endParaRPr lang="en-US"/>
        </a:p>
      </dgm:t>
    </dgm:pt>
    <dgm:pt modelId="{0ED91016-C201-134A-BC48-E5F9E906F6BC}">
      <dgm:prSet/>
      <dgm:spPr/>
      <dgm:t>
        <a:bodyPr/>
        <a:lstStyle/>
        <a:p>
          <a:r>
            <a:rPr lang="en-US" b="0"/>
            <a:t>Height: 10mm</a:t>
          </a:r>
          <a:endParaRPr lang="en-DK"/>
        </a:p>
      </dgm:t>
    </dgm:pt>
    <dgm:pt modelId="{7C0D256B-C628-3548-AA00-28AC948A5FBB}" type="parTrans" cxnId="{1BE386D4-3142-7247-BACA-F219E471EA6D}">
      <dgm:prSet/>
      <dgm:spPr/>
      <dgm:t>
        <a:bodyPr/>
        <a:lstStyle/>
        <a:p>
          <a:endParaRPr lang="en-US"/>
        </a:p>
      </dgm:t>
    </dgm:pt>
    <dgm:pt modelId="{5EADA6FD-8FEA-1046-ABA8-1A84B0330E13}" type="sibTrans" cxnId="{1BE386D4-3142-7247-BACA-F219E471EA6D}">
      <dgm:prSet/>
      <dgm:spPr/>
      <dgm:t>
        <a:bodyPr/>
        <a:lstStyle/>
        <a:p>
          <a:endParaRPr lang="en-US"/>
        </a:p>
      </dgm:t>
    </dgm:pt>
    <dgm:pt modelId="{FCADCF29-7372-824F-B406-E333D2534AC3}">
      <dgm:prSet/>
      <dgm:spPr/>
      <dgm:t>
        <a:bodyPr/>
        <a:lstStyle/>
        <a:p>
          <a:r>
            <a:rPr lang="en-US"/>
            <a:t>Wall thickness: 2.6mm</a:t>
          </a:r>
          <a:endParaRPr lang="en-DK"/>
        </a:p>
      </dgm:t>
    </dgm:pt>
    <dgm:pt modelId="{FBFB9E47-2F66-0842-A99A-294579884D8B}" type="parTrans" cxnId="{F0B2DBE5-05D1-BE4D-A8FC-D30B961160D7}">
      <dgm:prSet/>
      <dgm:spPr/>
      <dgm:t>
        <a:bodyPr/>
        <a:lstStyle/>
        <a:p>
          <a:endParaRPr lang="en-US"/>
        </a:p>
      </dgm:t>
    </dgm:pt>
    <dgm:pt modelId="{BFCAF4D6-89CC-7949-A316-40167960D82D}" type="sibTrans" cxnId="{F0B2DBE5-05D1-BE4D-A8FC-D30B961160D7}">
      <dgm:prSet/>
      <dgm:spPr/>
      <dgm:t>
        <a:bodyPr/>
        <a:lstStyle/>
        <a:p>
          <a:endParaRPr lang="en-US"/>
        </a:p>
      </dgm:t>
    </dgm:pt>
    <dgm:pt modelId="{E2678F3A-659D-5A43-8538-6B54A5F8AF0F}">
      <dgm:prSet/>
      <dgm:spPr/>
      <dgm:t>
        <a:bodyPr/>
        <a:lstStyle/>
        <a:p>
          <a:r>
            <a:rPr lang="en-US" u="none" dirty="0"/>
            <a:t>CAMEA simulation values</a:t>
          </a:r>
          <a:endParaRPr lang="en-DK" u="none" dirty="0"/>
        </a:p>
      </dgm:t>
    </dgm:pt>
    <dgm:pt modelId="{EEB3DFA8-077A-5C41-984C-90BB401BA579}" type="parTrans" cxnId="{931425B9-B39C-CB4C-AC20-FC41DA6D69BE}">
      <dgm:prSet/>
      <dgm:spPr/>
      <dgm:t>
        <a:bodyPr/>
        <a:lstStyle/>
        <a:p>
          <a:endParaRPr lang="en-US"/>
        </a:p>
      </dgm:t>
    </dgm:pt>
    <dgm:pt modelId="{7B6886BF-CBE0-334B-8FA2-2C3B4B0E6820}" type="sibTrans" cxnId="{931425B9-B39C-CB4C-AC20-FC41DA6D69BE}">
      <dgm:prSet/>
      <dgm:spPr/>
      <dgm:t>
        <a:bodyPr/>
        <a:lstStyle/>
        <a:p>
          <a:endParaRPr lang="en-US"/>
        </a:p>
      </dgm:t>
    </dgm:pt>
    <mc:AlternateContent xmlns:mc="http://schemas.openxmlformats.org/markup-compatibility/2006">
      <mc:Choice xmlns:a14="http://schemas.microsoft.com/office/drawing/2010/main" Requires="a14">
        <dgm:pt modelId="{4444E2BF-5EB7-7044-BA5E-5A6FA5E03AAB}">
          <dgm:prSet/>
          <dgm:spPr/>
          <dgm:t>
            <a:bodyPr/>
            <a:lstStyle/>
            <a:p>
              <a:pPr/>
              <a14:m>
                <m:oMathPara xmlns:m="http://schemas.openxmlformats.org/officeDocument/2006/math">
                  <m:oMathParaPr>
                    <m:jc m:val="centerGroup"/>
                  </m:oMathParaPr>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𝐼</m:t>
                        </m:r>
                      </m:e>
                      <m:sub>
                        <m:r>
                          <m:rPr>
                            <m:sty m:val="p"/>
                          </m:rPr>
                          <a:rPr lang="en-DK">
                            <a:latin typeface="Cambria Math" panose="02040503050406030204" pitchFamily="18" charset="0"/>
                          </a:rPr>
                          <m:t>exp</m:t>
                        </m:r>
                      </m:sub>
                      <m:sup>
                        <m:r>
                          <a:rPr lang="en-DK" i="1">
                            <a:latin typeface="Cambria Math" panose="02040503050406030204" pitchFamily="18" charset="0"/>
                          </a:rPr>
                          <m:t>(1)</m:t>
                        </m:r>
                      </m:sup>
                    </m:sSubSup>
                    <m:r>
                      <a:rPr lang="en-DK" i="1">
                        <a:latin typeface="Cambria Math" panose="02040503050406030204" pitchFamily="18" charset="0"/>
                      </a:rPr>
                      <m:t>=61285.3</m:t>
                    </m:r>
                  </m:oMath>
                </m:oMathPara>
              </a14:m>
              <a:endParaRPr lang="en-DK" dirty="0"/>
            </a:p>
          </dgm:t>
        </dgm:pt>
      </mc:Choice>
      <mc:Fallback>
        <dgm:pt modelId="{4444E2BF-5EB7-7044-BA5E-5A6FA5E03AAB}">
          <dgm:prSet/>
          <dgm:spPr/>
          <dgm:t>
            <a:bodyPr/>
            <a:lstStyle/>
            <a:p>
              <a:pPr/>
              <a:r>
                <a:rPr lang="en-DK" i="0">
                  <a:latin typeface="Cambria Math" panose="02040503050406030204" pitchFamily="18" charset="0"/>
                </a:rPr>
                <a:t>𝐼_exp^((1))=61285.3</a:t>
              </a:r>
              <a:endParaRPr lang="en-DK" dirty="0"/>
            </a:p>
          </dgm:t>
        </dgm:pt>
      </mc:Fallback>
    </mc:AlternateContent>
    <dgm:pt modelId="{4695CF31-8067-444B-AFF3-5A23D5AB6568}" type="parTrans" cxnId="{AC0CCF88-974C-DE4C-95CC-EC02B3F39E5C}">
      <dgm:prSet/>
      <dgm:spPr/>
      <dgm:t>
        <a:bodyPr/>
        <a:lstStyle/>
        <a:p>
          <a:endParaRPr lang="en-US"/>
        </a:p>
      </dgm:t>
    </dgm:pt>
    <dgm:pt modelId="{D2CCE63B-9D5A-7644-A30C-B5648201454E}" type="sibTrans" cxnId="{AC0CCF88-974C-DE4C-95CC-EC02B3F39E5C}">
      <dgm:prSet/>
      <dgm:spPr/>
      <dgm:t>
        <a:bodyPr/>
        <a:lstStyle/>
        <a:p>
          <a:endParaRPr lang="en-US"/>
        </a:p>
      </dgm:t>
    </dgm:pt>
    <mc:AlternateContent xmlns:mc="http://schemas.openxmlformats.org/markup-compatibility/2006" xmlns:a14="http://schemas.microsoft.com/office/drawing/2010/main">
      <mc:Choice Requires="a14">
        <dgm:pt modelId="{A7A72587-39DB-5948-965C-5DCCB0D9641A}">
          <dgm:prSet/>
          <dgm:spPr/>
          <dgm:t>
            <a:bodyPr/>
            <a:lstStyle/>
            <a:p>
              <a:pPr/>
              <a14:m>
                <m:oMathPara xmlns:m="http://schemas.openxmlformats.org/officeDocument/2006/math">
                  <m:oMathParaPr>
                    <m:jc m:val="centerGroup"/>
                  </m:oMathParaPr>
                  <m:oMath xmlns:m="http://schemas.openxmlformats.org/officeDocument/2006/math">
                    <m:f>
                      <m:fPr>
                        <m:ctrlPr>
                          <a:rPr lang="en-DK" i="1" smtClean="0">
                            <a:latin typeface="Cambria Math" panose="02040503050406030204" pitchFamily="18" charset="0"/>
                          </a:rPr>
                        </m:ctrlPr>
                      </m:fPr>
                      <m:num>
                        <m:sSub>
                          <m:sSubPr>
                            <m:ctrlPr>
                              <a:rPr lang="en-DK" i="1">
                                <a:latin typeface="Cambria Math" panose="02040503050406030204" pitchFamily="18" charset="0"/>
                              </a:rPr>
                            </m:ctrlPr>
                          </m:sSubPr>
                          <m:e>
                            <m:r>
                              <a:rPr lang="en-DK" i="1">
                                <a:latin typeface="Cambria Math" panose="02040503050406030204" pitchFamily="18" charset="0"/>
                              </a:rPr>
                              <m:t>𝐼</m:t>
                            </m:r>
                          </m:e>
                          <m:sub>
                            <m:r>
                              <m:rPr>
                                <m:sty m:val="p"/>
                              </m:rPr>
                              <a:rPr lang="en-DK">
                                <a:latin typeface="Cambria Math" panose="02040503050406030204" pitchFamily="18" charset="0"/>
                              </a:rPr>
                              <m:t>max</m:t>
                            </m:r>
                          </m:sub>
                        </m:sSub>
                        <m:r>
                          <a:rPr lang="en-DK" i="1">
                            <a:latin typeface="Cambria Math" panose="02040503050406030204" pitchFamily="18" charset="0"/>
                          </a:rPr>
                          <m:t>−</m:t>
                        </m:r>
                        <m:sSub>
                          <m:sSubPr>
                            <m:ctrlPr>
                              <a:rPr lang="en-DK" i="1">
                                <a:latin typeface="Cambria Math" panose="02040503050406030204" pitchFamily="18" charset="0"/>
                              </a:rPr>
                            </m:ctrlPr>
                          </m:sSubPr>
                          <m:e>
                            <m:r>
                              <a:rPr lang="en-DK" i="1">
                                <a:latin typeface="Cambria Math" panose="02040503050406030204" pitchFamily="18" charset="0"/>
                              </a:rPr>
                              <m:t>𝐼</m:t>
                            </m:r>
                          </m:e>
                          <m:sub>
                            <m:r>
                              <m:rPr>
                                <m:sty m:val="p"/>
                              </m:rPr>
                              <a:rPr lang="en-DK">
                                <a:latin typeface="Cambria Math" panose="02040503050406030204" pitchFamily="18" charset="0"/>
                              </a:rPr>
                              <m:t>min</m:t>
                            </m:r>
                          </m:sub>
                        </m:sSub>
                      </m:num>
                      <m:den>
                        <m:acc>
                          <m:accPr>
                            <m:chr m:val="̅"/>
                            <m:ctrlPr>
                              <a:rPr lang="en-DK" i="1">
                                <a:latin typeface="Cambria Math" panose="02040503050406030204" pitchFamily="18" charset="0"/>
                              </a:rPr>
                            </m:ctrlPr>
                          </m:accPr>
                          <m:e>
                            <m:r>
                              <a:rPr lang="en-DK" i="1">
                                <a:latin typeface="Cambria Math" panose="02040503050406030204" pitchFamily="18" charset="0"/>
                              </a:rPr>
                              <m:t>𝐼</m:t>
                            </m:r>
                          </m:e>
                        </m:acc>
                      </m:den>
                    </m:f>
                    <m:r>
                      <a:rPr lang="en-DK" i="1">
                        <a:latin typeface="Cambria Math" panose="02040503050406030204" pitchFamily="18" charset="0"/>
                      </a:rPr>
                      <m:t>=0.156791</m:t>
                    </m:r>
                  </m:oMath>
                </m:oMathPara>
              </a14:m>
              <a:endParaRPr lang="en-DK"/>
            </a:p>
          </dgm:t>
        </dgm:pt>
      </mc:Choice>
      <mc:Fallback xmlns="">
        <dgm:pt modelId="{A7A72587-39DB-5948-965C-5DCCB0D9641A}">
          <dgm:prSet/>
          <dgm:spPr/>
          <dgm:t>
            <a:bodyPr/>
            <a:lstStyle/>
            <a:p>
              <a:r>
                <a:rPr lang="en-DK" i="0"/>
                <a:t>(𝐼_max−𝐼_min)/𝐼 ̅ =0.156791</a:t>
              </a:r>
              <a:endParaRPr lang="en-DK"/>
            </a:p>
          </dgm:t>
        </dgm:pt>
      </mc:Fallback>
    </mc:AlternateContent>
    <dgm:pt modelId="{3F028D6A-CD67-6240-B971-F2B781605634}" type="parTrans" cxnId="{2F3AC261-6FEB-834C-85EA-3349CB3E8354}">
      <dgm:prSet/>
      <dgm:spPr/>
      <dgm:t>
        <a:bodyPr/>
        <a:lstStyle/>
        <a:p>
          <a:endParaRPr lang="en-US"/>
        </a:p>
      </dgm:t>
    </dgm:pt>
    <dgm:pt modelId="{22A84E03-2763-B945-8370-BCE73680BAF7}" type="sibTrans" cxnId="{2F3AC261-6FEB-834C-85EA-3349CB3E8354}">
      <dgm:prSet/>
      <dgm:spPr/>
      <dgm:t>
        <a:bodyPr/>
        <a:lstStyle/>
        <a:p>
          <a:endParaRPr lang="en-US"/>
        </a:p>
      </dgm:t>
    </dgm:pt>
    <mc:AlternateContent xmlns:mc="http://schemas.openxmlformats.org/markup-compatibility/2006">
      <mc:Choice xmlns:a14="http://schemas.microsoft.com/office/drawing/2010/main" Requires="a14">
        <dgm:pt modelId="{393D0A6F-2A76-B043-BAF0-985167D9DB23}">
          <dgm:prSet/>
          <dgm:spPr/>
          <dgm:t>
            <a:bodyPr/>
            <a:lstStyle/>
            <a:p>
              <a:pPr/>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𝑅</m:t>
                    </m:r>
                    <m:r>
                      <a:rPr lang="en-DK" i="1" smtClean="0">
                        <a:latin typeface="Cambria Math" panose="02040503050406030204" pitchFamily="18" charset="0"/>
                      </a:rPr>
                      <m:t>=0.302</m:t>
                    </m:r>
                  </m:oMath>
                </m:oMathPara>
              </a14:m>
              <a:endParaRPr lang="en-DK" dirty="0"/>
            </a:p>
          </dgm:t>
        </dgm:pt>
      </mc:Choice>
      <mc:Fallback>
        <dgm:pt modelId="{393D0A6F-2A76-B043-BAF0-985167D9DB23}">
          <dgm:prSet/>
          <dgm:spPr/>
          <dgm:t>
            <a:bodyPr/>
            <a:lstStyle/>
            <a:p>
              <a:pPr/>
              <a:r>
                <a:rPr lang="en-DK" i="0">
                  <a:latin typeface="Cambria Math" panose="02040503050406030204" pitchFamily="18" charset="0"/>
                </a:rPr>
                <a:t>𝑅=0.302</a:t>
              </a:r>
              <a:endParaRPr lang="en-DK" dirty="0"/>
            </a:p>
          </dgm:t>
        </dgm:pt>
      </mc:Fallback>
    </mc:AlternateContent>
    <dgm:pt modelId="{CE16D3A2-9D31-E148-A582-ECACF583E49A}" type="sibTrans" cxnId="{3F29D68A-1876-A944-B064-C93ACF17703C}">
      <dgm:prSet/>
      <dgm:spPr/>
      <dgm:t>
        <a:bodyPr/>
        <a:lstStyle/>
        <a:p>
          <a:endParaRPr lang="en-US"/>
        </a:p>
      </dgm:t>
    </dgm:pt>
    <dgm:pt modelId="{A9BD6326-8618-6B46-A877-AD89B9E1E07E}" type="parTrans" cxnId="{3F29D68A-1876-A944-B064-C93ACF17703C}">
      <dgm:prSet/>
      <dgm:spPr/>
      <dgm:t>
        <a:bodyPr/>
        <a:lstStyle/>
        <a:p>
          <a:endParaRPr lang="en-US"/>
        </a:p>
      </dgm:t>
    </dgm:pt>
    <mc:AlternateContent xmlns:mc="http://schemas.openxmlformats.org/markup-compatibility/2006">
      <mc:Choice xmlns:a14="http://schemas.microsoft.com/office/drawing/2010/main" Requires="a14">
        <dgm:pt modelId="{2C0AD589-B8A9-0441-B7BD-5927931EEF3F}">
          <dgm:prSet/>
          <dgm:spPr/>
          <dgm:t>
            <a:bodyPr/>
            <a:lstStyle/>
            <a:p>
              <a14:m>
                <m:oMathPara xmlns:m="http://schemas.openxmlformats.org/officeDocument/2006/math">
                  <m:oMathParaPr>
                    <m:jc m:val="centerGroup"/>
                  </m:oMathParaPr>
                  <m:oMath xmlns:m="http://schemas.openxmlformats.org/officeDocument/2006/math">
                    <m:sSub>
                      <m:sSubPr>
                        <m:ctrlPr>
                          <a:rPr lang="en-DK" i="1" smtClean="0">
                            <a:latin typeface="Cambria Math" panose="02040503050406030204" pitchFamily="18" charset="0"/>
                          </a:rPr>
                        </m:ctrlPr>
                      </m:sSubPr>
                      <m:e>
                        <m:r>
                          <a:rPr lang="en-DK" i="1">
                            <a:latin typeface="Cambria Math" panose="02040503050406030204" pitchFamily="18" charset="0"/>
                          </a:rPr>
                          <m:t>𝐼</m:t>
                        </m:r>
                      </m:e>
                      <m:sub>
                        <m:r>
                          <m:rPr>
                            <m:sty m:val="p"/>
                          </m:rPr>
                          <a:rPr lang="en-DK">
                            <a:latin typeface="Cambria Math" panose="02040503050406030204" pitchFamily="18" charset="0"/>
                          </a:rPr>
                          <m:t>obs</m:t>
                        </m:r>
                      </m:sub>
                    </m:sSub>
                    <m:r>
                      <a:rPr lang="en-DK" i="1">
                        <a:latin typeface="Cambria Math" panose="02040503050406030204" pitchFamily="18" charset="0"/>
                      </a:rPr>
                      <m:t>=18509.0</m:t>
                    </m:r>
                  </m:oMath>
                </m:oMathPara>
              </a14:m>
              <a:endParaRPr lang="en-DK" dirty="0"/>
            </a:p>
          </dgm:t>
        </dgm:pt>
      </mc:Choice>
      <mc:Fallback>
        <dgm:pt modelId="{2C0AD589-B8A9-0441-B7BD-5927931EEF3F}">
          <dgm:prSet/>
          <dgm:spPr/>
          <dgm:t>
            <a:bodyPr/>
            <a:lstStyle/>
            <a:p>
              <a:r>
                <a:rPr lang="en-DK" i="0">
                  <a:latin typeface="Cambria Math" panose="02040503050406030204" pitchFamily="18" charset="0"/>
                </a:rPr>
                <a:t>𝐼_obs=18509.0</a:t>
              </a:r>
              <a:endParaRPr lang="en-DK" dirty="0"/>
            </a:p>
          </dgm:t>
        </dgm:pt>
      </mc:Fallback>
    </mc:AlternateContent>
    <dgm:pt modelId="{7E4660A6-664B-EC4C-B4C7-C5AD903C542A}" type="parTrans" cxnId="{CA1C4278-20AD-954D-91ED-986DDAD5B7DF}">
      <dgm:prSet/>
      <dgm:spPr/>
      <dgm:t>
        <a:bodyPr/>
        <a:lstStyle/>
        <a:p>
          <a:endParaRPr lang="en-US"/>
        </a:p>
      </dgm:t>
    </dgm:pt>
    <dgm:pt modelId="{1389E25C-90C2-3B4C-AF9A-E504A645183D}" type="sibTrans" cxnId="{CA1C4278-20AD-954D-91ED-986DDAD5B7DF}">
      <dgm:prSet/>
      <dgm:spPr/>
      <dgm:t>
        <a:bodyPr/>
        <a:lstStyle/>
        <a:p>
          <a:endParaRPr lang="en-US"/>
        </a:p>
      </dgm:t>
    </dgm:pt>
    <dgm:pt modelId="{08E9C299-3B7F-6A41-9B7A-99D291D8E5FE}" type="pres">
      <dgm:prSet presAssocID="{B7D86064-CDE9-7645-A4A7-5E351C27B2E4}" presName="linear" presStyleCnt="0">
        <dgm:presLayoutVars>
          <dgm:animLvl val="lvl"/>
          <dgm:resizeHandles val="exact"/>
        </dgm:presLayoutVars>
      </dgm:prSet>
      <dgm:spPr/>
    </dgm:pt>
    <dgm:pt modelId="{9F00AFA4-F087-2C4D-86DC-6C92A6A15D9D}" type="pres">
      <dgm:prSet presAssocID="{2E7AD4A5-9847-A54D-BA8A-05E8A9294278}" presName="parentText" presStyleLbl="node1" presStyleIdx="0" presStyleCnt="2">
        <dgm:presLayoutVars>
          <dgm:chMax val="0"/>
          <dgm:bulletEnabled val="1"/>
        </dgm:presLayoutVars>
      </dgm:prSet>
      <dgm:spPr/>
    </dgm:pt>
    <dgm:pt modelId="{CE52E24D-9365-8D42-8DA7-D8B43C237252}" type="pres">
      <dgm:prSet presAssocID="{2E7AD4A5-9847-A54D-BA8A-05E8A9294278}" presName="childText" presStyleLbl="revTx" presStyleIdx="0" presStyleCnt="2">
        <dgm:presLayoutVars>
          <dgm:bulletEnabled val="1"/>
        </dgm:presLayoutVars>
      </dgm:prSet>
      <dgm:spPr/>
    </dgm:pt>
    <dgm:pt modelId="{0D860F10-906E-FC4B-B0A7-A3F97CE5C756}" type="pres">
      <dgm:prSet presAssocID="{E2678F3A-659D-5A43-8538-6B54A5F8AF0F}" presName="parentText" presStyleLbl="node1" presStyleIdx="1" presStyleCnt="2">
        <dgm:presLayoutVars>
          <dgm:chMax val="0"/>
          <dgm:bulletEnabled val="1"/>
        </dgm:presLayoutVars>
      </dgm:prSet>
      <dgm:spPr/>
    </dgm:pt>
    <dgm:pt modelId="{E9801384-F388-AB47-B527-1B33AA84FA25}" type="pres">
      <dgm:prSet presAssocID="{E2678F3A-659D-5A43-8538-6B54A5F8AF0F}" presName="childText" presStyleLbl="revTx" presStyleIdx="1" presStyleCnt="2">
        <dgm:presLayoutVars>
          <dgm:bulletEnabled val="1"/>
        </dgm:presLayoutVars>
      </dgm:prSet>
      <dgm:spPr/>
    </dgm:pt>
  </dgm:ptLst>
  <dgm:cxnLst>
    <dgm:cxn modelId="{72EDAE00-5609-0C43-83BE-56664C8BFA18}" srcId="{B7D86064-CDE9-7645-A4A7-5E351C27B2E4}" destId="{2E7AD4A5-9847-A54D-BA8A-05E8A9294278}" srcOrd="0" destOrd="0" parTransId="{15143449-C7EB-A043-9105-3593EC4413DB}" sibTransId="{A2CFAAA2-5586-D844-9915-C6F8E8ED8499}"/>
    <dgm:cxn modelId="{671EA708-19B6-1F48-B470-1570585458AC}" type="presOf" srcId="{E4A9CA5E-067A-624F-91E7-50B6E783C074}" destId="{CE52E24D-9365-8D42-8DA7-D8B43C237252}" srcOrd="0" destOrd="0" presId="urn:microsoft.com/office/officeart/2005/8/layout/vList2"/>
    <dgm:cxn modelId="{EED24F10-BB48-FD4F-B423-F8D446082631}" type="presOf" srcId="{4444E2BF-5EB7-7044-BA5E-5A6FA5E03AAB}" destId="{E9801384-F388-AB47-B527-1B33AA84FA25}" srcOrd="0" destOrd="1" presId="urn:microsoft.com/office/officeart/2005/8/layout/vList2"/>
    <dgm:cxn modelId="{388B7C12-977D-4C4E-8FE9-7F3628C68153}" type="presOf" srcId="{2E7AD4A5-9847-A54D-BA8A-05E8A9294278}" destId="{9F00AFA4-F087-2C4D-86DC-6C92A6A15D9D}" srcOrd="0" destOrd="0" presId="urn:microsoft.com/office/officeart/2005/8/layout/vList2"/>
    <dgm:cxn modelId="{5FF41C19-E53D-F74B-9765-EEF6FB97E9B6}" type="presOf" srcId="{A6BF5128-2686-F64C-B33C-186252EC9700}" destId="{CE52E24D-9365-8D42-8DA7-D8B43C237252}" srcOrd="0" destOrd="1" presId="urn:microsoft.com/office/officeart/2005/8/layout/vList2"/>
    <dgm:cxn modelId="{13EAF22D-6C92-BD48-A7BB-1DBF692807BD}" type="presOf" srcId="{393D0A6F-2A76-B043-BAF0-985167D9DB23}" destId="{E9801384-F388-AB47-B527-1B33AA84FA25}" srcOrd="0" destOrd="2" presId="urn:microsoft.com/office/officeart/2005/8/layout/vList2"/>
    <dgm:cxn modelId="{FB86024D-C6AE-554A-A95A-F08393E0991C}" type="presOf" srcId="{0ED91016-C201-134A-BC48-E5F9E906F6BC}" destId="{CE52E24D-9365-8D42-8DA7-D8B43C237252}" srcOrd="0" destOrd="2" presId="urn:microsoft.com/office/officeart/2005/8/layout/vList2"/>
    <dgm:cxn modelId="{400CCB57-CC1C-3247-9775-CF65614B2A00}" type="presOf" srcId="{2C0AD589-B8A9-0441-B7BD-5927931EEF3F}" destId="{E9801384-F388-AB47-B527-1B33AA84FA25}" srcOrd="0" destOrd="0" presId="urn:microsoft.com/office/officeart/2005/8/layout/vList2"/>
    <dgm:cxn modelId="{13707760-0568-DF44-AAA7-895EF56F6E9D}" type="presOf" srcId="{FCADCF29-7372-824F-B406-E333D2534AC3}" destId="{CE52E24D-9365-8D42-8DA7-D8B43C237252}" srcOrd="0" destOrd="3" presId="urn:microsoft.com/office/officeart/2005/8/layout/vList2"/>
    <dgm:cxn modelId="{2F3AC261-6FEB-834C-85EA-3349CB3E8354}" srcId="{E2678F3A-659D-5A43-8538-6B54A5F8AF0F}" destId="{A7A72587-39DB-5948-965C-5DCCB0D9641A}" srcOrd="3" destOrd="0" parTransId="{3F028D6A-CD67-6240-B971-F2B781605634}" sibTransId="{22A84E03-2763-B945-8370-BCE73680BAF7}"/>
    <dgm:cxn modelId="{315D0F6C-E3BF-5A4D-A847-615B1174FBD4}" type="presOf" srcId="{E2678F3A-659D-5A43-8538-6B54A5F8AF0F}" destId="{0D860F10-906E-FC4B-B0A7-A3F97CE5C756}" srcOrd="0" destOrd="0" presId="urn:microsoft.com/office/officeart/2005/8/layout/vList2"/>
    <dgm:cxn modelId="{CA1C4278-20AD-954D-91ED-986DDAD5B7DF}" srcId="{E2678F3A-659D-5A43-8538-6B54A5F8AF0F}" destId="{2C0AD589-B8A9-0441-B7BD-5927931EEF3F}" srcOrd="0" destOrd="0" parTransId="{7E4660A6-664B-EC4C-B4C7-C5AD903C542A}" sibTransId="{1389E25C-90C2-3B4C-AF9A-E504A645183D}"/>
    <dgm:cxn modelId="{24D91687-93EE-364C-914F-E9826F5413DA}" srcId="{2E7AD4A5-9847-A54D-BA8A-05E8A9294278}" destId="{E4A9CA5E-067A-624F-91E7-50B6E783C074}" srcOrd="0" destOrd="0" parTransId="{094D9A6F-868D-4748-A019-5D426C96F80B}" sibTransId="{D81A6399-B58E-E240-9D6E-D7E64B4E6785}"/>
    <dgm:cxn modelId="{AC0CCF88-974C-DE4C-95CC-EC02B3F39E5C}" srcId="{E2678F3A-659D-5A43-8538-6B54A5F8AF0F}" destId="{4444E2BF-5EB7-7044-BA5E-5A6FA5E03AAB}" srcOrd="1" destOrd="0" parTransId="{4695CF31-8067-444B-AFF3-5A23D5AB6568}" sibTransId="{D2CCE63B-9D5A-7644-A30C-B5648201454E}"/>
    <dgm:cxn modelId="{720B318A-3939-2946-8095-8E33CC7C8FBB}" type="presOf" srcId="{A7A72587-39DB-5948-965C-5DCCB0D9641A}" destId="{E9801384-F388-AB47-B527-1B33AA84FA25}" srcOrd="0" destOrd="3" presId="urn:microsoft.com/office/officeart/2005/8/layout/vList2"/>
    <dgm:cxn modelId="{3F29D68A-1876-A944-B064-C93ACF17703C}" srcId="{E2678F3A-659D-5A43-8538-6B54A5F8AF0F}" destId="{393D0A6F-2A76-B043-BAF0-985167D9DB23}" srcOrd="2" destOrd="0" parTransId="{A9BD6326-8618-6B46-A877-AD89B9E1E07E}" sibTransId="{CE16D3A2-9D31-E148-A582-ECACF583E49A}"/>
    <dgm:cxn modelId="{7C76A8AB-4B51-3D40-A971-DDCA16F291C5}" type="presOf" srcId="{B7D86064-CDE9-7645-A4A7-5E351C27B2E4}" destId="{08E9C299-3B7F-6A41-9B7A-99D291D8E5FE}" srcOrd="0" destOrd="0" presId="urn:microsoft.com/office/officeart/2005/8/layout/vList2"/>
    <dgm:cxn modelId="{931425B9-B39C-CB4C-AC20-FC41DA6D69BE}" srcId="{B7D86064-CDE9-7645-A4A7-5E351C27B2E4}" destId="{E2678F3A-659D-5A43-8538-6B54A5F8AF0F}" srcOrd="1" destOrd="0" parTransId="{EEB3DFA8-077A-5C41-984C-90BB401BA579}" sibTransId="{7B6886BF-CBE0-334B-8FA2-2C3B4B0E6820}"/>
    <dgm:cxn modelId="{D73A17BA-4747-0349-93CE-2649AAF5599A}" srcId="{2E7AD4A5-9847-A54D-BA8A-05E8A9294278}" destId="{A6BF5128-2686-F64C-B33C-186252EC9700}" srcOrd="1" destOrd="0" parTransId="{BA71BE72-E350-A04D-AC14-E8DFE7E53BE2}" sibTransId="{87F9BF83-3806-E642-B190-0F062CBC5A59}"/>
    <dgm:cxn modelId="{1BE386D4-3142-7247-BACA-F219E471EA6D}" srcId="{2E7AD4A5-9847-A54D-BA8A-05E8A9294278}" destId="{0ED91016-C201-134A-BC48-E5F9E906F6BC}" srcOrd="2" destOrd="0" parTransId="{7C0D256B-C628-3548-AA00-28AC948A5FBB}" sibTransId="{5EADA6FD-8FEA-1046-ABA8-1A84B0330E13}"/>
    <dgm:cxn modelId="{F0B2DBE5-05D1-BE4D-A8FC-D30B961160D7}" srcId="{2E7AD4A5-9847-A54D-BA8A-05E8A9294278}" destId="{FCADCF29-7372-824F-B406-E333D2534AC3}" srcOrd="3" destOrd="0" parTransId="{FBFB9E47-2F66-0842-A99A-294579884D8B}" sibTransId="{BFCAF4D6-89CC-7949-A316-40167960D82D}"/>
    <dgm:cxn modelId="{80B94CAF-3495-1C4A-8BFC-6B7FF76991C0}" type="presParOf" srcId="{08E9C299-3B7F-6A41-9B7A-99D291D8E5FE}" destId="{9F00AFA4-F087-2C4D-86DC-6C92A6A15D9D}" srcOrd="0" destOrd="0" presId="urn:microsoft.com/office/officeart/2005/8/layout/vList2"/>
    <dgm:cxn modelId="{9CD8405C-4B59-5641-B84A-2D4584D34AF9}" type="presParOf" srcId="{08E9C299-3B7F-6A41-9B7A-99D291D8E5FE}" destId="{CE52E24D-9365-8D42-8DA7-D8B43C237252}" srcOrd="1" destOrd="0" presId="urn:microsoft.com/office/officeart/2005/8/layout/vList2"/>
    <dgm:cxn modelId="{B7F4F942-F986-4C49-AEE4-F3E0291A460D}" type="presParOf" srcId="{08E9C299-3B7F-6A41-9B7A-99D291D8E5FE}" destId="{0D860F10-906E-FC4B-B0A7-A3F97CE5C756}" srcOrd="2" destOrd="0" presId="urn:microsoft.com/office/officeart/2005/8/layout/vList2"/>
    <dgm:cxn modelId="{9FB00BE9-31E1-4E42-8769-CA7FC9690C9B}" type="presParOf" srcId="{08E9C299-3B7F-6A41-9B7A-99D291D8E5FE}" destId="{E9801384-F388-AB47-B527-1B33AA84FA25}" srcOrd="3" destOrd="0" presId="urn:microsoft.com/office/officeart/2005/8/layout/vList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58.xml><?xml version="1.0" encoding="utf-8"?>
<dgm:dataModel xmlns:dgm="http://schemas.openxmlformats.org/drawingml/2006/diagram" xmlns:a="http://schemas.openxmlformats.org/drawingml/2006/main">
  <dgm:ptLst>
    <dgm:pt modelId="{B7D86064-CDE9-7645-A4A7-5E351C27B2E4}"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2E7AD4A5-9847-A54D-BA8A-05E8A9294278}">
      <dgm:prSet/>
      <dgm:spPr/>
      <dgm:t>
        <a:bodyPr/>
        <a:lstStyle/>
        <a:p>
          <a:r>
            <a:rPr lang="en-US" b="0" u="none" dirty="0"/>
            <a:t>CAMEA sample geometry</a:t>
          </a:r>
          <a:endParaRPr lang="en-DK" u="none" dirty="0"/>
        </a:p>
      </dgm:t>
    </dgm:pt>
    <dgm:pt modelId="{15143449-C7EB-A043-9105-3593EC4413DB}" type="parTrans" cxnId="{72EDAE00-5609-0C43-83BE-56664C8BFA18}">
      <dgm:prSet/>
      <dgm:spPr/>
      <dgm:t>
        <a:bodyPr/>
        <a:lstStyle/>
        <a:p>
          <a:endParaRPr lang="en-US"/>
        </a:p>
      </dgm:t>
    </dgm:pt>
    <dgm:pt modelId="{A2CFAAA2-5586-D844-9915-C6F8E8ED8499}" type="sibTrans" cxnId="{72EDAE00-5609-0C43-83BE-56664C8BFA18}">
      <dgm:prSet/>
      <dgm:spPr/>
      <dgm:t>
        <a:bodyPr/>
        <a:lstStyle/>
        <a:p>
          <a:endParaRPr lang="en-US"/>
        </a:p>
      </dgm:t>
    </dgm:pt>
    <dgm:pt modelId="{E4A9CA5E-067A-624F-91E7-50B6E783C074}">
      <dgm:prSet/>
      <dgm:spPr/>
      <dgm:t>
        <a:bodyPr/>
        <a:lstStyle/>
        <a:p>
          <a:r>
            <a:rPr lang="en-US"/>
            <a:t>Type: Hollow cylinder</a:t>
          </a:r>
          <a:endParaRPr lang="en-DK"/>
        </a:p>
      </dgm:t>
    </dgm:pt>
    <dgm:pt modelId="{094D9A6F-868D-4748-A019-5D426C96F80B}" type="parTrans" cxnId="{24D91687-93EE-364C-914F-E9826F5413DA}">
      <dgm:prSet/>
      <dgm:spPr/>
      <dgm:t>
        <a:bodyPr/>
        <a:lstStyle/>
        <a:p>
          <a:endParaRPr lang="en-US"/>
        </a:p>
      </dgm:t>
    </dgm:pt>
    <dgm:pt modelId="{D81A6399-B58E-E240-9D6E-D7E64B4E6785}" type="sibTrans" cxnId="{24D91687-93EE-364C-914F-E9826F5413DA}">
      <dgm:prSet/>
      <dgm:spPr/>
      <dgm:t>
        <a:bodyPr/>
        <a:lstStyle/>
        <a:p>
          <a:endParaRPr lang="en-US"/>
        </a:p>
      </dgm:t>
    </dgm:pt>
    <dgm:pt modelId="{A6BF5128-2686-F64C-B33C-186252EC9700}">
      <dgm:prSet/>
      <dgm:spPr/>
      <dgm:t>
        <a:bodyPr/>
        <a:lstStyle/>
        <a:p>
          <a:r>
            <a:rPr lang="en-US"/>
            <a:t>Radius: 10mm</a:t>
          </a:r>
          <a:endParaRPr lang="en-DK"/>
        </a:p>
      </dgm:t>
    </dgm:pt>
    <dgm:pt modelId="{BA71BE72-E350-A04D-AC14-E8DFE7E53BE2}" type="parTrans" cxnId="{D73A17BA-4747-0349-93CE-2649AAF5599A}">
      <dgm:prSet/>
      <dgm:spPr/>
      <dgm:t>
        <a:bodyPr/>
        <a:lstStyle/>
        <a:p>
          <a:endParaRPr lang="en-US"/>
        </a:p>
      </dgm:t>
    </dgm:pt>
    <dgm:pt modelId="{87F9BF83-3806-E642-B190-0F062CBC5A59}" type="sibTrans" cxnId="{D73A17BA-4747-0349-93CE-2649AAF5599A}">
      <dgm:prSet/>
      <dgm:spPr/>
      <dgm:t>
        <a:bodyPr/>
        <a:lstStyle/>
        <a:p>
          <a:endParaRPr lang="en-US"/>
        </a:p>
      </dgm:t>
    </dgm:pt>
    <dgm:pt modelId="{0ED91016-C201-134A-BC48-E5F9E906F6BC}">
      <dgm:prSet/>
      <dgm:spPr/>
      <dgm:t>
        <a:bodyPr/>
        <a:lstStyle/>
        <a:p>
          <a:r>
            <a:rPr lang="en-US" b="0"/>
            <a:t>Height: 10mm</a:t>
          </a:r>
          <a:endParaRPr lang="en-DK"/>
        </a:p>
      </dgm:t>
    </dgm:pt>
    <dgm:pt modelId="{7C0D256B-C628-3548-AA00-28AC948A5FBB}" type="parTrans" cxnId="{1BE386D4-3142-7247-BACA-F219E471EA6D}">
      <dgm:prSet/>
      <dgm:spPr/>
      <dgm:t>
        <a:bodyPr/>
        <a:lstStyle/>
        <a:p>
          <a:endParaRPr lang="en-US"/>
        </a:p>
      </dgm:t>
    </dgm:pt>
    <dgm:pt modelId="{5EADA6FD-8FEA-1046-ABA8-1A84B0330E13}" type="sibTrans" cxnId="{1BE386D4-3142-7247-BACA-F219E471EA6D}">
      <dgm:prSet/>
      <dgm:spPr/>
      <dgm:t>
        <a:bodyPr/>
        <a:lstStyle/>
        <a:p>
          <a:endParaRPr lang="en-US"/>
        </a:p>
      </dgm:t>
    </dgm:pt>
    <dgm:pt modelId="{FCADCF29-7372-824F-B406-E333D2534AC3}">
      <dgm:prSet/>
      <dgm:spPr/>
      <dgm:t>
        <a:bodyPr/>
        <a:lstStyle/>
        <a:p>
          <a:r>
            <a:rPr lang="en-US"/>
            <a:t>Wall thickness: 2.6mm</a:t>
          </a:r>
          <a:endParaRPr lang="en-DK"/>
        </a:p>
      </dgm:t>
    </dgm:pt>
    <dgm:pt modelId="{FBFB9E47-2F66-0842-A99A-294579884D8B}" type="parTrans" cxnId="{F0B2DBE5-05D1-BE4D-A8FC-D30B961160D7}">
      <dgm:prSet/>
      <dgm:spPr/>
      <dgm:t>
        <a:bodyPr/>
        <a:lstStyle/>
        <a:p>
          <a:endParaRPr lang="en-US"/>
        </a:p>
      </dgm:t>
    </dgm:pt>
    <dgm:pt modelId="{BFCAF4D6-89CC-7949-A316-40167960D82D}" type="sibTrans" cxnId="{F0B2DBE5-05D1-BE4D-A8FC-D30B961160D7}">
      <dgm:prSet/>
      <dgm:spPr/>
      <dgm:t>
        <a:bodyPr/>
        <a:lstStyle/>
        <a:p>
          <a:endParaRPr lang="en-US"/>
        </a:p>
      </dgm:t>
    </dgm:pt>
    <dgm:pt modelId="{E2678F3A-659D-5A43-8538-6B54A5F8AF0F}">
      <dgm:prSet/>
      <dgm:spPr/>
      <dgm:t>
        <a:bodyPr/>
        <a:lstStyle/>
        <a:p>
          <a:r>
            <a:rPr lang="en-US" u="none" dirty="0"/>
            <a:t>CAMEA simulation values</a:t>
          </a:r>
          <a:endParaRPr lang="en-DK" u="none" dirty="0"/>
        </a:p>
      </dgm:t>
    </dgm:pt>
    <dgm:pt modelId="{EEB3DFA8-077A-5C41-984C-90BB401BA579}" type="parTrans" cxnId="{931425B9-B39C-CB4C-AC20-FC41DA6D69BE}">
      <dgm:prSet/>
      <dgm:spPr/>
      <dgm:t>
        <a:bodyPr/>
        <a:lstStyle/>
        <a:p>
          <a:endParaRPr lang="en-US"/>
        </a:p>
      </dgm:t>
    </dgm:pt>
    <dgm:pt modelId="{7B6886BF-CBE0-334B-8FA2-2C3B4B0E6820}" type="sibTrans" cxnId="{931425B9-B39C-CB4C-AC20-FC41DA6D69BE}">
      <dgm:prSet/>
      <dgm:spPr/>
      <dgm:t>
        <a:bodyPr/>
        <a:lstStyle/>
        <a:p>
          <a:endParaRPr lang="en-US"/>
        </a:p>
      </dgm:t>
    </dgm:pt>
    <dgm:pt modelId="{4444E2BF-5EB7-7044-BA5E-5A6FA5E03AAB}">
      <dgm:prSet/>
      <dgm:spPr/>
      <dgm:t>
        <a:bodyPr/>
        <a:lstStyle/>
        <a:p>
          <a:r>
            <a:rPr lang="en-US">
              <a:noFill/>
            </a:rPr>
            <a:t> </a:t>
          </a:r>
        </a:p>
      </dgm:t>
    </dgm:pt>
    <dgm:pt modelId="{4695CF31-8067-444B-AFF3-5A23D5AB6568}" type="parTrans" cxnId="{AC0CCF88-974C-DE4C-95CC-EC02B3F39E5C}">
      <dgm:prSet/>
      <dgm:spPr/>
      <dgm:t>
        <a:bodyPr/>
        <a:lstStyle/>
        <a:p>
          <a:endParaRPr lang="en-US"/>
        </a:p>
      </dgm:t>
    </dgm:pt>
    <dgm:pt modelId="{D2CCE63B-9D5A-7644-A30C-B5648201454E}" type="sibTrans" cxnId="{AC0CCF88-974C-DE4C-95CC-EC02B3F39E5C}">
      <dgm:prSet/>
      <dgm:spPr/>
      <dgm:t>
        <a:bodyPr/>
        <a:lstStyle/>
        <a:p>
          <a:endParaRPr lang="en-US"/>
        </a:p>
      </dgm:t>
    </dgm:pt>
    <dgm:pt modelId="{A7A72587-39DB-5948-965C-5DCCB0D9641A}">
      <dgm:prSet/>
      <dgm:spPr/>
      <dgm:t>
        <a:bodyPr/>
        <a:lstStyle/>
        <a:p>
          <a:r>
            <a:rPr lang="en-US">
              <a:noFill/>
            </a:rPr>
            <a:t> </a:t>
          </a:r>
        </a:p>
      </dgm:t>
    </dgm:pt>
    <dgm:pt modelId="{3F028D6A-CD67-6240-B971-F2B781605634}" type="parTrans" cxnId="{2F3AC261-6FEB-834C-85EA-3349CB3E8354}">
      <dgm:prSet/>
      <dgm:spPr/>
      <dgm:t>
        <a:bodyPr/>
        <a:lstStyle/>
        <a:p>
          <a:endParaRPr lang="en-US"/>
        </a:p>
      </dgm:t>
    </dgm:pt>
    <dgm:pt modelId="{22A84E03-2763-B945-8370-BCE73680BAF7}" type="sibTrans" cxnId="{2F3AC261-6FEB-834C-85EA-3349CB3E8354}">
      <dgm:prSet/>
      <dgm:spPr/>
      <dgm:t>
        <a:bodyPr/>
        <a:lstStyle/>
        <a:p>
          <a:endParaRPr lang="en-US"/>
        </a:p>
      </dgm:t>
    </dgm:pt>
    <dgm:pt modelId="{393D0A6F-2A76-B043-BAF0-985167D9DB23}">
      <dgm:prSet/>
      <dgm:spPr/>
      <dgm:t>
        <a:bodyPr/>
        <a:lstStyle/>
        <a:p>
          <a:r>
            <a:rPr lang="en-US">
              <a:noFill/>
            </a:rPr>
            <a:t> </a:t>
          </a:r>
        </a:p>
      </dgm:t>
    </dgm:pt>
    <dgm:pt modelId="{CE16D3A2-9D31-E148-A582-ECACF583E49A}" type="sibTrans" cxnId="{3F29D68A-1876-A944-B064-C93ACF17703C}">
      <dgm:prSet/>
      <dgm:spPr/>
      <dgm:t>
        <a:bodyPr/>
        <a:lstStyle/>
        <a:p>
          <a:endParaRPr lang="en-US"/>
        </a:p>
      </dgm:t>
    </dgm:pt>
    <dgm:pt modelId="{A9BD6326-8618-6B46-A877-AD89B9E1E07E}" type="parTrans" cxnId="{3F29D68A-1876-A944-B064-C93ACF17703C}">
      <dgm:prSet/>
      <dgm:spPr/>
      <dgm:t>
        <a:bodyPr/>
        <a:lstStyle/>
        <a:p>
          <a:endParaRPr lang="en-US"/>
        </a:p>
      </dgm:t>
    </dgm:pt>
    <dgm:pt modelId="{2C0AD589-B8A9-0441-B7BD-5927931EEF3F}">
      <dgm:prSet/>
      <dgm:spPr>
        <a:blipFill>
          <a:blip xmlns:r="http://schemas.openxmlformats.org/officeDocument/2006/relationships" r:embed="rId1"/>
          <a:stretch>
            <a:fillRect l="-392" t="-4000" b="-1000"/>
          </a:stretch>
        </a:blipFill>
      </dgm:spPr>
      <dgm:t>
        <a:bodyPr/>
        <a:lstStyle/>
        <a:p>
          <a:r>
            <a:rPr lang="en-US">
              <a:noFill/>
            </a:rPr>
            <a:t> </a:t>
          </a:r>
        </a:p>
      </dgm:t>
    </dgm:pt>
    <dgm:pt modelId="{7E4660A6-664B-EC4C-B4C7-C5AD903C542A}" type="parTrans" cxnId="{CA1C4278-20AD-954D-91ED-986DDAD5B7DF}">
      <dgm:prSet/>
      <dgm:spPr/>
      <dgm:t>
        <a:bodyPr/>
        <a:lstStyle/>
        <a:p>
          <a:endParaRPr lang="en-US"/>
        </a:p>
      </dgm:t>
    </dgm:pt>
    <dgm:pt modelId="{1389E25C-90C2-3B4C-AF9A-E504A645183D}" type="sibTrans" cxnId="{CA1C4278-20AD-954D-91ED-986DDAD5B7DF}">
      <dgm:prSet/>
      <dgm:spPr/>
      <dgm:t>
        <a:bodyPr/>
        <a:lstStyle/>
        <a:p>
          <a:endParaRPr lang="en-US"/>
        </a:p>
      </dgm:t>
    </dgm:pt>
    <dgm:pt modelId="{08E9C299-3B7F-6A41-9B7A-99D291D8E5FE}" type="pres">
      <dgm:prSet presAssocID="{B7D86064-CDE9-7645-A4A7-5E351C27B2E4}" presName="linear" presStyleCnt="0">
        <dgm:presLayoutVars>
          <dgm:animLvl val="lvl"/>
          <dgm:resizeHandles val="exact"/>
        </dgm:presLayoutVars>
      </dgm:prSet>
      <dgm:spPr/>
    </dgm:pt>
    <dgm:pt modelId="{9F00AFA4-F087-2C4D-86DC-6C92A6A15D9D}" type="pres">
      <dgm:prSet presAssocID="{2E7AD4A5-9847-A54D-BA8A-05E8A9294278}" presName="parentText" presStyleLbl="node1" presStyleIdx="0" presStyleCnt="2">
        <dgm:presLayoutVars>
          <dgm:chMax val="0"/>
          <dgm:bulletEnabled val="1"/>
        </dgm:presLayoutVars>
      </dgm:prSet>
      <dgm:spPr/>
    </dgm:pt>
    <dgm:pt modelId="{CE52E24D-9365-8D42-8DA7-D8B43C237252}" type="pres">
      <dgm:prSet presAssocID="{2E7AD4A5-9847-A54D-BA8A-05E8A9294278}" presName="childText" presStyleLbl="revTx" presStyleIdx="0" presStyleCnt="2">
        <dgm:presLayoutVars>
          <dgm:bulletEnabled val="1"/>
        </dgm:presLayoutVars>
      </dgm:prSet>
      <dgm:spPr/>
    </dgm:pt>
    <dgm:pt modelId="{0D860F10-906E-FC4B-B0A7-A3F97CE5C756}" type="pres">
      <dgm:prSet presAssocID="{E2678F3A-659D-5A43-8538-6B54A5F8AF0F}" presName="parentText" presStyleLbl="node1" presStyleIdx="1" presStyleCnt="2">
        <dgm:presLayoutVars>
          <dgm:chMax val="0"/>
          <dgm:bulletEnabled val="1"/>
        </dgm:presLayoutVars>
      </dgm:prSet>
      <dgm:spPr/>
    </dgm:pt>
    <dgm:pt modelId="{E9801384-F388-AB47-B527-1B33AA84FA25}" type="pres">
      <dgm:prSet presAssocID="{E2678F3A-659D-5A43-8538-6B54A5F8AF0F}" presName="childText" presStyleLbl="revTx" presStyleIdx="1" presStyleCnt="2">
        <dgm:presLayoutVars>
          <dgm:bulletEnabled val="1"/>
        </dgm:presLayoutVars>
      </dgm:prSet>
      <dgm:spPr/>
    </dgm:pt>
  </dgm:ptLst>
  <dgm:cxnLst>
    <dgm:cxn modelId="{72EDAE00-5609-0C43-83BE-56664C8BFA18}" srcId="{B7D86064-CDE9-7645-A4A7-5E351C27B2E4}" destId="{2E7AD4A5-9847-A54D-BA8A-05E8A9294278}" srcOrd="0" destOrd="0" parTransId="{15143449-C7EB-A043-9105-3593EC4413DB}" sibTransId="{A2CFAAA2-5586-D844-9915-C6F8E8ED8499}"/>
    <dgm:cxn modelId="{671EA708-19B6-1F48-B470-1570585458AC}" type="presOf" srcId="{E4A9CA5E-067A-624F-91E7-50B6E783C074}" destId="{CE52E24D-9365-8D42-8DA7-D8B43C237252}" srcOrd="0" destOrd="0" presId="urn:microsoft.com/office/officeart/2005/8/layout/vList2"/>
    <dgm:cxn modelId="{EED24F10-BB48-FD4F-B423-F8D446082631}" type="presOf" srcId="{4444E2BF-5EB7-7044-BA5E-5A6FA5E03AAB}" destId="{E9801384-F388-AB47-B527-1B33AA84FA25}" srcOrd="0" destOrd="1" presId="urn:microsoft.com/office/officeart/2005/8/layout/vList2"/>
    <dgm:cxn modelId="{388B7C12-977D-4C4E-8FE9-7F3628C68153}" type="presOf" srcId="{2E7AD4A5-9847-A54D-BA8A-05E8A9294278}" destId="{9F00AFA4-F087-2C4D-86DC-6C92A6A15D9D}" srcOrd="0" destOrd="0" presId="urn:microsoft.com/office/officeart/2005/8/layout/vList2"/>
    <dgm:cxn modelId="{5FF41C19-E53D-F74B-9765-EEF6FB97E9B6}" type="presOf" srcId="{A6BF5128-2686-F64C-B33C-186252EC9700}" destId="{CE52E24D-9365-8D42-8DA7-D8B43C237252}" srcOrd="0" destOrd="1" presId="urn:microsoft.com/office/officeart/2005/8/layout/vList2"/>
    <dgm:cxn modelId="{13EAF22D-6C92-BD48-A7BB-1DBF692807BD}" type="presOf" srcId="{393D0A6F-2A76-B043-BAF0-985167D9DB23}" destId="{E9801384-F388-AB47-B527-1B33AA84FA25}" srcOrd="0" destOrd="2" presId="urn:microsoft.com/office/officeart/2005/8/layout/vList2"/>
    <dgm:cxn modelId="{FB86024D-C6AE-554A-A95A-F08393E0991C}" type="presOf" srcId="{0ED91016-C201-134A-BC48-E5F9E906F6BC}" destId="{CE52E24D-9365-8D42-8DA7-D8B43C237252}" srcOrd="0" destOrd="2" presId="urn:microsoft.com/office/officeart/2005/8/layout/vList2"/>
    <dgm:cxn modelId="{400CCB57-CC1C-3247-9775-CF65614B2A00}" type="presOf" srcId="{2C0AD589-B8A9-0441-B7BD-5927931EEF3F}" destId="{E9801384-F388-AB47-B527-1B33AA84FA25}" srcOrd="0" destOrd="0" presId="urn:microsoft.com/office/officeart/2005/8/layout/vList2"/>
    <dgm:cxn modelId="{13707760-0568-DF44-AAA7-895EF56F6E9D}" type="presOf" srcId="{FCADCF29-7372-824F-B406-E333D2534AC3}" destId="{CE52E24D-9365-8D42-8DA7-D8B43C237252}" srcOrd="0" destOrd="3" presId="urn:microsoft.com/office/officeart/2005/8/layout/vList2"/>
    <dgm:cxn modelId="{2F3AC261-6FEB-834C-85EA-3349CB3E8354}" srcId="{E2678F3A-659D-5A43-8538-6B54A5F8AF0F}" destId="{A7A72587-39DB-5948-965C-5DCCB0D9641A}" srcOrd="3" destOrd="0" parTransId="{3F028D6A-CD67-6240-B971-F2B781605634}" sibTransId="{22A84E03-2763-B945-8370-BCE73680BAF7}"/>
    <dgm:cxn modelId="{315D0F6C-E3BF-5A4D-A847-615B1174FBD4}" type="presOf" srcId="{E2678F3A-659D-5A43-8538-6B54A5F8AF0F}" destId="{0D860F10-906E-FC4B-B0A7-A3F97CE5C756}" srcOrd="0" destOrd="0" presId="urn:microsoft.com/office/officeart/2005/8/layout/vList2"/>
    <dgm:cxn modelId="{CA1C4278-20AD-954D-91ED-986DDAD5B7DF}" srcId="{E2678F3A-659D-5A43-8538-6B54A5F8AF0F}" destId="{2C0AD589-B8A9-0441-B7BD-5927931EEF3F}" srcOrd="0" destOrd="0" parTransId="{7E4660A6-664B-EC4C-B4C7-C5AD903C542A}" sibTransId="{1389E25C-90C2-3B4C-AF9A-E504A645183D}"/>
    <dgm:cxn modelId="{24D91687-93EE-364C-914F-E9826F5413DA}" srcId="{2E7AD4A5-9847-A54D-BA8A-05E8A9294278}" destId="{E4A9CA5E-067A-624F-91E7-50B6E783C074}" srcOrd="0" destOrd="0" parTransId="{094D9A6F-868D-4748-A019-5D426C96F80B}" sibTransId="{D81A6399-B58E-E240-9D6E-D7E64B4E6785}"/>
    <dgm:cxn modelId="{AC0CCF88-974C-DE4C-95CC-EC02B3F39E5C}" srcId="{E2678F3A-659D-5A43-8538-6B54A5F8AF0F}" destId="{4444E2BF-5EB7-7044-BA5E-5A6FA5E03AAB}" srcOrd="1" destOrd="0" parTransId="{4695CF31-8067-444B-AFF3-5A23D5AB6568}" sibTransId="{D2CCE63B-9D5A-7644-A30C-B5648201454E}"/>
    <dgm:cxn modelId="{720B318A-3939-2946-8095-8E33CC7C8FBB}" type="presOf" srcId="{A7A72587-39DB-5948-965C-5DCCB0D9641A}" destId="{E9801384-F388-AB47-B527-1B33AA84FA25}" srcOrd="0" destOrd="3" presId="urn:microsoft.com/office/officeart/2005/8/layout/vList2"/>
    <dgm:cxn modelId="{3F29D68A-1876-A944-B064-C93ACF17703C}" srcId="{E2678F3A-659D-5A43-8538-6B54A5F8AF0F}" destId="{393D0A6F-2A76-B043-BAF0-985167D9DB23}" srcOrd="2" destOrd="0" parTransId="{A9BD6326-8618-6B46-A877-AD89B9E1E07E}" sibTransId="{CE16D3A2-9D31-E148-A582-ECACF583E49A}"/>
    <dgm:cxn modelId="{7C76A8AB-4B51-3D40-A971-DDCA16F291C5}" type="presOf" srcId="{B7D86064-CDE9-7645-A4A7-5E351C27B2E4}" destId="{08E9C299-3B7F-6A41-9B7A-99D291D8E5FE}" srcOrd="0" destOrd="0" presId="urn:microsoft.com/office/officeart/2005/8/layout/vList2"/>
    <dgm:cxn modelId="{931425B9-B39C-CB4C-AC20-FC41DA6D69BE}" srcId="{B7D86064-CDE9-7645-A4A7-5E351C27B2E4}" destId="{E2678F3A-659D-5A43-8538-6B54A5F8AF0F}" srcOrd="1" destOrd="0" parTransId="{EEB3DFA8-077A-5C41-984C-90BB401BA579}" sibTransId="{7B6886BF-CBE0-334B-8FA2-2C3B4B0E6820}"/>
    <dgm:cxn modelId="{D73A17BA-4747-0349-93CE-2649AAF5599A}" srcId="{2E7AD4A5-9847-A54D-BA8A-05E8A9294278}" destId="{A6BF5128-2686-F64C-B33C-186252EC9700}" srcOrd="1" destOrd="0" parTransId="{BA71BE72-E350-A04D-AC14-E8DFE7E53BE2}" sibTransId="{87F9BF83-3806-E642-B190-0F062CBC5A59}"/>
    <dgm:cxn modelId="{1BE386D4-3142-7247-BACA-F219E471EA6D}" srcId="{2E7AD4A5-9847-A54D-BA8A-05E8A9294278}" destId="{0ED91016-C201-134A-BC48-E5F9E906F6BC}" srcOrd="2" destOrd="0" parTransId="{7C0D256B-C628-3548-AA00-28AC948A5FBB}" sibTransId="{5EADA6FD-8FEA-1046-ABA8-1A84B0330E13}"/>
    <dgm:cxn modelId="{F0B2DBE5-05D1-BE4D-A8FC-D30B961160D7}" srcId="{2E7AD4A5-9847-A54D-BA8A-05E8A9294278}" destId="{FCADCF29-7372-824F-B406-E333D2534AC3}" srcOrd="3" destOrd="0" parTransId="{FBFB9E47-2F66-0842-A99A-294579884D8B}" sibTransId="{BFCAF4D6-89CC-7949-A316-40167960D82D}"/>
    <dgm:cxn modelId="{80B94CAF-3495-1C4A-8BFC-6B7FF76991C0}" type="presParOf" srcId="{08E9C299-3B7F-6A41-9B7A-99D291D8E5FE}" destId="{9F00AFA4-F087-2C4D-86DC-6C92A6A15D9D}" srcOrd="0" destOrd="0" presId="urn:microsoft.com/office/officeart/2005/8/layout/vList2"/>
    <dgm:cxn modelId="{9CD8405C-4B59-5641-B84A-2D4584D34AF9}" type="presParOf" srcId="{08E9C299-3B7F-6A41-9B7A-99D291D8E5FE}" destId="{CE52E24D-9365-8D42-8DA7-D8B43C237252}" srcOrd="1" destOrd="0" presId="urn:microsoft.com/office/officeart/2005/8/layout/vList2"/>
    <dgm:cxn modelId="{B7F4F942-F986-4C49-AEE4-F3E0291A460D}" type="presParOf" srcId="{08E9C299-3B7F-6A41-9B7A-99D291D8E5FE}" destId="{0D860F10-906E-FC4B-B0A7-A3F97CE5C756}" srcOrd="2" destOrd="0" presId="urn:microsoft.com/office/officeart/2005/8/layout/vList2"/>
    <dgm:cxn modelId="{9FB00BE9-31E1-4E42-8769-CA7FC9690C9B}" type="presParOf" srcId="{08E9C299-3B7F-6A41-9B7A-99D291D8E5FE}" destId="{E9801384-F388-AB47-B527-1B33AA84FA25}" srcOrd="3" destOrd="0" presId="urn:microsoft.com/office/officeart/2005/8/layout/vList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59.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a:solidFill>
          <a:schemeClr val="accent1">
            <a:lumMod val="60000"/>
            <a:lumOff val="40000"/>
          </a:schemeClr>
        </a:solidFill>
        <a:ln>
          <a:solidFill>
            <a:schemeClr val="tx1"/>
          </a:solidFill>
        </a:ln>
      </dgm:spPr>
      <dgm:t>
        <a:bodyPr/>
        <a:lstStyle/>
        <a:p>
          <a:r>
            <a:rPr lang="en-US" dirty="0">
              <a:solidFill>
                <a:schemeClr val="tx1"/>
              </a:solidFill>
            </a:rPr>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0.xml><?xml version="1.0" encoding="utf-8"?>
<dgm:dataModel xmlns:dgm="http://schemas.openxmlformats.org/drawingml/2006/diagram" xmlns:a="http://schemas.openxmlformats.org/drawingml/2006/main">
  <dgm:ptLst>
    <dgm:pt modelId="{B7D86064-CDE9-7645-A4A7-5E351C27B2E4}"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2E7AD4A5-9847-A54D-BA8A-05E8A9294278}">
      <dgm:prSet/>
      <dgm:spPr/>
      <dgm:t>
        <a:bodyPr/>
        <a:lstStyle/>
        <a:p>
          <a:r>
            <a:rPr lang="en-US" b="0" u="none" dirty="0"/>
            <a:t>CAMEA sample geometry</a:t>
          </a:r>
          <a:endParaRPr lang="en-DK" u="none" dirty="0"/>
        </a:p>
      </dgm:t>
    </dgm:pt>
    <dgm:pt modelId="{15143449-C7EB-A043-9105-3593EC4413DB}" type="parTrans" cxnId="{72EDAE00-5609-0C43-83BE-56664C8BFA18}">
      <dgm:prSet/>
      <dgm:spPr/>
      <dgm:t>
        <a:bodyPr/>
        <a:lstStyle/>
        <a:p>
          <a:endParaRPr lang="en-US"/>
        </a:p>
      </dgm:t>
    </dgm:pt>
    <dgm:pt modelId="{A2CFAAA2-5586-D844-9915-C6F8E8ED8499}" type="sibTrans" cxnId="{72EDAE00-5609-0C43-83BE-56664C8BFA18}">
      <dgm:prSet/>
      <dgm:spPr/>
      <dgm:t>
        <a:bodyPr/>
        <a:lstStyle/>
        <a:p>
          <a:endParaRPr lang="en-US"/>
        </a:p>
      </dgm:t>
    </dgm:pt>
    <dgm:pt modelId="{E4A9CA5E-067A-624F-91E7-50B6E783C074}">
      <dgm:prSet/>
      <dgm:spPr/>
      <dgm:t>
        <a:bodyPr/>
        <a:lstStyle/>
        <a:p>
          <a:r>
            <a:rPr lang="en-US"/>
            <a:t>Type: Hollow cylinder</a:t>
          </a:r>
          <a:endParaRPr lang="en-DK"/>
        </a:p>
      </dgm:t>
    </dgm:pt>
    <dgm:pt modelId="{094D9A6F-868D-4748-A019-5D426C96F80B}" type="parTrans" cxnId="{24D91687-93EE-364C-914F-E9826F5413DA}">
      <dgm:prSet/>
      <dgm:spPr/>
      <dgm:t>
        <a:bodyPr/>
        <a:lstStyle/>
        <a:p>
          <a:endParaRPr lang="en-US"/>
        </a:p>
      </dgm:t>
    </dgm:pt>
    <dgm:pt modelId="{D81A6399-B58E-E240-9D6E-D7E64B4E6785}" type="sibTrans" cxnId="{24D91687-93EE-364C-914F-E9826F5413DA}">
      <dgm:prSet/>
      <dgm:spPr/>
      <dgm:t>
        <a:bodyPr/>
        <a:lstStyle/>
        <a:p>
          <a:endParaRPr lang="en-US"/>
        </a:p>
      </dgm:t>
    </dgm:pt>
    <dgm:pt modelId="{A6BF5128-2686-F64C-B33C-186252EC9700}">
      <dgm:prSet/>
      <dgm:spPr/>
      <dgm:t>
        <a:bodyPr/>
        <a:lstStyle/>
        <a:p>
          <a:r>
            <a:rPr lang="en-US"/>
            <a:t>Radius: 10mm</a:t>
          </a:r>
          <a:endParaRPr lang="en-DK"/>
        </a:p>
      </dgm:t>
    </dgm:pt>
    <dgm:pt modelId="{BA71BE72-E350-A04D-AC14-E8DFE7E53BE2}" type="parTrans" cxnId="{D73A17BA-4747-0349-93CE-2649AAF5599A}">
      <dgm:prSet/>
      <dgm:spPr/>
      <dgm:t>
        <a:bodyPr/>
        <a:lstStyle/>
        <a:p>
          <a:endParaRPr lang="en-US"/>
        </a:p>
      </dgm:t>
    </dgm:pt>
    <dgm:pt modelId="{87F9BF83-3806-E642-B190-0F062CBC5A59}" type="sibTrans" cxnId="{D73A17BA-4747-0349-93CE-2649AAF5599A}">
      <dgm:prSet/>
      <dgm:spPr/>
      <dgm:t>
        <a:bodyPr/>
        <a:lstStyle/>
        <a:p>
          <a:endParaRPr lang="en-US"/>
        </a:p>
      </dgm:t>
    </dgm:pt>
    <dgm:pt modelId="{0ED91016-C201-134A-BC48-E5F9E906F6BC}">
      <dgm:prSet/>
      <dgm:spPr/>
      <dgm:t>
        <a:bodyPr/>
        <a:lstStyle/>
        <a:p>
          <a:r>
            <a:rPr lang="en-US" b="0"/>
            <a:t>Height: 10mm</a:t>
          </a:r>
          <a:endParaRPr lang="en-DK"/>
        </a:p>
      </dgm:t>
    </dgm:pt>
    <dgm:pt modelId="{7C0D256B-C628-3548-AA00-28AC948A5FBB}" type="parTrans" cxnId="{1BE386D4-3142-7247-BACA-F219E471EA6D}">
      <dgm:prSet/>
      <dgm:spPr/>
      <dgm:t>
        <a:bodyPr/>
        <a:lstStyle/>
        <a:p>
          <a:endParaRPr lang="en-US"/>
        </a:p>
      </dgm:t>
    </dgm:pt>
    <dgm:pt modelId="{5EADA6FD-8FEA-1046-ABA8-1A84B0330E13}" type="sibTrans" cxnId="{1BE386D4-3142-7247-BACA-F219E471EA6D}">
      <dgm:prSet/>
      <dgm:spPr/>
      <dgm:t>
        <a:bodyPr/>
        <a:lstStyle/>
        <a:p>
          <a:endParaRPr lang="en-US"/>
        </a:p>
      </dgm:t>
    </dgm:pt>
    <dgm:pt modelId="{FCADCF29-7372-824F-B406-E333D2534AC3}">
      <dgm:prSet/>
      <dgm:spPr/>
      <dgm:t>
        <a:bodyPr/>
        <a:lstStyle/>
        <a:p>
          <a:r>
            <a:rPr lang="en-US"/>
            <a:t>Wall thickness: 2.6mm</a:t>
          </a:r>
          <a:endParaRPr lang="en-DK"/>
        </a:p>
      </dgm:t>
    </dgm:pt>
    <dgm:pt modelId="{FBFB9E47-2F66-0842-A99A-294579884D8B}" type="parTrans" cxnId="{F0B2DBE5-05D1-BE4D-A8FC-D30B961160D7}">
      <dgm:prSet/>
      <dgm:spPr/>
      <dgm:t>
        <a:bodyPr/>
        <a:lstStyle/>
        <a:p>
          <a:endParaRPr lang="en-US"/>
        </a:p>
      </dgm:t>
    </dgm:pt>
    <dgm:pt modelId="{BFCAF4D6-89CC-7949-A316-40167960D82D}" type="sibTrans" cxnId="{F0B2DBE5-05D1-BE4D-A8FC-D30B961160D7}">
      <dgm:prSet/>
      <dgm:spPr/>
      <dgm:t>
        <a:bodyPr/>
        <a:lstStyle/>
        <a:p>
          <a:endParaRPr lang="en-US"/>
        </a:p>
      </dgm:t>
    </dgm:pt>
    <dgm:pt modelId="{E2678F3A-659D-5A43-8538-6B54A5F8AF0F}">
      <dgm:prSet/>
      <dgm:spPr/>
      <dgm:t>
        <a:bodyPr/>
        <a:lstStyle/>
        <a:p>
          <a:r>
            <a:rPr lang="en-US" u="none" dirty="0"/>
            <a:t>CAMEA simulation values</a:t>
          </a:r>
          <a:endParaRPr lang="en-DK" u="none" dirty="0"/>
        </a:p>
      </dgm:t>
    </dgm:pt>
    <dgm:pt modelId="{EEB3DFA8-077A-5C41-984C-90BB401BA579}" type="parTrans" cxnId="{931425B9-B39C-CB4C-AC20-FC41DA6D69BE}">
      <dgm:prSet/>
      <dgm:spPr/>
      <dgm:t>
        <a:bodyPr/>
        <a:lstStyle/>
        <a:p>
          <a:endParaRPr lang="en-US"/>
        </a:p>
      </dgm:t>
    </dgm:pt>
    <dgm:pt modelId="{7B6886BF-CBE0-334B-8FA2-2C3B4B0E6820}" type="sibTrans" cxnId="{931425B9-B39C-CB4C-AC20-FC41DA6D69BE}">
      <dgm:prSet/>
      <dgm:spPr/>
      <dgm:t>
        <a:bodyPr/>
        <a:lstStyle/>
        <a:p>
          <a:endParaRPr lang="en-US"/>
        </a:p>
      </dgm:t>
    </dgm:pt>
    <mc:AlternateContent xmlns:mc="http://schemas.openxmlformats.org/markup-compatibility/2006">
      <mc:Choice xmlns:a14="http://schemas.microsoft.com/office/drawing/2010/main" Requires="a14">
        <dgm:pt modelId="{4444E2BF-5EB7-7044-BA5E-5A6FA5E03AAB}">
          <dgm:prSet/>
          <dgm:spPr/>
          <dgm:t>
            <a:bodyPr/>
            <a:lstStyle/>
            <a:p>
              <a:pPr/>
              <a14:m>
                <m:oMathPara xmlns:m="http://schemas.openxmlformats.org/officeDocument/2006/math">
                  <m:oMathParaPr>
                    <m:jc m:val="centerGroup"/>
                  </m:oMathParaPr>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𝐼</m:t>
                        </m:r>
                      </m:e>
                      <m:sub>
                        <m:r>
                          <m:rPr>
                            <m:sty m:val="p"/>
                          </m:rPr>
                          <a:rPr lang="en-DK">
                            <a:latin typeface="Cambria Math" panose="02040503050406030204" pitchFamily="18" charset="0"/>
                          </a:rPr>
                          <m:t>exp</m:t>
                        </m:r>
                      </m:sub>
                      <m:sup>
                        <m:r>
                          <a:rPr lang="en-DK" i="1">
                            <a:latin typeface="Cambria Math" panose="02040503050406030204" pitchFamily="18" charset="0"/>
                          </a:rPr>
                          <m:t>(1)</m:t>
                        </m:r>
                      </m:sup>
                    </m:sSubSup>
                    <m:r>
                      <a:rPr lang="en-DK" i="1">
                        <a:latin typeface="Cambria Math" panose="02040503050406030204" pitchFamily="18" charset="0"/>
                      </a:rPr>
                      <m:t>=61285.3</m:t>
                    </m:r>
                  </m:oMath>
                </m:oMathPara>
              </a14:m>
              <a:endParaRPr lang="en-DK" dirty="0"/>
            </a:p>
          </dgm:t>
        </dgm:pt>
      </mc:Choice>
      <mc:Fallback>
        <dgm:pt modelId="{4444E2BF-5EB7-7044-BA5E-5A6FA5E03AAB}">
          <dgm:prSet/>
          <dgm:spPr/>
          <dgm:t>
            <a:bodyPr/>
            <a:lstStyle/>
            <a:p>
              <a:pPr/>
              <a:r>
                <a:rPr lang="en-DK" i="0">
                  <a:latin typeface="Cambria Math" panose="02040503050406030204" pitchFamily="18" charset="0"/>
                </a:rPr>
                <a:t>𝐼_exp^((1))=61285.3</a:t>
              </a:r>
              <a:endParaRPr lang="en-DK" dirty="0"/>
            </a:p>
          </dgm:t>
        </dgm:pt>
      </mc:Fallback>
    </mc:AlternateContent>
    <dgm:pt modelId="{4695CF31-8067-444B-AFF3-5A23D5AB6568}" type="parTrans" cxnId="{AC0CCF88-974C-DE4C-95CC-EC02B3F39E5C}">
      <dgm:prSet/>
      <dgm:spPr/>
      <dgm:t>
        <a:bodyPr/>
        <a:lstStyle/>
        <a:p>
          <a:endParaRPr lang="en-US"/>
        </a:p>
      </dgm:t>
    </dgm:pt>
    <dgm:pt modelId="{D2CCE63B-9D5A-7644-A30C-B5648201454E}" type="sibTrans" cxnId="{AC0CCF88-974C-DE4C-95CC-EC02B3F39E5C}">
      <dgm:prSet/>
      <dgm:spPr/>
      <dgm:t>
        <a:bodyPr/>
        <a:lstStyle/>
        <a:p>
          <a:endParaRPr lang="en-US"/>
        </a:p>
      </dgm:t>
    </dgm:pt>
    <mc:AlternateContent xmlns:mc="http://schemas.openxmlformats.org/markup-compatibility/2006" xmlns:a14="http://schemas.microsoft.com/office/drawing/2010/main">
      <mc:Choice Requires="a14">
        <dgm:pt modelId="{A7A72587-39DB-5948-965C-5DCCB0D9641A}">
          <dgm:prSet/>
          <dgm:spPr/>
          <dgm:t>
            <a:bodyPr/>
            <a:lstStyle/>
            <a:p>
              <a:pPr/>
              <a14:m>
                <m:oMathPara xmlns:m="http://schemas.openxmlformats.org/officeDocument/2006/math">
                  <m:oMathParaPr>
                    <m:jc m:val="centerGroup"/>
                  </m:oMathParaPr>
                  <m:oMath xmlns:m="http://schemas.openxmlformats.org/officeDocument/2006/math">
                    <m:f>
                      <m:fPr>
                        <m:ctrlPr>
                          <a:rPr lang="en-DK" i="1" smtClean="0">
                            <a:latin typeface="Cambria Math" panose="02040503050406030204" pitchFamily="18" charset="0"/>
                          </a:rPr>
                        </m:ctrlPr>
                      </m:fPr>
                      <m:num>
                        <m:sSub>
                          <m:sSubPr>
                            <m:ctrlPr>
                              <a:rPr lang="en-DK" i="1">
                                <a:latin typeface="Cambria Math" panose="02040503050406030204" pitchFamily="18" charset="0"/>
                              </a:rPr>
                            </m:ctrlPr>
                          </m:sSubPr>
                          <m:e>
                            <m:r>
                              <a:rPr lang="en-DK" i="1">
                                <a:latin typeface="Cambria Math" panose="02040503050406030204" pitchFamily="18" charset="0"/>
                              </a:rPr>
                              <m:t>𝐼</m:t>
                            </m:r>
                          </m:e>
                          <m:sub>
                            <m:r>
                              <m:rPr>
                                <m:sty m:val="p"/>
                              </m:rPr>
                              <a:rPr lang="en-DK">
                                <a:latin typeface="Cambria Math" panose="02040503050406030204" pitchFamily="18" charset="0"/>
                              </a:rPr>
                              <m:t>max</m:t>
                            </m:r>
                          </m:sub>
                        </m:sSub>
                        <m:r>
                          <a:rPr lang="en-DK" i="1">
                            <a:latin typeface="Cambria Math" panose="02040503050406030204" pitchFamily="18" charset="0"/>
                          </a:rPr>
                          <m:t>−</m:t>
                        </m:r>
                        <m:sSub>
                          <m:sSubPr>
                            <m:ctrlPr>
                              <a:rPr lang="en-DK" i="1">
                                <a:latin typeface="Cambria Math" panose="02040503050406030204" pitchFamily="18" charset="0"/>
                              </a:rPr>
                            </m:ctrlPr>
                          </m:sSubPr>
                          <m:e>
                            <m:r>
                              <a:rPr lang="en-DK" i="1">
                                <a:latin typeface="Cambria Math" panose="02040503050406030204" pitchFamily="18" charset="0"/>
                              </a:rPr>
                              <m:t>𝐼</m:t>
                            </m:r>
                          </m:e>
                          <m:sub>
                            <m:r>
                              <m:rPr>
                                <m:sty m:val="p"/>
                              </m:rPr>
                              <a:rPr lang="en-DK">
                                <a:latin typeface="Cambria Math" panose="02040503050406030204" pitchFamily="18" charset="0"/>
                              </a:rPr>
                              <m:t>min</m:t>
                            </m:r>
                          </m:sub>
                        </m:sSub>
                      </m:num>
                      <m:den>
                        <m:acc>
                          <m:accPr>
                            <m:chr m:val="̅"/>
                            <m:ctrlPr>
                              <a:rPr lang="en-DK" i="1">
                                <a:latin typeface="Cambria Math" panose="02040503050406030204" pitchFamily="18" charset="0"/>
                              </a:rPr>
                            </m:ctrlPr>
                          </m:accPr>
                          <m:e>
                            <m:r>
                              <a:rPr lang="en-DK" i="1">
                                <a:latin typeface="Cambria Math" panose="02040503050406030204" pitchFamily="18" charset="0"/>
                              </a:rPr>
                              <m:t>𝐼</m:t>
                            </m:r>
                          </m:e>
                        </m:acc>
                      </m:den>
                    </m:f>
                    <m:r>
                      <a:rPr lang="en-DK" i="1">
                        <a:latin typeface="Cambria Math" panose="02040503050406030204" pitchFamily="18" charset="0"/>
                      </a:rPr>
                      <m:t>=0.156791</m:t>
                    </m:r>
                  </m:oMath>
                </m:oMathPara>
              </a14:m>
              <a:endParaRPr lang="en-DK"/>
            </a:p>
          </dgm:t>
        </dgm:pt>
      </mc:Choice>
      <mc:Fallback xmlns="">
        <dgm:pt modelId="{A7A72587-39DB-5948-965C-5DCCB0D9641A}">
          <dgm:prSet/>
          <dgm:spPr/>
          <dgm:t>
            <a:bodyPr/>
            <a:lstStyle/>
            <a:p>
              <a:r>
                <a:rPr lang="en-DK" i="0"/>
                <a:t>(𝐼_max−𝐼_min)/𝐼 ̅ =0.156791</a:t>
              </a:r>
              <a:endParaRPr lang="en-DK"/>
            </a:p>
          </dgm:t>
        </dgm:pt>
      </mc:Fallback>
    </mc:AlternateContent>
    <dgm:pt modelId="{3F028D6A-CD67-6240-B971-F2B781605634}" type="parTrans" cxnId="{2F3AC261-6FEB-834C-85EA-3349CB3E8354}">
      <dgm:prSet/>
      <dgm:spPr/>
      <dgm:t>
        <a:bodyPr/>
        <a:lstStyle/>
        <a:p>
          <a:endParaRPr lang="en-US"/>
        </a:p>
      </dgm:t>
    </dgm:pt>
    <dgm:pt modelId="{22A84E03-2763-B945-8370-BCE73680BAF7}" type="sibTrans" cxnId="{2F3AC261-6FEB-834C-85EA-3349CB3E8354}">
      <dgm:prSet/>
      <dgm:spPr/>
      <dgm:t>
        <a:bodyPr/>
        <a:lstStyle/>
        <a:p>
          <a:endParaRPr lang="en-US"/>
        </a:p>
      </dgm:t>
    </dgm:pt>
    <mc:AlternateContent xmlns:mc="http://schemas.openxmlformats.org/markup-compatibility/2006">
      <mc:Choice xmlns:a14="http://schemas.microsoft.com/office/drawing/2010/main" Requires="a14">
        <dgm:pt modelId="{393D0A6F-2A76-B043-BAF0-985167D9DB23}">
          <dgm:prSet/>
          <dgm:spPr/>
          <dgm:t>
            <a:bodyPr/>
            <a:lstStyle/>
            <a:p>
              <a:pPr/>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𝑅</m:t>
                    </m:r>
                    <m:r>
                      <a:rPr lang="en-DK" i="1" smtClean="0">
                        <a:latin typeface="Cambria Math" panose="02040503050406030204" pitchFamily="18" charset="0"/>
                      </a:rPr>
                      <m:t>=0.302</m:t>
                    </m:r>
                  </m:oMath>
                </m:oMathPara>
              </a14:m>
              <a:endParaRPr lang="en-DK" dirty="0"/>
            </a:p>
          </dgm:t>
        </dgm:pt>
      </mc:Choice>
      <mc:Fallback>
        <dgm:pt modelId="{393D0A6F-2A76-B043-BAF0-985167D9DB23}">
          <dgm:prSet/>
          <dgm:spPr/>
          <dgm:t>
            <a:bodyPr/>
            <a:lstStyle/>
            <a:p>
              <a:pPr/>
              <a:r>
                <a:rPr lang="en-DK" i="0">
                  <a:latin typeface="Cambria Math" panose="02040503050406030204" pitchFamily="18" charset="0"/>
                </a:rPr>
                <a:t>𝑅=0.302</a:t>
              </a:r>
              <a:endParaRPr lang="en-DK" dirty="0"/>
            </a:p>
          </dgm:t>
        </dgm:pt>
      </mc:Fallback>
    </mc:AlternateContent>
    <dgm:pt modelId="{CE16D3A2-9D31-E148-A582-ECACF583E49A}" type="sibTrans" cxnId="{3F29D68A-1876-A944-B064-C93ACF17703C}">
      <dgm:prSet/>
      <dgm:spPr/>
      <dgm:t>
        <a:bodyPr/>
        <a:lstStyle/>
        <a:p>
          <a:endParaRPr lang="en-US"/>
        </a:p>
      </dgm:t>
    </dgm:pt>
    <dgm:pt modelId="{A9BD6326-8618-6B46-A877-AD89B9E1E07E}" type="parTrans" cxnId="{3F29D68A-1876-A944-B064-C93ACF17703C}">
      <dgm:prSet/>
      <dgm:spPr/>
      <dgm:t>
        <a:bodyPr/>
        <a:lstStyle/>
        <a:p>
          <a:endParaRPr lang="en-US"/>
        </a:p>
      </dgm:t>
    </dgm:pt>
    <mc:AlternateContent xmlns:mc="http://schemas.openxmlformats.org/markup-compatibility/2006">
      <mc:Choice xmlns:a14="http://schemas.microsoft.com/office/drawing/2010/main" Requires="a14">
        <dgm:pt modelId="{2C0AD589-B8A9-0441-B7BD-5927931EEF3F}">
          <dgm:prSet/>
          <dgm:spPr/>
          <dgm:t>
            <a:bodyPr/>
            <a:lstStyle/>
            <a:p>
              <a14:m>
                <m:oMathPara xmlns:m="http://schemas.openxmlformats.org/officeDocument/2006/math">
                  <m:oMathParaPr>
                    <m:jc m:val="centerGroup"/>
                  </m:oMathParaPr>
                  <m:oMath xmlns:m="http://schemas.openxmlformats.org/officeDocument/2006/math">
                    <m:sSub>
                      <m:sSubPr>
                        <m:ctrlPr>
                          <a:rPr lang="en-DK" i="1" smtClean="0">
                            <a:latin typeface="Cambria Math" panose="02040503050406030204" pitchFamily="18" charset="0"/>
                          </a:rPr>
                        </m:ctrlPr>
                      </m:sSubPr>
                      <m:e>
                        <m:r>
                          <a:rPr lang="en-DK" i="1">
                            <a:latin typeface="Cambria Math" panose="02040503050406030204" pitchFamily="18" charset="0"/>
                          </a:rPr>
                          <m:t>𝐼</m:t>
                        </m:r>
                      </m:e>
                      <m:sub>
                        <m:r>
                          <m:rPr>
                            <m:sty m:val="p"/>
                          </m:rPr>
                          <a:rPr lang="en-DK">
                            <a:latin typeface="Cambria Math" panose="02040503050406030204" pitchFamily="18" charset="0"/>
                          </a:rPr>
                          <m:t>obs</m:t>
                        </m:r>
                      </m:sub>
                    </m:sSub>
                    <m:r>
                      <a:rPr lang="en-DK" i="1">
                        <a:latin typeface="Cambria Math" panose="02040503050406030204" pitchFamily="18" charset="0"/>
                      </a:rPr>
                      <m:t>=18509.0</m:t>
                    </m:r>
                  </m:oMath>
                </m:oMathPara>
              </a14:m>
              <a:endParaRPr lang="en-DK" dirty="0"/>
            </a:p>
          </dgm:t>
        </dgm:pt>
      </mc:Choice>
      <mc:Fallback>
        <dgm:pt modelId="{2C0AD589-B8A9-0441-B7BD-5927931EEF3F}">
          <dgm:prSet/>
          <dgm:spPr/>
          <dgm:t>
            <a:bodyPr/>
            <a:lstStyle/>
            <a:p>
              <a:r>
                <a:rPr lang="en-DK" i="0">
                  <a:latin typeface="Cambria Math" panose="02040503050406030204" pitchFamily="18" charset="0"/>
                </a:rPr>
                <a:t>𝐼_obs=18509.0</a:t>
              </a:r>
              <a:endParaRPr lang="en-DK" dirty="0"/>
            </a:p>
          </dgm:t>
        </dgm:pt>
      </mc:Fallback>
    </mc:AlternateContent>
    <dgm:pt modelId="{7E4660A6-664B-EC4C-B4C7-C5AD903C542A}" type="parTrans" cxnId="{CA1C4278-20AD-954D-91ED-986DDAD5B7DF}">
      <dgm:prSet/>
      <dgm:spPr/>
      <dgm:t>
        <a:bodyPr/>
        <a:lstStyle/>
        <a:p>
          <a:endParaRPr lang="en-US"/>
        </a:p>
      </dgm:t>
    </dgm:pt>
    <dgm:pt modelId="{1389E25C-90C2-3B4C-AF9A-E504A645183D}" type="sibTrans" cxnId="{CA1C4278-20AD-954D-91ED-986DDAD5B7DF}">
      <dgm:prSet/>
      <dgm:spPr/>
      <dgm:t>
        <a:bodyPr/>
        <a:lstStyle/>
        <a:p>
          <a:endParaRPr lang="en-US"/>
        </a:p>
      </dgm:t>
    </dgm:pt>
    <dgm:pt modelId="{08E9C299-3B7F-6A41-9B7A-99D291D8E5FE}" type="pres">
      <dgm:prSet presAssocID="{B7D86064-CDE9-7645-A4A7-5E351C27B2E4}" presName="linear" presStyleCnt="0">
        <dgm:presLayoutVars>
          <dgm:animLvl val="lvl"/>
          <dgm:resizeHandles val="exact"/>
        </dgm:presLayoutVars>
      </dgm:prSet>
      <dgm:spPr/>
    </dgm:pt>
    <dgm:pt modelId="{9F00AFA4-F087-2C4D-86DC-6C92A6A15D9D}" type="pres">
      <dgm:prSet presAssocID="{2E7AD4A5-9847-A54D-BA8A-05E8A9294278}" presName="parentText" presStyleLbl="node1" presStyleIdx="0" presStyleCnt="2">
        <dgm:presLayoutVars>
          <dgm:chMax val="0"/>
          <dgm:bulletEnabled val="1"/>
        </dgm:presLayoutVars>
      </dgm:prSet>
      <dgm:spPr/>
    </dgm:pt>
    <dgm:pt modelId="{CE52E24D-9365-8D42-8DA7-D8B43C237252}" type="pres">
      <dgm:prSet presAssocID="{2E7AD4A5-9847-A54D-BA8A-05E8A9294278}" presName="childText" presStyleLbl="revTx" presStyleIdx="0" presStyleCnt="2">
        <dgm:presLayoutVars>
          <dgm:bulletEnabled val="1"/>
        </dgm:presLayoutVars>
      </dgm:prSet>
      <dgm:spPr/>
    </dgm:pt>
    <dgm:pt modelId="{0D860F10-906E-FC4B-B0A7-A3F97CE5C756}" type="pres">
      <dgm:prSet presAssocID="{E2678F3A-659D-5A43-8538-6B54A5F8AF0F}" presName="parentText" presStyleLbl="node1" presStyleIdx="1" presStyleCnt="2">
        <dgm:presLayoutVars>
          <dgm:chMax val="0"/>
          <dgm:bulletEnabled val="1"/>
        </dgm:presLayoutVars>
      </dgm:prSet>
      <dgm:spPr/>
    </dgm:pt>
    <dgm:pt modelId="{E9801384-F388-AB47-B527-1B33AA84FA25}" type="pres">
      <dgm:prSet presAssocID="{E2678F3A-659D-5A43-8538-6B54A5F8AF0F}" presName="childText" presStyleLbl="revTx" presStyleIdx="1" presStyleCnt="2">
        <dgm:presLayoutVars>
          <dgm:bulletEnabled val="1"/>
        </dgm:presLayoutVars>
      </dgm:prSet>
      <dgm:spPr/>
    </dgm:pt>
  </dgm:ptLst>
  <dgm:cxnLst>
    <dgm:cxn modelId="{72EDAE00-5609-0C43-83BE-56664C8BFA18}" srcId="{B7D86064-CDE9-7645-A4A7-5E351C27B2E4}" destId="{2E7AD4A5-9847-A54D-BA8A-05E8A9294278}" srcOrd="0" destOrd="0" parTransId="{15143449-C7EB-A043-9105-3593EC4413DB}" sibTransId="{A2CFAAA2-5586-D844-9915-C6F8E8ED8499}"/>
    <dgm:cxn modelId="{671EA708-19B6-1F48-B470-1570585458AC}" type="presOf" srcId="{E4A9CA5E-067A-624F-91E7-50B6E783C074}" destId="{CE52E24D-9365-8D42-8DA7-D8B43C237252}" srcOrd="0" destOrd="0" presId="urn:microsoft.com/office/officeart/2005/8/layout/vList2"/>
    <dgm:cxn modelId="{EED24F10-BB48-FD4F-B423-F8D446082631}" type="presOf" srcId="{4444E2BF-5EB7-7044-BA5E-5A6FA5E03AAB}" destId="{E9801384-F388-AB47-B527-1B33AA84FA25}" srcOrd="0" destOrd="1" presId="urn:microsoft.com/office/officeart/2005/8/layout/vList2"/>
    <dgm:cxn modelId="{388B7C12-977D-4C4E-8FE9-7F3628C68153}" type="presOf" srcId="{2E7AD4A5-9847-A54D-BA8A-05E8A9294278}" destId="{9F00AFA4-F087-2C4D-86DC-6C92A6A15D9D}" srcOrd="0" destOrd="0" presId="urn:microsoft.com/office/officeart/2005/8/layout/vList2"/>
    <dgm:cxn modelId="{5FF41C19-E53D-F74B-9765-EEF6FB97E9B6}" type="presOf" srcId="{A6BF5128-2686-F64C-B33C-186252EC9700}" destId="{CE52E24D-9365-8D42-8DA7-D8B43C237252}" srcOrd="0" destOrd="1" presId="urn:microsoft.com/office/officeart/2005/8/layout/vList2"/>
    <dgm:cxn modelId="{13EAF22D-6C92-BD48-A7BB-1DBF692807BD}" type="presOf" srcId="{393D0A6F-2A76-B043-BAF0-985167D9DB23}" destId="{E9801384-F388-AB47-B527-1B33AA84FA25}" srcOrd="0" destOrd="2" presId="urn:microsoft.com/office/officeart/2005/8/layout/vList2"/>
    <dgm:cxn modelId="{FB86024D-C6AE-554A-A95A-F08393E0991C}" type="presOf" srcId="{0ED91016-C201-134A-BC48-E5F9E906F6BC}" destId="{CE52E24D-9365-8D42-8DA7-D8B43C237252}" srcOrd="0" destOrd="2" presId="urn:microsoft.com/office/officeart/2005/8/layout/vList2"/>
    <dgm:cxn modelId="{400CCB57-CC1C-3247-9775-CF65614B2A00}" type="presOf" srcId="{2C0AD589-B8A9-0441-B7BD-5927931EEF3F}" destId="{E9801384-F388-AB47-B527-1B33AA84FA25}" srcOrd="0" destOrd="0" presId="urn:microsoft.com/office/officeart/2005/8/layout/vList2"/>
    <dgm:cxn modelId="{13707760-0568-DF44-AAA7-895EF56F6E9D}" type="presOf" srcId="{FCADCF29-7372-824F-B406-E333D2534AC3}" destId="{CE52E24D-9365-8D42-8DA7-D8B43C237252}" srcOrd="0" destOrd="3" presId="urn:microsoft.com/office/officeart/2005/8/layout/vList2"/>
    <dgm:cxn modelId="{2F3AC261-6FEB-834C-85EA-3349CB3E8354}" srcId="{E2678F3A-659D-5A43-8538-6B54A5F8AF0F}" destId="{A7A72587-39DB-5948-965C-5DCCB0D9641A}" srcOrd="3" destOrd="0" parTransId="{3F028D6A-CD67-6240-B971-F2B781605634}" sibTransId="{22A84E03-2763-B945-8370-BCE73680BAF7}"/>
    <dgm:cxn modelId="{315D0F6C-E3BF-5A4D-A847-615B1174FBD4}" type="presOf" srcId="{E2678F3A-659D-5A43-8538-6B54A5F8AF0F}" destId="{0D860F10-906E-FC4B-B0A7-A3F97CE5C756}" srcOrd="0" destOrd="0" presId="urn:microsoft.com/office/officeart/2005/8/layout/vList2"/>
    <dgm:cxn modelId="{CA1C4278-20AD-954D-91ED-986DDAD5B7DF}" srcId="{E2678F3A-659D-5A43-8538-6B54A5F8AF0F}" destId="{2C0AD589-B8A9-0441-B7BD-5927931EEF3F}" srcOrd="0" destOrd="0" parTransId="{7E4660A6-664B-EC4C-B4C7-C5AD903C542A}" sibTransId="{1389E25C-90C2-3B4C-AF9A-E504A645183D}"/>
    <dgm:cxn modelId="{24D91687-93EE-364C-914F-E9826F5413DA}" srcId="{2E7AD4A5-9847-A54D-BA8A-05E8A9294278}" destId="{E4A9CA5E-067A-624F-91E7-50B6E783C074}" srcOrd="0" destOrd="0" parTransId="{094D9A6F-868D-4748-A019-5D426C96F80B}" sibTransId="{D81A6399-B58E-E240-9D6E-D7E64B4E6785}"/>
    <dgm:cxn modelId="{AC0CCF88-974C-DE4C-95CC-EC02B3F39E5C}" srcId="{E2678F3A-659D-5A43-8538-6B54A5F8AF0F}" destId="{4444E2BF-5EB7-7044-BA5E-5A6FA5E03AAB}" srcOrd="1" destOrd="0" parTransId="{4695CF31-8067-444B-AFF3-5A23D5AB6568}" sibTransId="{D2CCE63B-9D5A-7644-A30C-B5648201454E}"/>
    <dgm:cxn modelId="{720B318A-3939-2946-8095-8E33CC7C8FBB}" type="presOf" srcId="{A7A72587-39DB-5948-965C-5DCCB0D9641A}" destId="{E9801384-F388-AB47-B527-1B33AA84FA25}" srcOrd="0" destOrd="3" presId="urn:microsoft.com/office/officeart/2005/8/layout/vList2"/>
    <dgm:cxn modelId="{3F29D68A-1876-A944-B064-C93ACF17703C}" srcId="{E2678F3A-659D-5A43-8538-6B54A5F8AF0F}" destId="{393D0A6F-2A76-B043-BAF0-985167D9DB23}" srcOrd="2" destOrd="0" parTransId="{A9BD6326-8618-6B46-A877-AD89B9E1E07E}" sibTransId="{CE16D3A2-9D31-E148-A582-ECACF583E49A}"/>
    <dgm:cxn modelId="{7C76A8AB-4B51-3D40-A971-DDCA16F291C5}" type="presOf" srcId="{B7D86064-CDE9-7645-A4A7-5E351C27B2E4}" destId="{08E9C299-3B7F-6A41-9B7A-99D291D8E5FE}" srcOrd="0" destOrd="0" presId="urn:microsoft.com/office/officeart/2005/8/layout/vList2"/>
    <dgm:cxn modelId="{931425B9-B39C-CB4C-AC20-FC41DA6D69BE}" srcId="{B7D86064-CDE9-7645-A4A7-5E351C27B2E4}" destId="{E2678F3A-659D-5A43-8538-6B54A5F8AF0F}" srcOrd="1" destOrd="0" parTransId="{EEB3DFA8-077A-5C41-984C-90BB401BA579}" sibTransId="{7B6886BF-CBE0-334B-8FA2-2C3B4B0E6820}"/>
    <dgm:cxn modelId="{D73A17BA-4747-0349-93CE-2649AAF5599A}" srcId="{2E7AD4A5-9847-A54D-BA8A-05E8A9294278}" destId="{A6BF5128-2686-F64C-B33C-186252EC9700}" srcOrd="1" destOrd="0" parTransId="{BA71BE72-E350-A04D-AC14-E8DFE7E53BE2}" sibTransId="{87F9BF83-3806-E642-B190-0F062CBC5A59}"/>
    <dgm:cxn modelId="{1BE386D4-3142-7247-BACA-F219E471EA6D}" srcId="{2E7AD4A5-9847-A54D-BA8A-05E8A9294278}" destId="{0ED91016-C201-134A-BC48-E5F9E906F6BC}" srcOrd="2" destOrd="0" parTransId="{7C0D256B-C628-3548-AA00-28AC948A5FBB}" sibTransId="{5EADA6FD-8FEA-1046-ABA8-1A84B0330E13}"/>
    <dgm:cxn modelId="{F0B2DBE5-05D1-BE4D-A8FC-D30B961160D7}" srcId="{2E7AD4A5-9847-A54D-BA8A-05E8A9294278}" destId="{FCADCF29-7372-824F-B406-E333D2534AC3}" srcOrd="3" destOrd="0" parTransId="{FBFB9E47-2F66-0842-A99A-294579884D8B}" sibTransId="{BFCAF4D6-89CC-7949-A316-40167960D82D}"/>
    <dgm:cxn modelId="{80B94CAF-3495-1C4A-8BFC-6B7FF76991C0}" type="presParOf" srcId="{08E9C299-3B7F-6A41-9B7A-99D291D8E5FE}" destId="{9F00AFA4-F087-2C4D-86DC-6C92A6A15D9D}" srcOrd="0" destOrd="0" presId="urn:microsoft.com/office/officeart/2005/8/layout/vList2"/>
    <dgm:cxn modelId="{9CD8405C-4B59-5641-B84A-2D4584D34AF9}" type="presParOf" srcId="{08E9C299-3B7F-6A41-9B7A-99D291D8E5FE}" destId="{CE52E24D-9365-8D42-8DA7-D8B43C237252}" srcOrd="1" destOrd="0" presId="urn:microsoft.com/office/officeart/2005/8/layout/vList2"/>
    <dgm:cxn modelId="{B7F4F942-F986-4C49-AEE4-F3E0291A460D}" type="presParOf" srcId="{08E9C299-3B7F-6A41-9B7A-99D291D8E5FE}" destId="{0D860F10-906E-FC4B-B0A7-A3F97CE5C756}" srcOrd="2" destOrd="0" presId="urn:microsoft.com/office/officeart/2005/8/layout/vList2"/>
    <dgm:cxn modelId="{9FB00BE9-31E1-4E42-8769-CA7FC9690C9B}" type="presParOf" srcId="{08E9C299-3B7F-6A41-9B7A-99D291D8E5FE}" destId="{E9801384-F388-AB47-B527-1B33AA84FA25}" srcOrd="3"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61.xml><?xml version="1.0" encoding="utf-8"?>
<dgm:dataModel xmlns:dgm="http://schemas.openxmlformats.org/drawingml/2006/diagram" xmlns:a="http://schemas.openxmlformats.org/drawingml/2006/main">
  <dgm:ptLst>
    <dgm:pt modelId="{B7D86064-CDE9-7645-A4A7-5E351C27B2E4}"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2E7AD4A5-9847-A54D-BA8A-05E8A9294278}">
      <dgm:prSet/>
      <dgm:spPr/>
      <dgm:t>
        <a:bodyPr/>
        <a:lstStyle/>
        <a:p>
          <a:r>
            <a:rPr lang="en-US" b="0" u="none" dirty="0"/>
            <a:t>CAMEA sample geometry</a:t>
          </a:r>
          <a:endParaRPr lang="en-DK" u="none" dirty="0"/>
        </a:p>
      </dgm:t>
    </dgm:pt>
    <dgm:pt modelId="{15143449-C7EB-A043-9105-3593EC4413DB}" type="parTrans" cxnId="{72EDAE00-5609-0C43-83BE-56664C8BFA18}">
      <dgm:prSet/>
      <dgm:spPr/>
      <dgm:t>
        <a:bodyPr/>
        <a:lstStyle/>
        <a:p>
          <a:endParaRPr lang="en-US"/>
        </a:p>
      </dgm:t>
    </dgm:pt>
    <dgm:pt modelId="{A2CFAAA2-5586-D844-9915-C6F8E8ED8499}" type="sibTrans" cxnId="{72EDAE00-5609-0C43-83BE-56664C8BFA18}">
      <dgm:prSet/>
      <dgm:spPr/>
      <dgm:t>
        <a:bodyPr/>
        <a:lstStyle/>
        <a:p>
          <a:endParaRPr lang="en-US"/>
        </a:p>
      </dgm:t>
    </dgm:pt>
    <dgm:pt modelId="{E4A9CA5E-067A-624F-91E7-50B6E783C074}">
      <dgm:prSet/>
      <dgm:spPr/>
      <dgm:t>
        <a:bodyPr/>
        <a:lstStyle/>
        <a:p>
          <a:r>
            <a:rPr lang="en-US"/>
            <a:t>Type: Hollow cylinder</a:t>
          </a:r>
          <a:endParaRPr lang="en-DK"/>
        </a:p>
      </dgm:t>
    </dgm:pt>
    <dgm:pt modelId="{094D9A6F-868D-4748-A019-5D426C96F80B}" type="parTrans" cxnId="{24D91687-93EE-364C-914F-E9826F5413DA}">
      <dgm:prSet/>
      <dgm:spPr/>
      <dgm:t>
        <a:bodyPr/>
        <a:lstStyle/>
        <a:p>
          <a:endParaRPr lang="en-US"/>
        </a:p>
      </dgm:t>
    </dgm:pt>
    <dgm:pt modelId="{D81A6399-B58E-E240-9D6E-D7E64B4E6785}" type="sibTrans" cxnId="{24D91687-93EE-364C-914F-E9826F5413DA}">
      <dgm:prSet/>
      <dgm:spPr/>
      <dgm:t>
        <a:bodyPr/>
        <a:lstStyle/>
        <a:p>
          <a:endParaRPr lang="en-US"/>
        </a:p>
      </dgm:t>
    </dgm:pt>
    <dgm:pt modelId="{A6BF5128-2686-F64C-B33C-186252EC9700}">
      <dgm:prSet/>
      <dgm:spPr/>
      <dgm:t>
        <a:bodyPr/>
        <a:lstStyle/>
        <a:p>
          <a:r>
            <a:rPr lang="en-US"/>
            <a:t>Radius: 10mm</a:t>
          </a:r>
          <a:endParaRPr lang="en-DK"/>
        </a:p>
      </dgm:t>
    </dgm:pt>
    <dgm:pt modelId="{BA71BE72-E350-A04D-AC14-E8DFE7E53BE2}" type="parTrans" cxnId="{D73A17BA-4747-0349-93CE-2649AAF5599A}">
      <dgm:prSet/>
      <dgm:spPr/>
      <dgm:t>
        <a:bodyPr/>
        <a:lstStyle/>
        <a:p>
          <a:endParaRPr lang="en-US"/>
        </a:p>
      </dgm:t>
    </dgm:pt>
    <dgm:pt modelId="{87F9BF83-3806-E642-B190-0F062CBC5A59}" type="sibTrans" cxnId="{D73A17BA-4747-0349-93CE-2649AAF5599A}">
      <dgm:prSet/>
      <dgm:spPr/>
      <dgm:t>
        <a:bodyPr/>
        <a:lstStyle/>
        <a:p>
          <a:endParaRPr lang="en-US"/>
        </a:p>
      </dgm:t>
    </dgm:pt>
    <dgm:pt modelId="{0ED91016-C201-134A-BC48-E5F9E906F6BC}">
      <dgm:prSet/>
      <dgm:spPr/>
      <dgm:t>
        <a:bodyPr/>
        <a:lstStyle/>
        <a:p>
          <a:r>
            <a:rPr lang="en-US" b="0"/>
            <a:t>Height: 10mm</a:t>
          </a:r>
          <a:endParaRPr lang="en-DK"/>
        </a:p>
      </dgm:t>
    </dgm:pt>
    <dgm:pt modelId="{7C0D256B-C628-3548-AA00-28AC948A5FBB}" type="parTrans" cxnId="{1BE386D4-3142-7247-BACA-F219E471EA6D}">
      <dgm:prSet/>
      <dgm:spPr/>
      <dgm:t>
        <a:bodyPr/>
        <a:lstStyle/>
        <a:p>
          <a:endParaRPr lang="en-US"/>
        </a:p>
      </dgm:t>
    </dgm:pt>
    <dgm:pt modelId="{5EADA6FD-8FEA-1046-ABA8-1A84B0330E13}" type="sibTrans" cxnId="{1BE386D4-3142-7247-BACA-F219E471EA6D}">
      <dgm:prSet/>
      <dgm:spPr/>
      <dgm:t>
        <a:bodyPr/>
        <a:lstStyle/>
        <a:p>
          <a:endParaRPr lang="en-US"/>
        </a:p>
      </dgm:t>
    </dgm:pt>
    <dgm:pt modelId="{FCADCF29-7372-824F-B406-E333D2534AC3}">
      <dgm:prSet/>
      <dgm:spPr/>
      <dgm:t>
        <a:bodyPr/>
        <a:lstStyle/>
        <a:p>
          <a:r>
            <a:rPr lang="en-US"/>
            <a:t>Wall thickness: 2.6mm</a:t>
          </a:r>
          <a:endParaRPr lang="en-DK"/>
        </a:p>
      </dgm:t>
    </dgm:pt>
    <dgm:pt modelId="{FBFB9E47-2F66-0842-A99A-294579884D8B}" type="parTrans" cxnId="{F0B2DBE5-05D1-BE4D-A8FC-D30B961160D7}">
      <dgm:prSet/>
      <dgm:spPr/>
      <dgm:t>
        <a:bodyPr/>
        <a:lstStyle/>
        <a:p>
          <a:endParaRPr lang="en-US"/>
        </a:p>
      </dgm:t>
    </dgm:pt>
    <dgm:pt modelId="{BFCAF4D6-89CC-7949-A316-40167960D82D}" type="sibTrans" cxnId="{F0B2DBE5-05D1-BE4D-A8FC-D30B961160D7}">
      <dgm:prSet/>
      <dgm:spPr/>
      <dgm:t>
        <a:bodyPr/>
        <a:lstStyle/>
        <a:p>
          <a:endParaRPr lang="en-US"/>
        </a:p>
      </dgm:t>
    </dgm:pt>
    <dgm:pt modelId="{E2678F3A-659D-5A43-8538-6B54A5F8AF0F}">
      <dgm:prSet/>
      <dgm:spPr/>
      <dgm:t>
        <a:bodyPr/>
        <a:lstStyle/>
        <a:p>
          <a:r>
            <a:rPr lang="en-US" u="none" dirty="0"/>
            <a:t>CAMEA simulation values</a:t>
          </a:r>
          <a:endParaRPr lang="en-DK" u="none" dirty="0"/>
        </a:p>
      </dgm:t>
    </dgm:pt>
    <dgm:pt modelId="{EEB3DFA8-077A-5C41-984C-90BB401BA579}" type="parTrans" cxnId="{931425B9-B39C-CB4C-AC20-FC41DA6D69BE}">
      <dgm:prSet/>
      <dgm:spPr/>
      <dgm:t>
        <a:bodyPr/>
        <a:lstStyle/>
        <a:p>
          <a:endParaRPr lang="en-US"/>
        </a:p>
      </dgm:t>
    </dgm:pt>
    <dgm:pt modelId="{7B6886BF-CBE0-334B-8FA2-2C3B4B0E6820}" type="sibTrans" cxnId="{931425B9-B39C-CB4C-AC20-FC41DA6D69BE}">
      <dgm:prSet/>
      <dgm:spPr/>
      <dgm:t>
        <a:bodyPr/>
        <a:lstStyle/>
        <a:p>
          <a:endParaRPr lang="en-US"/>
        </a:p>
      </dgm:t>
    </dgm:pt>
    <dgm:pt modelId="{4444E2BF-5EB7-7044-BA5E-5A6FA5E03AAB}">
      <dgm:prSet/>
      <dgm:spPr/>
      <dgm:t>
        <a:bodyPr/>
        <a:lstStyle/>
        <a:p>
          <a:r>
            <a:rPr lang="en-US">
              <a:noFill/>
            </a:rPr>
            <a:t> </a:t>
          </a:r>
        </a:p>
      </dgm:t>
    </dgm:pt>
    <dgm:pt modelId="{4695CF31-8067-444B-AFF3-5A23D5AB6568}" type="parTrans" cxnId="{AC0CCF88-974C-DE4C-95CC-EC02B3F39E5C}">
      <dgm:prSet/>
      <dgm:spPr/>
      <dgm:t>
        <a:bodyPr/>
        <a:lstStyle/>
        <a:p>
          <a:endParaRPr lang="en-US"/>
        </a:p>
      </dgm:t>
    </dgm:pt>
    <dgm:pt modelId="{D2CCE63B-9D5A-7644-A30C-B5648201454E}" type="sibTrans" cxnId="{AC0CCF88-974C-DE4C-95CC-EC02B3F39E5C}">
      <dgm:prSet/>
      <dgm:spPr/>
      <dgm:t>
        <a:bodyPr/>
        <a:lstStyle/>
        <a:p>
          <a:endParaRPr lang="en-US"/>
        </a:p>
      </dgm:t>
    </dgm:pt>
    <dgm:pt modelId="{A7A72587-39DB-5948-965C-5DCCB0D9641A}">
      <dgm:prSet/>
      <dgm:spPr/>
      <dgm:t>
        <a:bodyPr/>
        <a:lstStyle/>
        <a:p>
          <a:r>
            <a:rPr lang="en-US">
              <a:noFill/>
            </a:rPr>
            <a:t> </a:t>
          </a:r>
        </a:p>
      </dgm:t>
    </dgm:pt>
    <dgm:pt modelId="{3F028D6A-CD67-6240-B971-F2B781605634}" type="parTrans" cxnId="{2F3AC261-6FEB-834C-85EA-3349CB3E8354}">
      <dgm:prSet/>
      <dgm:spPr/>
      <dgm:t>
        <a:bodyPr/>
        <a:lstStyle/>
        <a:p>
          <a:endParaRPr lang="en-US"/>
        </a:p>
      </dgm:t>
    </dgm:pt>
    <dgm:pt modelId="{22A84E03-2763-B945-8370-BCE73680BAF7}" type="sibTrans" cxnId="{2F3AC261-6FEB-834C-85EA-3349CB3E8354}">
      <dgm:prSet/>
      <dgm:spPr/>
      <dgm:t>
        <a:bodyPr/>
        <a:lstStyle/>
        <a:p>
          <a:endParaRPr lang="en-US"/>
        </a:p>
      </dgm:t>
    </dgm:pt>
    <dgm:pt modelId="{393D0A6F-2A76-B043-BAF0-985167D9DB23}">
      <dgm:prSet/>
      <dgm:spPr/>
      <dgm:t>
        <a:bodyPr/>
        <a:lstStyle/>
        <a:p>
          <a:r>
            <a:rPr lang="en-US">
              <a:noFill/>
            </a:rPr>
            <a:t> </a:t>
          </a:r>
        </a:p>
      </dgm:t>
    </dgm:pt>
    <dgm:pt modelId="{CE16D3A2-9D31-E148-A582-ECACF583E49A}" type="sibTrans" cxnId="{3F29D68A-1876-A944-B064-C93ACF17703C}">
      <dgm:prSet/>
      <dgm:spPr/>
      <dgm:t>
        <a:bodyPr/>
        <a:lstStyle/>
        <a:p>
          <a:endParaRPr lang="en-US"/>
        </a:p>
      </dgm:t>
    </dgm:pt>
    <dgm:pt modelId="{A9BD6326-8618-6B46-A877-AD89B9E1E07E}" type="parTrans" cxnId="{3F29D68A-1876-A944-B064-C93ACF17703C}">
      <dgm:prSet/>
      <dgm:spPr/>
      <dgm:t>
        <a:bodyPr/>
        <a:lstStyle/>
        <a:p>
          <a:endParaRPr lang="en-US"/>
        </a:p>
      </dgm:t>
    </dgm:pt>
    <dgm:pt modelId="{2C0AD589-B8A9-0441-B7BD-5927931EEF3F}">
      <dgm:prSet/>
      <dgm:spPr>
        <a:blipFill>
          <a:blip xmlns:r="http://schemas.openxmlformats.org/officeDocument/2006/relationships" r:embed="rId1"/>
          <a:stretch>
            <a:fillRect l="-392" t="-4000" b="-1000"/>
          </a:stretch>
        </a:blipFill>
      </dgm:spPr>
      <dgm:t>
        <a:bodyPr/>
        <a:lstStyle/>
        <a:p>
          <a:r>
            <a:rPr lang="en-US">
              <a:noFill/>
            </a:rPr>
            <a:t> </a:t>
          </a:r>
        </a:p>
      </dgm:t>
    </dgm:pt>
    <dgm:pt modelId="{7E4660A6-664B-EC4C-B4C7-C5AD903C542A}" type="parTrans" cxnId="{CA1C4278-20AD-954D-91ED-986DDAD5B7DF}">
      <dgm:prSet/>
      <dgm:spPr/>
      <dgm:t>
        <a:bodyPr/>
        <a:lstStyle/>
        <a:p>
          <a:endParaRPr lang="en-US"/>
        </a:p>
      </dgm:t>
    </dgm:pt>
    <dgm:pt modelId="{1389E25C-90C2-3B4C-AF9A-E504A645183D}" type="sibTrans" cxnId="{CA1C4278-20AD-954D-91ED-986DDAD5B7DF}">
      <dgm:prSet/>
      <dgm:spPr/>
      <dgm:t>
        <a:bodyPr/>
        <a:lstStyle/>
        <a:p>
          <a:endParaRPr lang="en-US"/>
        </a:p>
      </dgm:t>
    </dgm:pt>
    <dgm:pt modelId="{08E9C299-3B7F-6A41-9B7A-99D291D8E5FE}" type="pres">
      <dgm:prSet presAssocID="{B7D86064-CDE9-7645-A4A7-5E351C27B2E4}" presName="linear" presStyleCnt="0">
        <dgm:presLayoutVars>
          <dgm:animLvl val="lvl"/>
          <dgm:resizeHandles val="exact"/>
        </dgm:presLayoutVars>
      </dgm:prSet>
      <dgm:spPr/>
    </dgm:pt>
    <dgm:pt modelId="{9F00AFA4-F087-2C4D-86DC-6C92A6A15D9D}" type="pres">
      <dgm:prSet presAssocID="{2E7AD4A5-9847-A54D-BA8A-05E8A9294278}" presName="parentText" presStyleLbl="node1" presStyleIdx="0" presStyleCnt="2">
        <dgm:presLayoutVars>
          <dgm:chMax val="0"/>
          <dgm:bulletEnabled val="1"/>
        </dgm:presLayoutVars>
      </dgm:prSet>
      <dgm:spPr/>
    </dgm:pt>
    <dgm:pt modelId="{CE52E24D-9365-8D42-8DA7-D8B43C237252}" type="pres">
      <dgm:prSet presAssocID="{2E7AD4A5-9847-A54D-BA8A-05E8A9294278}" presName="childText" presStyleLbl="revTx" presStyleIdx="0" presStyleCnt="2">
        <dgm:presLayoutVars>
          <dgm:bulletEnabled val="1"/>
        </dgm:presLayoutVars>
      </dgm:prSet>
      <dgm:spPr/>
    </dgm:pt>
    <dgm:pt modelId="{0D860F10-906E-FC4B-B0A7-A3F97CE5C756}" type="pres">
      <dgm:prSet presAssocID="{E2678F3A-659D-5A43-8538-6B54A5F8AF0F}" presName="parentText" presStyleLbl="node1" presStyleIdx="1" presStyleCnt="2">
        <dgm:presLayoutVars>
          <dgm:chMax val="0"/>
          <dgm:bulletEnabled val="1"/>
        </dgm:presLayoutVars>
      </dgm:prSet>
      <dgm:spPr/>
    </dgm:pt>
    <dgm:pt modelId="{E9801384-F388-AB47-B527-1B33AA84FA25}" type="pres">
      <dgm:prSet presAssocID="{E2678F3A-659D-5A43-8538-6B54A5F8AF0F}" presName="childText" presStyleLbl="revTx" presStyleIdx="1" presStyleCnt="2">
        <dgm:presLayoutVars>
          <dgm:bulletEnabled val="1"/>
        </dgm:presLayoutVars>
      </dgm:prSet>
      <dgm:spPr/>
    </dgm:pt>
  </dgm:ptLst>
  <dgm:cxnLst>
    <dgm:cxn modelId="{72EDAE00-5609-0C43-83BE-56664C8BFA18}" srcId="{B7D86064-CDE9-7645-A4A7-5E351C27B2E4}" destId="{2E7AD4A5-9847-A54D-BA8A-05E8A9294278}" srcOrd="0" destOrd="0" parTransId="{15143449-C7EB-A043-9105-3593EC4413DB}" sibTransId="{A2CFAAA2-5586-D844-9915-C6F8E8ED8499}"/>
    <dgm:cxn modelId="{671EA708-19B6-1F48-B470-1570585458AC}" type="presOf" srcId="{E4A9CA5E-067A-624F-91E7-50B6E783C074}" destId="{CE52E24D-9365-8D42-8DA7-D8B43C237252}" srcOrd="0" destOrd="0" presId="urn:microsoft.com/office/officeart/2005/8/layout/vList2"/>
    <dgm:cxn modelId="{EED24F10-BB48-FD4F-B423-F8D446082631}" type="presOf" srcId="{4444E2BF-5EB7-7044-BA5E-5A6FA5E03AAB}" destId="{E9801384-F388-AB47-B527-1B33AA84FA25}" srcOrd="0" destOrd="1" presId="urn:microsoft.com/office/officeart/2005/8/layout/vList2"/>
    <dgm:cxn modelId="{388B7C12-977D-4C4E-8FE9-7F3628C68153}" type="presOf" srcId="{2E7AD4A5-9847-A54D-BA8A-05E8A9294278}" destId="{9F00AFA4-F087-2C4D-86DC-6C92A6A15D9D}" srcOrd="0" destOrd="0" presId="urn:microsoft.com/office/officeart/2005/8/layout/vList2"/>
    <dgm:cxn modelId="{5FF41C19-E53D-F74B-9765-EEF6FB97E9B6}" type="presOf" srcId="{A6BF5128-2686-F64C-B33C-186252EC9700}" destId="{CE52E24D-9365-8D42-8DA7-D8B43C237252}" srcOrd="0" destOrd="1" presId="urn:microsoft.com/office/officeart/2005/8/layout/vList2"/>
    <dgm:cxn modelId="{13EAF22D-6C92-BD48-A7BB-1DBF692807BD}" type="presOf" srcId="{393D0A6F-2A76-B043-BAF0-985167D9DB23}" destId="{E9801384-F388-AB47-B527-1B33AA84FA25}" srcOrd="0" destOrd="2" presId="urn:microsoft.com/office/officeart/2005/8/layout/vList2"/>
    <dgm:cxn modelId="{FB86024D-C6AE-554A-A95A-F08393E0991C}" type="presOf" srcId="{0ED91016-C201-134A-BC48-E5F9E906F6BC}" destId="{CE52E24D-9365-8D42-8DA7-D8B43C237252}" srcOrd="0" destOrd="2" presId="urn:microsoft.com/office/officeart/2005/8/layout/vList2"/>
    <dgm:cxn modelId="{400CCB57-CC1C-3247-9775-CF65614B2A00}" type="presOf" srcId="{2C0AD589-B8A9-0441-B7BD-5927931EEF3F}" destId="{E9801384-F388-AB47-B527-1B33AA84FA25}" srcOrd="0" destOrd="0" presId="urn:microsoft.com/office/officeart/2005/8/layout/vList2"/>
    <dgm:cxn modelId="{13707760-0568-DF44-AAA7-895EF56F6E9D}" type="presOf" srcId="{FCADCF29-7372-824F-B406-E333D2534AC3}" destId="{CE52E24D-9365-8D42-8DA7-D8B43C237252}" srcOrd="0" destOrd="3" presId="urn:microsoft.com/office/officeart/2005/8/layout/vList2"/>
    <dgm:cxn modelId="{2F3AC261-6FEB-834C-85EA-3349CB3E8354}" srcId="{E2678F3A-659D-5A43-8538-6B54A5F8AF0F}" destId="{A7A72587-39DB-5948-965C-5DCCB0D9641A}" srcOrd="3" destOrd="0" parTransId="{3F028D6A-CD67-6240-B971-F2B781605634}" sibTransId="{22A84E03-2763-B945-8370-BCE73680BAF7}"/>
    <dgm:cxn modelId="{315D0F6C-E3BF-5A4D-A847-615B1174FBD4}" type="presOf" srcId="{E2678F3A-659D-5A43-8538-6B54A5F8AF0F}" destId="{0D860F10-906E-FC4B-B0A7-A3F97CE5C756}" srcOrd="0" destOrd="0" presId="urn:microsoft.com/office/officeart/2005/8/layout/vList2"/>
    <dgm:cxn modelId="{CA1C4278-20AD-954D-91ED-986DDAD5B7DF}" srcId="{E2678F3A-659D-5A43-8538-6B54A5F8AF0F}" destId="{2C0AD589-B8A9-0441-B7BD-5927931EEF3F}" srcOrd="0" destOrd="0" parTransId="{7E4660A6-664B-EC4C-B4C7-C5AD903C542A}" sibTransId="{1389E25C-90C2-3B4C-AF9A-E504A645183D}"/>
    <dgm:cxn modelId="{24D91687-93EE-364C-914F-E9826F5413DA}" srcId="{2E7AD4A5-9847-A54D-BA8A-05E8A9294278}" destId="{E4A9CA5E-067A-624F-91E7-50B6E783C074}" srcOrd="0" destOrd="0" parTransId="{094D9A6F-868D-4748-A019-5D426C96F80B}" sibTransId="{D81A6399-B58E-E240-9D6E-D7E64B4E6785}"/>
    <dgm:cxn modelId="{AC0CCF88-974C-DE4C-95CC-EC02B3F39E5C}" srcId="{E2678F3A-659D-5A43-8538-6B54A5F8AF0F}" destId="{4444E2BF-5EB7-7044-BA5E-5A6FA5E03AAB}" srcOrd="1" destOrd="0" parTransId="{4695CF31-8067-444B-AFF3-5A23D5AB6568}" sibTransId="{D2CCE63B-9D5A-7644-A30C-B5648201454E}"/>
    <dgm:cxn modelId="{720B318A-3939-2946-8095-8E33CC7C8FBB}" type="presOf" srcId="{A7A72587-39DB-5948-965C-5DCCB0D9641A}" destId="{E9801384-F388-AB47-B527-1B33AA84FA25}" srcOrd="0" destOrd="3" presId="urn:microsoft.com/office/officeart/2005/8/layout/vList2"/>
    <dgm:cxn modelId="{3F29D68A-1876-A944-B064-C93ACF17703C}" srcId="{E2678F3A-659D-5A43-8538-6B54A5F8AF0F}" destId="{393D0A6F-2A76-B043-BAF0-985167D9DB23}" srcOrd="2" destOrd="0" parTransId="{A9BD6326-8618-6B46-A877-AD89B9E1E07E}" sibTransId="{CE16D3A2-9D31-E148-A582-ECACF583E49A}"/>
    <dgm:cxn modelId="{7C76A8AB-4B51-3D40-A971-DDCA16F291C5}" type="presOf" srcId="{B7D86064-CDE9-7645-A4A7-5E351C27B2E4}" destId="{08E9C299-3B7F-6A41-9B7A-99D291D8E5FE}" srcOrd="0" destOrd="0" presId="urn:microsoft.com/office/officeart/2005/8/layout/vList2"/>
    <dgm:cxn modelId="{931425B9-B39C-CB4C-AC20-FC41DA6D69BE}" srcId="{B7D86064-CDE9-7645-A4A7-5E351C27B2E4}" destId="{E2678F3A-659D-5A43-8538-6B54A5F8AF0F}" srcOrd="1" destOrd="0" parTransId="{EEB3DFA8-077A-5C41-984C-90BB401BA579}" sibTransId="{7B6886BF-CBE0-334B-8FA2-2C3B4B0E6820}"/>
    <dgm:cxn modelId="{D73A17BA-4747-0349-93CE-2649AAF5599A}" srcId="{2E7AD4A5-9847-A54D-BA8A-05E8A9294278}" destId="{A6BF5128-2686-F64C-B33C-186252EC9700}" srcOrd="1" destOrd="0" parTransId="{BA71BE72-E350-A04D-AC14-E8DFE7E53BE2}" sibTransId="{87F9BF83-3806-E642-B190-0F062CBC5A59}"/>
    <dgm:cxn modelId="{1BE386D4-3142-7247-BACA-F219E471EA6D}" srcId="{2E7AD4A5-9847-A54D-BA8A-05E8A9294278}" destId="{0ED91016-C201-134A-BC48-E5F9E906F6BC}" srcOrd="2" destOrd="0" parTransId="{7C0D256B-C628-3548-AA00-28AC948A5FBB}" sibTransId="{5EADA6FD-8FEA-1046-ABA8-1A84B0330E13}"/>
    <dgm:cxn modelId="{F0B2DBE5-05D1-BE4D-A8FC-D30B961160D7}" srcId="{2E7AD4A5-9847-A54D-BA8A-05E8A9294278}" destId="{FCADCF29-7372-824F-B406-E333D2534AC3}" srcOrd="3" destOrd="0" parTransId="{FBFB9E47-2F66-0842-A99A-294579884D8B}" sibTransId="{BFCAF4D6-89CC-7949-A316-40167960D82D}"/>
    <dgm:cxn modelId="{80B94CAF-3495-1C4A-8BFC-6B7FF76991C0}" type="presParOf" srcId="{08E9C299-3B7F-6A41-9B7A-99D291D8E5FE}" destId="{9F00AFA4-F087-2C4D-86DC-6C92A6A15D9D}" srcOrd="0" destOrd="0" presId="urn:microsoft.com/office/officeart/2005/8/layout/vList2"/>
    <dgm:cxn modelId="{9CD8405C-4B59-5641-B84A-2D4584D34AF9}" type="presParOf" srcId="{08E9C299-3B7F-6A41-9B7A-99D291D8E5FE}" destId="{CE52E24D-9365-8D42-8DA7-D8B43C237252}" srcOrd="1" destOrd="0" presId="urn:microsoft.com/office/officeart/2005/8/layout/vList2"/>
    <dgm:cxn modelId="{B7F4F942-F986-4C49-AEE4-F3E0291A460D}" type="presParOf" srcId="{08E9C299-3B7F-6A41-9B7A-99D291D8E5FE}" destId="{0D860F10-906E-FC4B-B0A7-A3F97CE5C756}" srcOrd="2" destOrd="0" presId="urn:microsoft.com/office/officeart/2005/8/layout/vList2"/>
    <dgm:cxn modelId="{9FB00BE9-31E1-4E42-8769-CA7FC9690C9B}" type="presParOf" srcId="{08E9C299-3B7F-6A41-9B7A-99D291D8E5FE}" destId="{E9801384-F388-AB47-B527-1B33AA84FA25}" srcOrd="3"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62.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a:solidFill>
          <a:schemeClr val="accent1">
            <a:lumMod val="60000"/>
            <a:lumOff val="40000"/>
          </a:schemeClr>
        </a:solidFill>
        <a:ln>
          <a:solidFill>
            <a:schemeClr val="tx1"/>
          </a:solidFill>
        </a:ln>
      </dgm:spPr>
      <dgm:t>
        <a:bodyPr/>
        <a:lstStyle/>
        <a:p>
          <a:r>
            <a:rPr lang="en-US" dirty="0">
              <a:solidFill>
                <a:schemeClr val="tx1"/>
              </a:solidFill>
            </a:rPr>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3.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a:solidFill>
          <a:schemeClr val="accent1">
            <a:lumMod val="60000"/>
            <a:lumOff val="40000"/>
          </a:schemeClr>
        </a:solidFill>
        <a:ln>
          <a:solidFill>
            <a:schemeClr val="tx1"/>
          </a:solidFill>
        </a:ln>
      </dgm:spPr>
      <dgm:t>
        <a:bodyPr/>
        <a:lstStyle/>
        <a:p>
          <a:r>
            <a:rPr lang="en-US" dirty="0">
              <a:solidFill>
                <a:schemeClr val="tx1"/>
              </a:solidFill>
            </a:rPr>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4.xml><?xml version="1.0" encoding="utf-8"?>
<dgm:dataModel xmlns:dgm="http://schemas.openxmlformats.org/drawingml/2006/diagram" xmlns:a="http://schemas.openxmlformats.org/drawingml/2006/main">
  <dgm:ptLst>
    <dgm:pt modelId="{0EA9E7D9-E188-FC49-9EC1-7EDFD365EB85}"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0EE48E14-8C9E-5144-BA59-211351B4C94B}">
      <dgm:prSet/>
      <dgm:spPr/>
      <dgm:t>
        <a:bodyPr/>
        <a:lstStyle/>
        <a:p>
          <a:r>
            <a:rPr lang="en-US" b="0" dirty="0"/>
            <a:t>Without sample constraints:</a:t>
          </a:r>
          <a:endParaRPr lang="en-DK" dirty="0"/>
        </a:p>
      </dgm:t>
    </dgm:pt>
    <dgm:pt modelId="{EEBDC071-F04E-464F-82C3-E1465AE3AFEB}" type="parTrans" cxnId="{8ED58B06-1A35-1A4B-BEA4-1EB8EB150DAF}">
      <dgm:prSet/>
      <dgm:spPr/>
      <dgm:t>
        <a:bodyPr/>
        <a:lstStyle/>
        <a:p>
          <a:endParaRPr lang="en-US"/>
        </a:p>
      </dgm:t>
    </dgm:pt>
    <dgm:pt modelId="{D32A5096-58D8-3C4A-B315-7AB21D4EC11C}" type="sibTrans" cxnId="{8ED58B06-1A35-1A4B-BEA4-1EB8EB150DAF}">
      <dgm:prSet phldrT="1" phldr="0"/>
      <dgm:spPr/>
    </dgm:pt>
    <dgm:pt modelId="{BF298009-0E55-C945-80C6-EBB4FA8C429C}">
      <dgm:prSet/>
      <dgm:spPr/>
      <dgm:t>
        <a:bodyPr/>
        <a:lstStyle/>
        <a:p>
          <a:endParaRPr lang="en-DK" dirty="0"/>
        </a:p>
      </dgm:t>
    </dgm:pt>
    <dgm:pt modelId="{8EFA8F4E-12BE-0443-93AF-40773779C773}" type="parTrans" cxnId="{88D37230-BD13-C94B-9804-7BF5D16CD9A5}">
      <dgm:prSet/>
      <dgm:spPr/>
      <dgm:t>
        <a:bodyPr/>
        <a:lstStyle/>
        <a:p>
          <a:endParaRPr lang="en-US"/>
        </a:p>
      </dgm:t>
    </dgm:pt>
    <dgm:pt modelId="{DA03BE55-350F-3E48-AFC5-EF5F5A674BF0}" type="sibTrans" cxnId="{88D37230-BD13-C94B-9804-7BF5D16CD9A5}">
      <dgm:prSet/>
      <dgm:spPr/>
      <dgm:t>
        <a:bodyPr/>
        <a:lstStyle/>
        <a:p>
          <a:endParaRPr lang="en-US"/>
        </a:p>
      </dgm:t>
    </dgm:pt>
    <dgm:pt modelId="{579617B5-88AD-4F4C-B0A0-4FCB90021A66}" type="pres">
      <dgm:prSet presAssocID="{0EA9E7D9-E188-FC49-9EC1-7EDFD365EB85}" presName="linear" presStyleCnt="0">
        <dgm:presLayoutVars>
          <dgm:animLvl val="lvl"/>
          <dgm:resizeHandles val="exact"/>
        </dgm:presLayoutVars>
      </dgm:prSet>
      <dgm:spPr/>
    </dgm:pt>
    <dgm:pt modelId="{6A3EFC82-0E2F-0245-B8F6-28564EED1AD0}" type="pres">
      <dgm:prSet presAssocID="{0EE48E14-8C9E-5144-BA59-211351B4C94B}" presName="parentText" presStyleLbl="node1" presStyleIdx="0" presStyleCnt="1">
        <dgm:presLayoutVars>
          <dgm:chMax val="0"/>
          <dgm:bulletEnabled val="1"/>
        </dgm:presLayoutVars>
      </dgm:prSet>
      <dgm:spPr/>
    </dgm:pt>
    <dgm:pt modelId="{1C16EC5D-B995-2A4B-A649-043C84511068}" type="pres">
      <dgm:prSet presAssocID="{0EE48E14-8C9E-5144-BA59-211351B4C94B}" presName="childText" presStyleLbl="revTx" presStyleIdx="0" presStyleCnt="1">
        <dgm:presLayoutVars>
          <dgm:bulletEnabled val="1"/>
        </dgm:presLayoutVars>
      </dgm:prSet>
      <dgm:spPr/>
    </dgm:pt>
  </dgm:ptLst>
  <dgm:cxnLst>
    <dgm:cxn modelId="{8ED58B06-1A35-1A4B-BEA4-1EB8EB150DAF}" srcId="{0EA9E7D9-E188-FC49-9EC1-7EDFD365EB85}" destId="{0EE48E14-8C9E-5144-BA59-211351B4C94B}" srcOrd="0" destOrd="0" parTransId="{EEBDC071-F04E-464F-82C3-E1465AE3AFEB}" sibTransId="{D32A5096-58D8-3C4A-B315-7AB21D4EC11C}"/>
    <dgm:cxn modelId="{FEE5A223-1CFD-5944-A388-CEBB95F829EF}" type="presOf" srcId="{0EA9E7D9-E188-FC49-9EC1-7EDFD365EB85}" destId="{579617B5-88AD-4F4C-B0A0-4FCB90021A66}" srcOrd="0" destOrd="0" presId="urn:microsoft.com/office/officeart/2005/8/layout/vList2"/>
    <dgm:cxn modelId="{88D37230-BD13-C94B-9804-7BF5D16CD9A5}" srcId="{0EE48E14-8C9E-5144-BA59-211351B4C94B}" destId="{BF298009-0E55-C945-80C6-EBB4FA8C429C}" srcOrd="0" destOrd="0" parTransId="{8EFA8F4E-12BE-0443-93AF-40773779C773}" sibTransId="{DA03BE55-350F-3E48-AFC5-EF5F5A674BF0}"/>
    <dgm:cxn modelId="{BD58D434-EF26-C646-948E-019534E8E3BB}" type="presOf" srcId="{BF298009-0E55-C945-80C6-EBB4FA8C429C}" destId="{1C16EC5D-B995-2A4B-A649-043C84511068}" srcOrd="0" destOrd="0" presId="urn:microsoft.com/office/officeart/2005/8/layout/vList2"/>
    <dgm:cxn modelId="{1A964FC1-2F14-1B4E-AC5C-9E8C55C8CD32}" type="presOf" srcId="{0EE48E14-8C9E-5144-BA59-211351B4C94B}" destId="{6A3EFC82-0E2F-0245-B8F6-28564EED1AD0}" srcOrd="0" destOrd="0" presId="urn:microsoft.com/office/officeart/2005/8/layout/vList2"/>
    <dgm:cxn modelId="{1B144E38-2B6A-9549-BB6D-8A0DD9F49097}" type="presParOf" srcId="{579617B5-88AD-4F4C-B0A0-4FCB90021A66}" destId="{6A3EFC82-0E2F-0245-B8F6-28564EED1AD0}" srcOrd="0" destOrd="0" presId="urn:microsoft.com/office/officeart/2005/8/layout/vList2"/>
    <dgm:cxn modelId="{1977D7AE-62C6-FC44-AE9E-0EFB4FA81A5C}" type="presParOf" srcId="{579617B5-88AD-4F4C-B0A0-4FCB90021A66}" destId="{1C16EC5D-B995-2A4B-A649-043C84511068}" srcOrd="1"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65.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a:solidFill>
          <a:schemeClr val="accent1">
            <a:lumMod val="60000"/>
            <a:lumOff val="40000"/>
          </a:schemeClr>
        </a:solidFill>
        <a:ln>
          <a:solidFill>
            <a:schemeClr val="tx1"/>
          </a:solidFill>
        </a:ln>
      </dgm:spPr>
      <dgm:t>
        <a:bodyPr/>
        <a:lstStyle/>
        <a:p>
          <a:r>
            <a:rPr lang="en-US" dirty="0">
              <a:solidFill>
                <a:schemeClr val="tx1"/>
              </a:solidFill>
            </a:rPr>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66.xml><?xml version="1.0" encoding="utf-8"?>
<dgm:dataModel xmlns:dgm="http://schemas.openxmlformats.org/drawingml/2006/diagram" xmlns:a="http://schemas.openxmlformats.org/drawingml/2006/main">
  <dgm:ptLst>
    <dgm:pt modelId="{0EA9E7D9-E188-FC49-9EC1-7EDFD365EB85}"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0EE48E14-8C9E-5144-BA59-211351B4C94B}">
      <dgm:prSet/>
      <dgm:spPr/>
      <dgm:t>
        <a:bodyPr/>
        <a:lstStyle/>
        <a:p>
          <a:r>
            <a:rPr lang="en-US" b="0" dirty="0"/>
            <a:t>Without sample constraints:</a:t>
          </a:r>
          <a:endParaRPr lang="en-DK" dirty="0"/>
        </a:p>
      </dgm:t>
    </dgm:pt>
    <dgm:pt modelId="{EEBDC071-F04E-464F-82C3-E1465AE3AFEB}" type="parTrans" cxnId="{8ED58B06-1A35-1A4B-BEA4-1EB8EB150DAF}">
      <dgm:prSet/>
      <dgm:spPr/>
      <dgm:t>
        <a:bodyPr/>
        <a:lstStyle/>
        <a:p>
          <a:endParaRPr lang="en-US"/>
        </a:p>
      </dgm:t>
    </dgm:pt>
    <dgm:pt modelId="{D32A5096-58D8-3C4A-B315-7AB21D4EC11C}" type="sibTrans" cxnId="{8ED58B06-1A35-1A4B-BEA4-1EB8EB150DAF}">
      <dgm:prSet phldrT="1" phldr="0"/>
      <dgm:spPr/>
    </dgm:pt>
    <dgm:pt modelId="{BF298009-0E55-C945-80C6-EBB4FA8C429C}">
      <dgm:prSet/>
      <dgm:spPr/>
      <dgm:t>
        <a:bodyPr/>
        <a:lstStyle/>
        <a:p>
          <a:endParaRPr lang="en-DK" dirty="0"/>
        </a:p>
      </dgm:t>
    </dgm:pt>
    <dgm:pt modelId="{8EFA8F4E-12BE-0443-93AF-40773779C773}" type="parTrans" cxnId="{88D37230-BD13-C94B-9804-7BF5D16CD9A5}">
      <dgm:prSet/>
      <dgm:spPr/>
      <dgm:t>
        <a:bodyPr/>
        <a:lstStyle/>
        <a:p>
          <a:endParaRPr lang="en-US"/>
        </a:p>
      </dgm:t>
    </dgm:pt>
    <dgm:pt modelId="{DA03BE55-350F-3E48-AFC5-EF5F5A674BF0}" type="sibTrans" cxnId="{88D37230-BD13-C94B-9804-7BF5D16CD9A5}">
      <dgm:prSet/>
      <dgm:spPr/>
      <dgm:t>
        <a:bodyPr/>
        <a:lstStyle/>
        <a:p>
          <a:endParaRPr lang="en-US"/>
        </a:p>
      </dgm:t>
    </dgm:pt>
    <dgm:pt modelId="{579617B5-88AD-4F4C-B0A0-4FCB90021A66}" type="pres">
      <dgm:prSet presAssocID="{0EA9E7D9-E188-FC49-9EC1-7EDFD365EB85}" presName="linear" presStyleCnt="0">
        <dgm:presLayoutVars>
          <dgm:animLvl val="lvl"/>
          <dgm:resizeHandles val="exact"/>
        </dgm:presLayoutVars>
      </dgm:prSet>
      <dgm:spPr/>
    </dgm:pt>
    <dgm:pt modelId="{6A3EFC82-0E2F-0245-B8F6-28564EED1AD0}" type="pres">
      <dgm:prSet presAssocID="{0EE48E14-8C9E-5144-BA59-211351B4C94B}" presName="parentText" presStyleLbl="node1" presStyleIdx="0" presStyleCnt="1">
        <dgm:presLayoutVars>
          <dgm:chMax val="0"/>
          <dgm:bulletEnabled val="1"/>
        </dgm:presLayoutVars>
      </dgm:prSet>
      <dgm:spPr/>
    </dgm:pt>
    <dgm:pt modelId="{1C16EC5D-B995-2A4B-A649-043C84511068}" type="pres">
      <dgm:prSet presAssocID="{0EE48E14-8C9E-5144-BA59-211351B4C94B}" presName="childText" presStyleLbl="revTx" presStyleIdx="0" presStyleCnt="1">
        <dgm:presLayoutVars>
          <dgm:bulletEnabled val="1"/>
        </dgm:presLayoutVars>
      </dgm:prSet>
      <dgm:spPr/>
    </dgm:pt>
  </dgm:ptLst>
  <dgm:cxnLst>
    <dgm:cxn modelId="{8ED58B06-1A35-1A4B-BEA4-1EB8EB150DAF}" srcId="{0EA9E7D9-E188-FC49-9EC1-7EDFD365EB85}" destId="{0EE48E14-8C9E-5144-BA59-211351B4C94B}" srcOrd="0" destOrd="0" parTransId="{EEBDC071-F04E-464F-82C3-E1465AE3AFEB}" sibTransId="{D32A5096-58D8-3C4A-B315-7AB21D4EC11C}"/>
    <dgm:cxn modelId="{FEE5A223-1CFD-5944-A388-CEBB95F829EF}" type="presOf" srcId="{0EA9E7D9-E188-FC49-9EC1-7EDFD365EB85}" destId="{579617B5-88AD-4F4C-B0A0-4FCB90021A66}" srcOrd="0" destOrd="0" presId="urn:microsoft.com/office/officeart/2005/8/layout/vList2"/>
    <dgm:cxn modelId="{88D37230-BD13-C94B-9804-7BF5D16CD9A5}" srcId="{0EE48E14-8C9E-5144-BA59-211351B4C94B}" destId="{BF298009-0E55-C945-80C6-EBB4FA8C429C}" srcOrd="0" destOrd="0" parTransId="{8EFA8F4E-12BE-0443-93AF-40773779C773}" sibTransId="{DA03BE55-350F-3E48-AFC5-EF5F5A674BF0}"/>
    <dgm:cxn modelId="{BD58D434-EF26-C646-948E-019534E8E3BB}" type="presOf" srcId="{BF298009-0E55-C945-80C6-EBB4FA8C429C}" destId="{1C16EC5D-B995-2A4B-A649-043C84511068}" srcOrd="0" destOrd="0" presId="urn:microsoft.com/office/officeart/2005/8/layout/vList2"/>
    <dgm:cxn modelId="{1A964FC1-2F14-1B4E-AC5C-9E8C55C8CD32}" type="presOf" srcId="{0EE48E14-8C9E-5144-BA59-211351B4C94B}" destId="{6A3EFC82-0E2F-0245-B8F6-28564EED1AD0}" srcOrd="0" destOrd="0" presId="urn:microsoft.com/office/officeart/2005/8/layout/vList2"/>
    <dgm:cxn modelId="{1B144E38-2B6A-9549-BB6D-8A0DD9F49097}" type="presParOf" srcId="{579617B5-88AD-4F4C-B0A0-4FCB90021A66}" destId="{6A3EFC82-0E2F-0245-B8F6-28564EED1AD0}" srcOrd="0" destOrd="0" presId="urn:microsoft.com/office/officeart/2005/8/layout/vList2"/>
    <dgm:cxn modelId="{1977D7AE-62C6-FC44-AE9E-0EFB4FA81A5C}" type="presParOf" srcId="{579617B5-88AD-4F4C-B0A0-4FCB90021A66}" destId="{1C16EC5D-B995-2A4B-A649-043C84511068}" srcOrd="1"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67.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a:solidFill>
          <a:schemeClr val="accent1">
            <a:lumMod val="60000"/>
            <a:lumOff val="40000"/>
          </a:schemeClr>
        </a:solidFill>
        <a:ln>
          <a:solidFill>
            <a:schemeClr val="tx1"/>
          </a:solidFill>
        </a:ln>
      </dgm:spPr>
      <dgm:t>
        <a:bodyPr/>
        <a:lstStyle/>
        <a:p>
          <a:r>
            <a:rPr lang="en-US" dirty="0">
              <a:solidFill>
                <a:schemeClr val="tx1"/>
              </a:solidFill>
            </a:rPr>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68.xml><?xml version="1.0" encoding="utf-8"?>
<dgm:dataModel xmlns:dgm="http://schemas.openxmlformats.org/drawingml/2006/diagram" xmlns:a="http://schemas.openxmlformats.org/drawingml/2006/main">
  <dgm:ptLst>
    <dgm:pt modelId="{0EA9E7D9-E188-FC49-9EC1-7EDFD365EB85}"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0EE48E14-8C9E-5144-BA59-211351B4C94B}">
      <dgm:prSet/>
      <dgm:spPr/>
      <dgm:t>
        <a:bodyPr/>
        <a:lstStyle/>
        <a:p>
          <a:r>
            <a:rPr lang="en-US" b="0" dirty="0"/>
            <a:t>Without sample constraints:</a:t>
          </a:r>
          <a:endParaRPr lang="en-DK" dirty="0"/>
        </a:p>
      </dgm:t>
    </dgm:pt>
    <dgm:pt modelId="{EEBDC071-F04E-464F-82C3-E1465AE3AFEB}" type="parTrans" cxnId="{8ED58B06-1A35-1A4B-BEA4-1EB8EB150DAF}">
      <dgm:prSet/>
      <dgm:spPr/>
      <dgm:t>
        <a:bodyPr/>
        <a:lstStyle/>
        <a:p>
          <a:endParaRPr lang="en-US"/>
        </a:p>
      </dgm:t>
    </dgm:pt>
    <dgm:pt modelId="{D32A5096-58D8-3C4A-B315-7AB21D4EC11C}" type="sibTrans" cxnId="{8ED58B06-1A35-1A4B-BEA4-1EB8EB150DAF}">
      <dgm:prSet phldrT="1" phldr="0"/>
      <dgm:spPr/>
    </dgm:pt>
    <dgm:pt modelId="{BF298009-0E55-C945-80C6-EBB4FA8C429C}">
      <dgm:prSet/>
      <dgm:spPr/>
      <dgm:t>
        <a:bodyPr/>
        <a:lstStyle/>
        <a:p>
          <a:r>
            <a:rPr lang="en-US" b="0" dirty="0"/>
            <a:t>Height: 30-40 mm</a:t>
          </a:r>
          <a:endParaRPr lang="en-DK" dirty="0"/>
        </a:p>
      </dgm:t>
    </dgm:pt>
    <dgm:pt modelId="{8EFA8F4E-12BE-0443-93AF-40773779C773}" type="parTrans" cxnId="{88D37230-BD13-C94B-9804-7BF5D16CD9A5}">
      <dgm:prSet/>
      <dgm:spPr/>
      <dgm:t>
        <a:bodyPr/>
        <a:lstStyle/>
        <a:p>
          <a:endParaRPr lang="en-US"/>
        </a:p>
      </dgm:t>
    </dgm:pt>
    <dgm:pt modelId="{DA03BE55-350F-3E48-AFC5-EF5F5A674BF0}" type="sibTrans" cxnId="{88D37230-BD13-C94B-9804-7BF5D16CD9A5}">
      <dgm:prSet/>
      <dgm:spPr/>
      <dgm:t>
        <a:bodyPr/>
        <a:lstStyle/>
        <a:p>
          <a:endParaRPr lang="en-US"/>
        </a:p>
      </dgm:t>
    </dgm:pt>
    <dgm:pt modelId="{0302EECC-E689-174D-A340-A408D1A5C54B}">
      <dgm:prSet/>
      <dgm:spPr/>
      <dgm:t>
        <a:bodyPr/>
        <a:lstStyle/>
        <a:p>
          <a:r>
            <a:rPr lang="en-US"/>
            <a:t>Radius: 7.5-12.5 mm</a:t>
          </a:r>
          <a:endParaRPr lang="en-DK"/>
        </a:p>
      </dgm:t>
    </dgm:pt>
    <dgm:pt modelId="{92409C1B-DBDE-6149-8F2A-690AD50D7D6B}" type="parTrans" cxnId="{718DF3DD-B086-D943-8432-B8B984D477AD}">
      <dgm:prSet/>
      <dgm:spPr/>
      <dgm:t>
        <a:bodyPr/>
        <a:lstStyle/>
        <a:p>
          <a:endParaRPr lang="en-US"/>
        </a:p>
      </dgm:t>
    </dgm:pt>
    <dgm:pt modelId="{A3505F65-3197-284C-B94C-2B467DE9BFCE}" type="sibTrans" cxnId="{718DF3DD-B086-D943-8432-B8B984D477AD}">
      <dgm:prSet/>
      <dgm:spPr/>
      <dgm:t>
        <a:bodyPr/>
        <a:lstStyle/>
        <a:p>
          <a:endParaRPr lang="en-US"/>
        </a:p>
      </dgm:t>
    </dgm:pt>
    <dgm:pt modelId="{51F88F8D-B49D-5A4C-9FE4-6A10119EC51E}">
      <dgm:prSet/>
      <dgm:spPr/>
      <dgm:t>
        <a:bodyPr/>
        <a:lstStyle/>
        <a:p>
          <a:r>
            <a:rPr lang="en-US" dirty="0"/>
            <a:t>Wall thickness: ~1-2.5 mm</a:t>
          </a:r>
          <a:endParaRPr lang="en-DK" dirty="0"/>
        </a:p>
      </dgm:t>
    </dgm:pt>
    <dgm:pt modelId="{C4948864-EE98-A940-9802-F00B29BBFCA5}" type="parTrans" cxnId="{70775B46-E007-6C41-BC13-AB91EEDA442D}">
      <dgm:prSet/>
      <dgm:spPr/>
      <dgm:t>
        <a:bodyPr/>
        <a:lstStyle/>
        <a:p>
          <a:endParaRPr lang="en-US"/>
        </a:p>
      </dgm:t>
    </dgm:pt>
    <dgm:pt modelId="{C1C0F841-2B45-9842-B48A-AD06FA9B52EC}" type="sibTrans" cxnId="{70775B46-E007-6C41-BC13-AB91EEDA442D}">
      <dgm:prSet/>
      <dgm:spPr/>
      <dgm:t>
        <a:bodyPr/>
        <a:lstStyle/>
        <a:p>
          <a:endParaRPr lang="en-US"/>
        </a:p>
      </dgm:t>
    </dgm:pt>
    <dgm:pt modelId="{579617B5-88AD-4F4C-B0A0-4FCB90021A66}" type="pres">
      <dgm:prSet presAssocID="{0EA9E7D9-E188-FC49-9EC1-7EDFD365EB85}" presName="linear" presStyleCnt="0">
        <dgm:presLayoutVars>
          <dgm:animLvl val="lvl"/>
          <dgm:resizeHandles val="exact"/>
        </dgm:presLayoutVars>
      </dgm:prSet>
      <dgm:spPr/>
    </dgm:pt>
    <dgm:pt modelId="{6A3EFC82-0E2F-0245-B8F6-28564EED1AD0}" type="pres">
      <dgm:prSet presAssocID="{0EE48E14-8C9E-5144-BA59-211351B4C94B}" presName="parentText" presStyleLbl="node1" presStyleIdx="0" presStyleCnt="1">
        <dgm:presLayoutVars>
          <dgm:chMax val="0"/>
          <dgm:bulletEnabled val="1"/>
        </dgm:presLayoutVars>
      </dgm:prSet>
      <dgm:spPr/>
    </dgm:pt>
    <dgm:pt modelId="{1C16EC5D-B995-2A4B-A649-043C84511068}" type="pres">
      <dgm:prSet presAssocID="{0EE48E14-8C9E-5144-BA59-211351B4C94B}" presName="childText" presStyleLbl="revTx" presStyleIdx="0" presStyleCnt="1">
        <dgm:presLayoutVars>
          <dgm:bulletEnabled val="1"/>
        </dgm:presLayoutVars>
      </dgm:prSet>
      <dgm:spPr/>
    </dgm:pt>
  </dgm:ptLst>
  <dgm:cxnLst>
    <dgm:cxn modelId="{8ED58B06-1A35-1A4B-BEA4-1EB8EB150DAF}" srcId="{0EA9E7D9-E188-FC49-9EC1-7EDFD365EB85}" destId="{0EE48E14-8C9E-5144-BA59-211351B4C94B}" srcOrd="0" destOrd="0" parTransId="{EEBDC071-F04E-464F-82C3-E1465AE3AFEB}" sibTransId="{D32A5096-58D8-3C4A-B315-7AB21D4EC11C}"/>
    <dgm:cxn modelId="{FEE5A223-1CFD-5944-A388-CEBB95F829EF}" type="presOf" srcId="{0EA9E7D9-E188-FC49-9EC1-7EDFD365EB85}" destId="{579617B5-88AD-4F4C-B0A0-4FCB90021A66}" srcOrd="0" destOrd="0" presId="urn:microsoft.com/office/officeart/2005/8/layout/vList2"/>
    <dgm:cxn modelId="{88D37230-BD13-C94B-9804-7BF5D16CD9A5}" srcId="{0EE48E14-8C9E-5144-BA59-211351B4C94B}" destId="{BF298009-0E55-C945-80C6-EBB4FA8C429C}" srcOrd="0" destOrd="0" parTransId="{8EFA8F4E-12BE-0443-93AF-40773779C773}" sibTransId="{DA03BE55-350F-3E48-AFC5-EF5F5A674BF0}"/>
    <dgm:cxn modelId="{BD58D434-EF26-C646-948E-019534E8E3BB}" type="presOf" srcId="{BF298009-0E55-C945-80C6-EBB4FA8C429C}" destId="{1C16EC5D-B995-2A4B-A649-043C84511068}" srcOrd="0" destOrd="0" presId="urn:microsoft.com/office/officeart/2005/8/layout/vList2"/>
    <dgm:cxn modelId="{63592F36-F596-4545-93ED-9A914D94A1C3}" type="presOf" srcId="{51F88F8D-B49D-5A4C-9FE4-6A10119EC51E}" destId="{1C16EC5D-B995-2A4B-A649-043C84511068}" srcOrd="0" destOrd="2" presId="urn:microsoft.com/office/officeart/2005/8/layout/vList2"/>
    <dgm:cxn modelId="{70775B46-E007-6C41-BC13-AB91EEDA442D}" srcId="{0EE48E14-8C9E-5144-BA59-211351B4C94B}" destId="{51F88F8D-B49D-5A4C-9FE4-6A10119EC51E}" srcOrd="2" destOrd="0" parTransId="{C4948864-EE98-A940-9802-F00B29BBFCA5}" sibTransId="{C1C0F841-2B45-9842-B48A-AD06FA9B52EC}"/>
    <dgm:cxn modelId="{25778FBE-441A-CB44-B0B2-4EB10BDB13EA}" type="presOf" srcId="{0302EECC-E689-174D-A340-A408D1A5C54B}" destId="{1C16EC5D-B995-2A4B-A649-043C84511068}" srcOrd="0" destOrd="1" presId="urn:microsoft.com/office/officeart/2005/8/layout/vList2"/>
    <dgm:cxn modelId="{1A964FC1-2F14-1B4E-AC5C-9E8C55C8CD32}" type="presOf" srcId="{0EE48E14-8C9E-5144-BA59-211351B4C94B}" destId="{6A3EFC82-0E2F-0245-B8F6-28564EED1AD0}" srcOrd="0" destOrd="0" presId="urn:microsoft.com/office/officeart/2005/8/layout/vList2"/>
    <dgm:cxn modelId="{718DF3DD-B086-D943-8432-B8B984D477AD}" srcId="{0EE48E14-8C9E-5144-BA59-211351B4C94B}" destId="{0302EECC-E689-174D-A340-A408D1A5C54B}" srcOrd="1" destOrd="0" parTransId="{92409C1B-DBDE-6149-8F2A-690AD50D7D6B}" sibTransId="{A3505F65-3197-284C-B94C-2B467DE9BFCE}"/>
    <dgm:cxn modelId="{1B144E38-2B6A-9549-BB6D-8A0DD9F49097}" type="presParOf" srcId="{579617B5-88AD-4F4C-B0A0-4FCB90021A66}" destId="{6A3EFC82-0E2F-0245-B8F6-28564EED1AD0}" srcOrd="0" destOrd="0" presId="urn:microsoft.com/office/officeart/2005/8/layout/vList2"/>
    <dgm:cxn modelId="{1977D7AE-62C6-FC44-AE9E-0EFB4FA81A5C}" type="presParOf" srcId="{579617B5-88AD-4F4C-B0A0-4FCB90021A66}" destId="{1C16EC5D-B995-2A4B-A649-043C84511068}" srcOrd="1"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69.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a:solidFill>
          <a:schemeClr val="accent1">
            <a:lumMod val="60000"/>
            <a:lumOff val="40000"/>
          </a:schemeClr>
        </a:solidFill>
        <a:ln>
          <a:solidFill>
            <a:schemeClr val="tx1"/>
          </a:solidFill>
        </a:ln>
      </dgm:spPr>
      <dgm:t>
        <a:bodyPr/>
        <a:lstStyle/>
        <a:p>
          <a:r>
            <a:rPr lang="en-US" dirty="0">
              <a:solidFill>
                <a:schemeClr val="tx1"/>
              </a:solidFill>
            </a:rPr>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70.xml><?xml version="1.0" encoding="utf-8"?>
<dgm:dataModel xmlns:dgm="http://schemas.openxmlformats.org/drawingml/2006/diagram" xmlns:a="http://schemas.openxmlformats.org/drawingml/2006/main">
  <dgm:ptLst>
    <dgm:pt modelId="{0EA9E7D9-E188-FC49-9EC1-7EDFD365EB85}"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0EE48E14-8C9E-5144-BA59-211351B4C94B}">
      <dgm:prSet/>
      <dgm:spPr/>
      <dgm:t>
        <a:bodyPr/>
        <a:lstStyle/>
        <a:p>
          <a:r>
            <a:rPr lang="en-US" b="0" dirty="0"/>
            <a:t>Without sample constraints:</a:t>
          </a:r>
          <a:endParaRPr lang="en-DK" dirty="0"/>
        </a:p>
      </dgm:t>
    </dgm:pt>
    <dgm:pt modelId="{EEBDC071-F04E-464F-82C3-E1465AE3AFEB}" type="parTrans" cxnId="{8ED58B06-1A35-1A4B-BEA4-1EB8EB150DAF}">
      <dgm:prSet/>
      <dgm:spPr/>
      <dgm:t>
        <a:bodyPr/>
        <a:lstStyle/>
        <a:p>
          <a:endParaRPr lang="en-US"/>
        </a:p>
      </dgm:t>
    </dgm:pt>
    <dgm:pt modelId="{D32A5096-58D8-3C4A-B315-7AB21D4EC11C}" type="sibTrans" cxnId="{8ED58B06-1A35-1A4B-BEA4-1EB8EB150DAF}">
      <dgm:prSet phldrT="1" phldr="0"/>
      <dgm:spPr/>
    </dgm:pt>
    <dgm:pt modelId="{BF298009-0E55-C945-80C6-EBB4FA8C429C}">
      <dgm:prSet/>
      <dgm:spPr/>
      <dgm:t>
        <a:bodyPr/>
        <a:lstStyle/>
        <a:p>
          <a:r>
            <a:rPr lang="en-US" b="0" dirty="0"/>
            <a:t>Height: 30-40 mm</a:t>
          </a:r>
          <a:endParaRPr lang="en-DK" dirty="0"/>
        </a:p>
      </dgm:t>
    </dgm:pt>
    <dgm:pt modelId="{8EFA8F4E-12BE-0443-93AF-40773779C773}" type="parTrans" cxnId="{88D37230-BD13-C94B-9804-7BF5D16CD9A5}">
      <dgm:prSet/>
      <dgm:spPr/>
      <dgm:t>
        <a:bodyPr/>
        <a:lstStyle/>
        <a:p>
          <a:endParaRPr lang="en-US"/>
        </a:p>
      </dgm:t>
    </dgm:pt>
    <dgm:pt modelId="{DA03BE55-350F-3E48-AFC5-EF5F5A674BF0}" type="sibTrans" cxnId="{88D37230-BD13-C94B-9804-7BF5D16CD9A5}">
      <dgm:prSet/>
      <dgm:spPr/>
      <dgm:t>
        <a:bodyPr/>
        <a:lstStyle/>
        <a:p>
          <a:endParaRPr lang="en-US"/>
        </a:p>
      </dgm:t>
    </dgm:pt>
    <dgm:pt modelId="{0302EECC-E689-174D-A340-A408D1A5C54B}">
      <dgm:prSet/>
      <dgm:spPr/>
      <dgm:t>
        <a:bodyPr/>
        <a:lstStyle/>
        <a:p>
          <a:r>
            <a:rPr lang="en-US"/>
            <a:t>Radius: 7.5-12.5 mm</a:t>
          </a:r>
          <a:endParaRPr lang="en-DK"/>
        </a:p>
      </dgm:t>
    </dgm:pt>
    <dgm:pt modelId="{92409C1B-DBDE-6149-8F2A-690AD50D7D6B}" type="parTrans" cxnId="{718DF3DD-B086-D943-8432-B8B984D477AD}">
      <dgm:prSet/>
      <dgm:spPr/>
      <dgm:t>
        <a:bodyPr/>
        <a:lstStyle/>
        <a:p>
          <a:endParaRPr lang="en-US"/>
        </a:p>
      </dgm:t>
    </dgm:pt>
    <dgm:pt modelId="{A3505F65-3197-284C-B94C-2B467DE9BFCE}" type="sibTrans" cxnId="{718DF3DD-B086-D943-8432-B8B984D477AD}">
      <dgm:prSet/>
      <dgm:spPr/>
      <dgm:t>
        <a:bodyPr/>
        <a:lstStyle/>
        <a:p>
          <a:endParaRPr lang="en-US"/>
        </a:p>
      </dgm:t>
    </dgm:pt>
    <dgm:pt modelId="{51F88F8D-B49D-5A4C-9FE4-6A10119EC51E}">
      <dgm:prSet/>
      <dgm:spPr/>
      <dgm:t>
        <a:bodyPr/>
        <a:lstStyle/>
        <a:p>
          <a:r>
            <a:rPr lang="en-US" dirty="0"/>
            <a:t>Wall thickness: ~1-2.5 mm</a:t>
          </a:r>
          <a:endParaRPr lang="en-DK" dirty="0"/>
        </a:p>
      </dgm:t>
    </dgm:pt>
    <dgm:pt modelId="{C4948864-EE98-A940-9802-F00B29BBFCA5}" type="parTrans" cxnId="{70775B46-E007-6C41-BC13-AB91EEDA442D}">
      <dgm:prSet/>
      <dgm:spPr/>
      <dgm:t>
        <a:bodyPr/>
        <a:lstStyle/>
        <a:p>
          <a:endParaRPr lang="en-US"/>
        </a:p>
      </dgm:t>
    </dgm:pt>
    <dgm:pt modelId="{C1C0F841-2B45-9842-B48A-AD06FA9B52EC}" type="sibTrans" cxnId="{70775B46-E007-6C41-BC13-AB91EEDA442D}">
      <dgm:prSet/>
      <dgm:spPr/>
      <dgm:t>
        <a:bodyPr/>
        <a:lstStyle/>
        <a:p>
          <a:endParaRPr lang="en-US"/>
        </a:p>
      </dgm:t>
    </dgm:pt>
    <dgm:pt modelId="{8AF632FF-4B0B-9947-AD7A-C47B09642BF2}">
      <dgm:prSet/>
      <dgm:spPr/>
      <dgm:t>
        <a:bodyPr/>
        <a:lstStyle/>
        <a:p>
          <a:r>
            <a:rPr lang="en-US" dirty="0"/>
            <a:t>With sample constraint:</a:t>
          </a:r>
          <a:endParaRPr lang="en-DK" dirty="0"/>
        </a:p>
      </dgm:t>
    </dgm:pt>
    <dgm:pt modelId="{79281B33-9B61-D946-A165-B06BE1133EA2}" type="parTrans" cxnId="{3DD5F34A-D161-A640-A418-6EB51F39C5AC}">
      <dgm:prSet/>
      <dgm:spPr/>
      <dgm:t>
        <a:bodyPr/>
        <a:lstStyle/>
        <a:p>
          <a:endParaRPr lang="en-US"/>
        </a:p>
      </dgm:t>
    </dgm:pt>
    <dgm:pt modelId="{484E0768-E8A2-0D4F-881B-28D7FD1B4F96}" type="sibTrans" cxnId="{3DD5F34A-D161-A640-A418-6EB51F39C5AC}">
      <dgm:prSet phldrT="2" phldr="0"/>
      <dgm:spPr/>
    </dgm:pt>
    <dgm:pt modelId="{3E1514F4-52D8-8145-93F3-5C2741353FCB}">
      <dgm:prSet/>
      <dgm:spPr/>
      <dgm:t>
        <a:bodyPr/>
        <a:lstStyle/>
        <a:p>
          <a:endParaRPr lang="en-DK" dirty="0"/>
        </a:p>
      </dgm:t>
    </dgm:pt>
    <dgm:pt modelId="{A837F597-AD85-9D44-93AC-3FDAA166571A}" type="parTrans" cxnId="{27FC5BF8-17D9-1249-88FE-ACEE23FB1ED7}">
      <dgm:prSet/>
      <dgm:spPr/>
      <dgm:t>
        <a:bodyPr/>
        <a:lstStyle/>
        <a:p>
          <a:endParaRPr lang="en-US"/>
        </a:p>
      </dgm:t>
    </dgm:pt>
    <dgm:pt modelId="{48D3E302-A9CD-F640-B53A-2C2E6F9CA13C}" type="sibTrans" cxnId="{27FC5BF8-17D9-1249-88FE-ACEE23FB1ED7}">
      <dgm:prSet/>
      <dgm:spPr/>
      <dgm:t>
        <a:bodyPr/>
        <a:lstStyle/>
        <a:p>
          <a:endParaRPr lang="en-US"/>
        </a:p>
      </dgm:t>
    </dgm:pt>
    <dgm:pt modelId="{579617B5-88AD-4F4C-B0A0-4FCB90021A66}" type="pres">
      <dgm:prSet presAssocID="{0EA9E7D9-E188-FC49-9EC1-7EDFD365EB85}" presName="linear" presStyleCnt="0">
        <dgm:presLayoutVars>
          <dgm:animLvl val="lvl"/>
          <dgm:resizeHandles val="exact"/>
        </dgm:presLayoutVars>
      </dgm:prSet>
      <dgm:spPr/>
    </dgm:pt>
    <dgm:pt modelId="{6A3EFC82-0E2F-0245-B8F6-28564EED1AD0}" type="pres">
      <dgm:prSet presAssocID="{0EE48E14-8C9E-5144-BA59-211351B4C94B}" presName="parentText" presStyleLbl="node1" presStyleIdx="0" presStyleCnt="2">
        <dgm:presLayoutVars>
          <dgm:chMax val="0"/>
          <dgm:bulletEnabled val="1"/>
        </dgm:presLayoutVars>
      </dgm:prSet>
      <dgm:spPr/>
    </dgm:pt>
    <dgm:pt modelId="{1C16EC5D-B995-2A4B-A649-043C84511068}" type="pres">
      <dgm:prSet presAssocID="{0EE48E14-8C9E-5144-BA59-211351B4C94B}" presName="childText" presStyleLbl="revTx" presStyleIdx="0" presStyleCnt="2">
        <dgm:presLayoutVars>
          <dgm:bulletEnabled val="1"/>
        </dgm:presLayoutVars>
      </dgm:prSet>
      <dgm:spPr/>
    </dgm:pt>
    <dgm:pt modelId="{2FF3A136-630E-E34F-A733-8D8046E33284}" type="pres">
      <dgm:prSet presAssocID="{8AF632FF-4B0B-9947-AD7A-C47B09642BF2}" presName="parentText" presStyleLbl="node1" presStyleIdx="1" presStyleCnt="2">
        <dgm:presLayoutVars>
          <dgm:chMax val="0"/>
          <dgm:bulletEnabled val="1"/>
        </dgm:presLayoutVars>
      </dgm:prSet>
      <dgm:spPr/>
    </dgm:pt>
    <dgm:pt modelId="{621CC8B1-AFD9-D649-B044-4AC505A6AE0B}" type="pres">
      <dgm:prSet presAssocID="{8AF632FF-4B0B-9947-AD7A-C47B09642BF2}" presName="childText" presStyleLbl="revTx" presStyleIdx="1" presStyleCnt="2">
        <dgm:presLayoutVars>
          <dgm:bulletEnabled val="1"/>
        </dgm:presLayoutVars>
      </dgm:prSet>
      <dgm:spPr/>
    </dgm:pt>
  </dgm:ptLst>
  <dgm:cxnLst>
    <dgm:cxn modelId="{8ED58B06-1A35-1A4B-BEA4-1EB8EB150DAF}" srcId="{0EA9E7D9-E188-FC49-9EC1-7EDFD365EB85}" destId="{0EE48E14-8C9E-5144-BA59-211351B4C94B}" srcOrd="0" destOrd="0" parTransId="{EEBDC071-F04E-464F-82C3-E1465AE3AFEB}" sibTransId="{D32A5096-58D8-3C4A-B315-7AB21D4EC11C}"/>
    <dgm:cxn modelId="{7536800D-75FD-F84B-85E1-6E493D1AEC3D}" type="presOf" srcId="{8AF632FF-4B0B-9947-AD7A-C47B09642BF2}" destId="{2FF3A136-630E-E34F-A733-8D8046E33284}" srcOrd="0" destOrd="0" presId="urn:microsoft.com/office/officeart/2005/8/layout/vList2"/>
    <dgm:cxn modelId="{FEE5A223-1CFD-5944-A388-CEBB95F829EF}" type="presOf" srcId="{0EA9E7D9-E188-FC49-9EC1-7EDFD365EB85}" destId="{579617B5-88AD-4F4C-B0A0-4FCB90021A66}" srcOrd="0" destOrd="0" presId="urn:microsoft.com/office/officeart/2005/8/layout/vList2"/>
    <dgm:cxn modelId="{88D37230-BD13-C94B-9804-7BF5D16CD9A5}" srcId="{0EE48E14-8C9E-5144-BA59-211351B4C94B}" destId="{BF298009-0E55-C945-80C6-EBB4FA8C429C}" srcOrd="0" destOrd="0" parTransId="{8EFA8F4E-12BE-0443-93AF-40773779C773}" sibTransId="{DA03BE55-350F-3E48-AFC5-EF5F5A674BF0}"/>
    <dgm:cxn modelId="{BD58D434-EF26-C646-948E-019534E8E3BB}" type="presOf" srcId="{BF298009-0E55-C945-80C6-EBB4FA8C429C}" destId="{1C16EC5D-B995-2A4B-A649-043C84511068}" srcOrd="0" destOrd="0" presId="urn:microsoft.com/office/officeart/2005/8/layout/vList2"/>
    <dgm:cxn modelId="{63592F36-F596-4545-93ED-9A914D94A1C3}" type="presOf" srcId="{51F88F8D-B49D-5A4C-9FE4-6A10119EC51E}" destId="{1C16EC5D-B995-2A4B-A649-043C84511068}" srcOrd="0" destOrd="2" presId="urn:microsoft.com/office/officeart/2005/8/layout/vList2"/>
    <dgm:cxn modelId="{70775B46-E007-6C41-BC13-AB91EEDA442D}" srcId="{0EE48E14-8C9E-5144-BA59-211351B4C94B}" destId="{51F88F8D-B49D-5A4C-9FE4-6A10119EC51E}" srcOrd="2" destOrd="0" parTransId="{C4948864-EE98-A940-9802-F00B29BBFCA5}" sibTransId="{C1C0F841-2B45-9842-B48A-AD06FA9B52EC}"/>
    <dgm:cxn modelId="{3DD5F34A-D161-A640-A418-6EB51F39C5AC}" srcId="{0EA9E7D9-E188-FC49-9EC1-7EDFD365EB85}" destId="{8AF632FF-4B0B-9947-AD7A-C47B09642BF2}" srcOrd="1" destOrd="0" parTransId="{79281B33-9B61-D946-A165-B06BE1133EA2}" sibTransId="{484E0768-E8A2-0D4F-881B-28D7FD1B4F96}"/>
    <dgm:cxn modelId="{25778FBE-441A-CB44-B0B2-4EB10BDB13EA}" type="presOf" srcId="{0302EECC-E689-174D-A340-A408D1A5C54B}" destId="{1C16EC5D-B995-2A4B-A649-043C84511068}" srcOrd="0" destOrd="1" presId="urn:microsoft.com/office/officeart/2005/8/layout/vList2"/>
    <dgm:cxn modelId="{1A964FC1-2F14-1B4E-AC5C-9E8C55C8CD32}" type="presOf" srcId="{0EE48E14-8C9E-5144-BA59-211351B4C94B}" destId="{6A3EFC82-0E2F-0245-B8F6-28564EED1AD0}" srcOrd="0" destOrd="0" presId="urn:microsoft.com/office/officeart/2005/8/layout/vList2"/>
    <dgm:cxn modelId="{A63E2ADD-9637-4244-80F5-FB45E3A7C13C}" type="presOf" srcId="{3E1514F4-52D8-8145-93F3-5C2741353FCB}" destId="{621CC8B1-AFD9-D649-B044-4AC505A6AE0B}" srcOrd="0" destOrd="0" presId="urn:microsoft.com/office/officeart/2005/8/layout/vList2"/>
    <dgm:cxn modelId="{718DF3DD-B086-D943-8432-B8B984D477AD}" srcId="{0EE48E14-8C9E-5144-BA59-211351B4C94B}" destId="{0302EECC-E689-174D-A340-A408D1A5C54B}" srcOrd="1" destOrd="0" parTransId="{92409C1B-DBDE-6149-8F2A-690AD50D7D6B}" sibTransId="{A3505F65-3197-284C-B94C-2B467DE9BFCE}"/>
    <dgm:cxn modelId="{27FC5BF8-17D9-1249-88FE-ACEE23FB1ED7}" srcId="{8AF632FF-4B0B-9947-AD7A-C47B09642BF2}" destId="{3E1514F4-52D8-8145-93F3-5C2741353FCB}" srcOrd="0" destOrd="0" parTransId="{A837F597-AD85-9D44-93AC-3FDAA166571A}" sibTransId="{48D3E302-A9CD-F640-B53A-2C2E6F9CA13C}"/>
    <dgm:cxn modelId="{1B144E38-2B6A-9549-BB6D-8A0DD9F49097}" type="presParOf" srcId="{579617B5-88AD-4F4C-B0A0-4FCB90021A66}" destId="{6A3EFC82-0E2F-0245-B8F6-28564EED1AD0}" srcOrd="0" destOrd="0" presId="urn:microsoft.com/office/officeart/2005/8/layout/vList2"/>
    <dgm:cxn modelId="{1977D7AE-62C6-FC44-AE9E-0EFB4FA81A5C}" type="presParOf" srcId="{579617B5-88AD-4F4C-B0A0-4FCB90021A66}" destId="{1C16EC5D-B995-2A4B-A649-043C84511068}" srcOrd="1" destOrd="0" presId="urn:microsoft.com/office/officeart/2005/8/layout/vList2"/>
    <dgm:cxn modelId="{84869A04-0369-C04A-9313-5D009877261A}" type="presParOf" srcId="{579617B5-88AD-4F4C-B0A0-4FCB90021A66}" destId="{2FF3A136-630E-E34F-A733-8D8046E33284}" srcOrd="2" destOrd="0" presId="urn:microsoft.com/office/officeart/2005/8/layout/vList2"/>
    <dgm:cxn modelId="{EB5BF8DA-762D-F347-98EE-56D74CC5AABA}" type="presParOf" srcId="{579617B5-88AD-4F4C-B0A0-4FCB90021A66}" destId="{621CC8B1-AFD9-D649-B044-4AC505A6AE0B}" srcOrd="3"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71.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a:solidFill>
          <a:schemeClr val="accent1">
            <a:lumMod val="60000"/>
            <a:lumOff val="40000"/>
          </a:schemeClr>
        </a:solidFill>
        <a:ln>
          <a:solidFill>
            <a:schemeClr val="tx1"/>
          </a:solidFill>
        </a:ln>
      </dgm:spPr>
      <dgm:t>
        <a:bodyPr/>
        <a:lstStyle/>
        <a:p>
          <a:r>
            <a:rPr lang="en-US" dirty="0">
              <a:solidFill>
                <a:schemeClr val="tx1"/>
              </a:solidFill>
            </a:rPr>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72.xml><?xml version="1.0" encoding="utf-8"?>
<dgm:dataModel xmlns:dgm="http://schemas.openxmlformats.org/drawingml/2006/diagram" xmlns:a="http://schemas.openxmlformats.org/drawingml/2006/main">
  <dgm:ptLst>
    <dgm:pt modelId="{0EA9E7D9-E188-FC49-9EC1-7EDFD365EB85}"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0EE48E14-8C9E-5144-BA59-211351B4C94B}">
      <dgm:prSet/>
      <dgm:spPr/>
      <dgm:t>
        <a:bodyPr/>
        <a:lstStyle/>
        <a:p>
          <a:r>
            <a:rPr lang="en-US" b="0" dirty="0"/>
            <a:t>Without sample constraints:</a:t>
          </a:r>
          <a:endParaRPr lang="en-DK" dirty="0"/>
        </a:p>
      </dgm:t>
    </dgm:pt>
    <dgm:pt modelId="{EEBDC071-F04E-464F-82C3-E1465AE3AFEB}" type="parTrans" cxnId="{8ED58B06-1A35-1A4B-BEA4-1EB8EB150DAF}">
      <dgm:prSet/>
      <dgm:spPr/>
      <dgm:t>
        <a:bodyPr/>
        <a:lstStyle/>
        <a:p>
          <a:endParaRPr lang="en-US"/>
        </a:p>
      </dgm:t>
    </dgm:pt>
    <dgm:pt modelId="{D32A5096-58D8-3C4A-B315-7AB21D4EC11C}" type="sibTrans" cxnId="{8ED58B06-1A35-1A4B-BEA4-1EB8EB150DAF}">
      <dgm:prSet phldrT="1" phldr="0"/>
      <dgm:spPr/>
    </dgm:pt>
    <dgm:pt modelId="{BF298009-0E55-C945-80C6-EBB4FA8C429C}">
      <dgm:prSet/>
      <dgm:spPr/>
      <dgm:t>
        <a:bodyPr/>
        <a:lstStyle/>
        <a:p>
          <a:r>
            <a:rPr lang="en-US" b="0" dirty="0"/>
            <a:t>Height: 30-40 mm</a:t>
          </a:r>
          <a:endParaRPr lang="en-DK" dirty="0"/>
        </a:p>
      </dgm:t>
    </dgm:pt>
    <dgm:pt modelId="{8EFA8F4E-12BE-0443-93AF-40773779C773}" type="parTrans" cxnId="{88D37230-BD13-C94B-9804-7BF5D16CD9A5}">
      <dgm:prSet/>
      <dgm:spPr/>
      <dgm:t>
        <a:bodyPr/>
        <a:lstStyle/>
        <a:p>
          <a:endParaRPr lang="en-US"/>
        </a:p>
      </dgm:t>
    </dgm:pt>
    <dgm:pt modelId="{DA03BE55-350F-3E48-AFC5-EF5F5A674BF0}" type="sibTrans" cxnId="{88D37230-BD13-C94B-9804-7BF5D16CD9A5}">
      <dgm:prSet/>
      <dgm:spPr/>
      <dgm:t>
        <a:bodyPr/>
        <a:lstStyle/>
        <a:p>
          <a:endParaRPr lang="en-US"/>
        </a:p>
      </dgm:t>
    </dgm:pt>
    <dgm:pt modelId="{0302EECC-E689-174D-A340-A408D1A5C54B}">
      <dgm:prSet/>
      <dgm:spPr/>
      <dgm:t>
        <a:bodyPr/>
        <a:lstStyle/>
        <a:p>
          <a:r>
            <a:rPr lang="en-US"/>
            <a:t>Radius: 7.5-12.5 mm</a:t>
          </a:r>
          <a:endParaRPr lang="en-DK"/>
        </a:p>
      </dgm:t>
    </dgm:pt>
    <dgm:pt modelId="{92409C1B-DBDE-6149-8F2A-690AD50D7D6B}" type="parTrans" cxnId="{718DF3DD-B086-D943-8432-B8B984D477AD}">
      <dgm:prSet/>
      <dgm:spPr/>
      <dgm:t>
        <a:bodyPr/>
        <a:lstStyle/>
        <a:p>
          <a:endParaRPr lang="en-US"/>
        </a:p>
      </dgm:t>
    </dgm:pt>
    <dgm:pt modelId="{A3505F65-3197-284C-B94C-2B467DE9BFCE}" type="sibTrans" cxnId="{718DF3DD-B086-D943-8432-B8B984D477AD}">
      <dgm:prSet/>
      <dgm:spPr/>
      <dgm:t>
        <a:bodyPr/>
        <a:lstStyle/>
        <a:p>
          <a:endParaRPr lang="en-US"/>
        </a:p>
      </dgm:t>
    </dgm:pt>
    <dgm:pt modelId="{51F88F8D-B49D-5A4C-9FE4-6A10119EC51E}">
      <dgm:prSet/>
      <dgm:spPr/>
      <dgm:t>
        <a:bodyPr/>
        <a:lstStyle/>
        <a:p>
          <a:r>
            <a:rPr lang="en-US" dirty="0"/>
            <a:t>Wall thickness: ~1-2.5 mm</a:t>
          </a:r>
          <a:endParaRPr lang="en-DK" dirty="0"/>
        </a:p>
      </dgm:t>
    </dgm:pt>
    <dgm:pt modelId="{C4948864-EE98-A940-9802-F00B29BBFCA5}" type="parTrans" cxnId="{70775B46-E007-6C41-BC13-AB91EEDA442D}">
      <dgm:prSet/>
      <dgm:spPr/>
      <dgm:t>
        <a:bodyPr/>
        <a:lstStyle/>
        <a:p>
          <a:endParaRPr lang="en-US"/>
        </a:p>
      </dgm:t>
    </dgm:pt>
    <dgm:pt modelId="{C1C0F841-2B45-9842-B48A-AD06FA9B52EC}" type="sibTrans" cxnId="{70775B46-E007-6C41-BC13-AB91EEDA442D}">
      <dgm:prSet/>
      <dgm:spPr/>
      <dgm:t>
        <a:bodyPr/>
        <a:lstStyle/>
        <a:p>
          <a:endParaRPr lang="en-US"/>
        </a:p>
      </dgm:t>
    </dgm:pt>
    <dgm:pt modelId="{8AF632FF-4B0B-9947-AD7A-C47B09642BF2}">
      <dgm:prSet/>
      <dgm:spPr/>
      <dgm:t>
        <a:bodyPr/>
        <a:lstStyle/>
        <a:p>
          <a:r>
            <a:rPr lang="en-US" dirty="0"/>
            <a:t>With sample constraint:</a:t>
          </a:r>
          <a:endParaRPr lang="en-DK" dirty="0"/>
        </a:p>
      </dgm:t>
    </dgm:pt>
    <dgm:pt modelId="{79281B33-9B61-D946-A165-B06BE1133EA2}" type="parTrans" cxnId="{3DD5F34A-D161-A640-A418-6EB51F39C5AC}">
      <dgm:prSet/>
      <dgm:spPr/>
      <dgm:t>
        <a:bodyPr/>
        <a:lstStyle/>
        <a:p>
          <a:endParaRPr lang="en-US"/>
        </a:p>
      </dgm:t>
    </dgm:pt>
    <dgm:pt modelId="{484E0768-E8A2-0D4F-881B-28D7FD1B4F96}" type="sibTrans" cxnId="{3DD5F34A-D161-A640-A418-6EB51F39C5AC}">
      <dgm:prSet phldrT="2" phldr="0"/>
      <dgm:spPr/>
    </dgm:pt>
    <dgm:pt modelId="{3E1514F4-52D8-8145-93F3-5C2741353FCB}">
      <dgm:prSet/>
      <dgm:spPr/>
      <dgm:t>
        <a:bodyPr/>
        <a:lstStyle/>
        <a:p>
          <a:endParaRPr lang="en-DK" dirty="0"/>
        </a:p>
      </dgm:t>
    </dgm:pt>
    <dgm:pt modelId="{A837F597-AD85-9D44-93AC-3FDAA166571A}" type="parTrans" cxnId="{27FC5BF8-17D9-1249-88FE-ACEE23FB1ED7}">
      <dgm:prSet/>
      <dgm:spPr/>
      <dgm:t>
        <a:bodyPr/>
        <a:lstStyle/>
        <a:p>
          <a:endParaRPr lang="en-US"/>
        </a:p>
      </dgm:t>
    </dgm:pt>
    <dgm:pt modelId="{48D3E302-A9CD-F640-B53A-2C2E6F9CA13C}" type="sibTrans" cxnId="{27FC5BF8-17D9-1249-88FE-ACEE23FB1ED7}">
      <dgm:prSet/>
      <dgm:spPr/>
      <dgm:t>
        <a:bodyPr/>
        <a:lstStyle/>
        <a:p>
          <a:endParaRPr lang="en-US"/>
        </a:p>
      </dgm:t>
    </dgm:pt>
    <dgm:pt modelId="{579617B5-88AD-4F4C-B0A0-4FCB90021A66}" type="pres">
      <dgm:prSet presAssocID="{0EA9E7D9-E188-FC49-9EC1-7EDFD365EB85}" presName="linear" presStyleCnt="0">
        <dgm:presLayoutVars>
          <dgm:animLvl val="lvl"/>
          <dgm:resizeHandles val="exact"/>
        </dgm:presLayoutVars>
      </dgm:prSet>
      <dgm:spPr/>
    </dgm:pt>
    <dgm:pt modelId="{6A3EFC82-0E2F-0245-B8F6-28564EED1AD0}" type="pres">
      <dgm:prSet presAssocID="{0EE48E14-8C9E-5144-BA59-211351B4C94B}" presName="parentText" presStyleLbl="node1" presStyleIdx="0" presStyleCnt="2">
        <dgm:presLayoutVars>
          <dgm:chMax val="0"/>
          <dgm:bulletEnabled val="1"/>
        </dgm:presLayoutVars>
      </dgm:prSet>
      <dgm:spPr/>
    </dgm:pt>
    <dgm:pt modelId="{1C16EC5D-B995-2A4B-A649-043C84511068}" type="pres">
      <dgm:prSet presAssocID="{0EE48E14-8C9E-5144-BA59-211351B4C94B}" presName="childText" presStyleLbl="revTx" presStyleIdx="0" presStyleCnt="2">
        <dgm:presLayoutVars>
          <dgm:bulletEnabled val="1"/>
        </dgm:presLayoutVars>
      </dgm:prSet>
      <dgm:spPr/>
    </dgm:pt>
    <dgm:pt modelId="{2FF3A136-630E-E34F-A733-8D8046E33284}" type="pres">
      <dgm:prSet presAssocID="{8AF632FF-4B0B-9947-AD7A-C47B09642BF2}" presName="parentText" presStyleLbl="node1" presStyleIdx="1" presStyleCnt="2">
        <dgm:presLayoutVars>
          <dgm:chMax val="0"/>
          <dgm:bulletEnabled val="1"/>
        </dgm:presLayoutVars>
      </dgm:prSet>
      <dgm:spPr/>
    </dgm:pt>
    <dgm:pt modelId="{621CC8B1-AFD9-D649-B044-4AC505A6AE0B}" type="pres">
      <dgm:prSet presAssocID="{8AF632FF-4B0B-9947-AD7A-C47B09642BF2}" presName="childText" presStyleLbl="revTx" presStyleIdx="1" presStyleCnt="2">
        <dgm:presLayoutVars>
          <dgm:bulletEnabled val="1"/>
        </dgm:presLayoutVars>
      </dgm:prSet>
      <dgm:spPr/>
    </dgm:pt>
  </dgm:ptLst>
  <dgm:cxnLst>
    <dgm:cxn modelId="{8ED58B06-1A35-1A4B-BEA4-1EB8EB150DAF}" srcId="{0EA9E7D9-E188-FC49-9EC1-7EDFD365EB85}" destId="{0EE48E14-8C9E-5144-BA59-211351B4C94B}" srcOrd="0" destOrd="0" parTransId="{EEBDC071-F04E-464F-82C3-E1465AE3AFEB}" sibTransId="{D32A5096-58D8-3C4A-B315-7AB21D4EC11C}"/>
    <dgm:cxn modelId="{7536800D-75FD-F84B-85E1-6E493D1AEC3D}" type="presOf" srcId="{8AF632FF-4B0B-9947-AD7A-C47B09642BF2}" destId="{2FF3A136-630E-E34F-A733-8D8046E33284}" srcOrd="0" destOrd="0" presId="urn:microsoft.com/office/officeart/2005/8/layout/vList2"/>
    <dgm:cxn modelId="{FEE5A223-1CFD-5944-A388-CEBB95F829EF}" type="presOf" srcId="{0EA9E7D9-E188-FC49-9EC1-7EDFD365EB85}" destId="{579617B5-88AD-4F4C-B0A0-4FCB90021A66}" srcOrd="0" destOrd="0" presId="urn:microsoft.com/office/officeart/2005/8/layout/vList2"/>
    <dgm:cxn modelId="{88D37230-BD13-C94B-9804-7BF5D16CD9A5}" srcId="{0EE48E14-8C9E-5144-BA59-211351B4C94B}" destId="{BF298009-0E55-C945-80C6-EBB4FA8C429C}" srcOrd="0" destOrd="0" parTransId="{8EFA8F4E-12BE-0443-93AF-40773779C773}" sibTransId="{DA03BE55-350F-3E48-AFC5-EF5F5A674BF0}"/>
    <dgm:cxn modelId="{BD58D434-EF26-C646-948E-019534E8E3BB}" type="presOf" srcId="{BF298009-0E55-C945-80C6-EBB4FA8C429C}" destId="{1C16EC5D-B995-2A4B-A649-043C84511068}" srcOrd="0" destOrd="0" presId="urn:microsoft.com/office/officeart/2005/8/layout/vList2"/>
    <dgm:cxn modelId="{63592F36-F596-4545-93ED-9A914D94A1C3}" type="presOf" srcId="{51F88F8D-B49D-5A4C-9FE4-6A10119EC51E}" destId="{1C16EC5D-B995-2A4B-A649-043C84511068}" srcOrd="0" destOrd="2" presId="urn:microsoft.com/office/officeart/2005/8/layout/vList2"/>
    <dgm:cxn modelId="{70775B46-E007-6C41-BC13-AB91EEDA442D}" srcId="{0EE48E14-8C9E-5144-BA59-211351B4C94B}" destId="{51F88F8D-B49D-5A4C-9FE4-6A10119EC51E}" srcOrd="2" destOrd="0" parTransId="{C4948864-EE98-A940-9802-F00B29BBFCA5}" sibTransId="{C1C0F841-2B45-9842-B48A-AD06FA9B52EC}"/>
    <dgm:cxn modelId="{3DD5F34A-D161-A640-A418-6EB51F39C5AC}" srcId="{0EA9E7D9-E188-FC49-9EC1-7EDFD365EB85}" destId="{8AF632FF-4B0B-9947-AD7A-C47B09642BF2}" srcOrd="1" destOrd="0" parTransId="{79281B33-9B61-D946-A165-B06BE1133EA2}" sibTransId="{484E0768-E8A2-0D4F-881B-28D7FD1B4F96}"/>
    <dgm:cxn modelId="{25778FBE-441A-CB44-B0B2-4EB10BDB13EA}" type="presOf" srcId="{0302EECC-E689-174D-A340-A408D1A5C54B}" destId="{1C16EC5D-B995-2A4B-A649-043C84511068}" srcOrd="0" destOrd="1" presId="urn:microsoft.com/office/officeart/2005/8/layout/vList2"/>
    <dgm:cxn modelId="{1A964FC1-2F14-1B4E-AC5C-9E8C55C8CD32}" type="presOf" srcId="{0EE48E14-8C9E-5144-BA59-211351B4C94B}" destId="{6A3EFC82-0E2F-0245-B8F6-28564EED1AD0}" srcOrd="0" destOrd="0" presId="urn:microsoft.com/office/officeart/2005/8/layout/vList2"/>
    <dgm:cxn modelId="{A63E2ADD-9637-4244-80F5-FB45E3A7C13C}" type="presOf" srcId="{3E1514F4-52D8-8145-93F3-5C2741353FCB}" destId="{621CC8B1-AFD9-D649-B044-4AC505A6AE0B}" srcOrd="0" destOrd="0" presId="urn:microsoft.com/office/officeart/2005/8/layout/vList2"/>
    <dgm:cxn modelId="{718DF3DD-B086-D943-8432-B8B984D477AD}" srcId="{0EE48E14-8C9E-5144-BA59-211351B4C94B}" destId="{0302EECC-E689-174D-A340-A408D1A5C54B}" srcOrd="1" destOrd="0" parTransId="{92409C1B-DBDE-6149-8F2A-690AD50D7D6B}" sibTransId="{A3505F65-3197-284C-B94C-2B467DE9BFCE}"/>
    <dgm:cxn modelId="{27FC5BF8-17D9-1249-88FE-ACEE23FB1ED7}" srcId="{8AF632FF-4B0B-9947-AD7A-C47B09642BF2}" destId="{3E1514F4-52D8-8145-93F3-5C2741353FCB}" srcOrd="0" destOrd="0" parTransId="{A837F597-AD85-9D44-93AC-3FDAA166571A}" sibTransId="{48D3E302-A9CD-F640-B53A-2C2E6F9CA13C}"/>
    <dgm:cxn modelId="{1B144E38-2B6A-9549-BB6D-8A0DD9F49097}" type="presParOf" srcId="{579617B5-88AD-4F4C-B0A0-4FCB90021A66}" destId="{6A3EFC82-0E2F-0245-B8F6-28564EED1AD0}" srcOrd="0" destOrd="0" presId="urn:microsoft.com/office/officeart/2005/8/layout/vList2"/>
    <dgm:cxn modelId="{1977D7AE-62C6-FC44-AE9E-0EFB4FA81A5C}" type="presParOf" srcId="{579617B5-88AD-4F4C-B0A0-4FCB90021A66}" destId="{1C16EC5D-B995-2A4B-A649-043C84511068}" srcOrd="1" destOrd="0" presId="urn:microsoft.com/office/officeart/2005/8/layout/vList2"/>
    <dgm:cxn modelId="{84869A04-0369-C04A-9313-5D009877261A}" type="presParOf" srcId="{579617B5-88AD-4F4C-B0A0-4FCB90021A66}" destId="{2FF3A136-630E-E34F-A733-8D8046E33284}" srcOrd="2" destOrd="0" presId="urn:microsoft.com/office/officeart/2005/8/layout/vList2"/>
    <dgm:cxn modelId="{EB5BF8DA-762D-F347-98EE-56D74CC5AABA}" type="presParOf" srcId="{579617B5-88AD-4F4C-B0A0-4FCB90021A66}" destId="{621CC8B1-AFD9-D649-B044-4AC505A6AE0B}" srcOrd="3"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73.xml><?xml version="1.0" encoding="utf-8"?>
<dgm:dataModel xmlns:dgm="http://schemas.openxmlformats.org/drawingml/2006/diagram" xmlns:a="http://schemas.openxmlformats.org/drawingml/2006/main">
  <dgm:ptLst>
    <dgm:pt modelId="{0EA9E7D9-E188-FC49-9EC1-7EDFD365EB85}"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0EE48E14-8C9E-5144-BA59-211351B4C94B}">
      <dgm:prSet/>
      <dgm:spPr/>
      <dgm:t>
        <a:bodyPr/>
        <a:lstStyle/>
        <a:p>
          <a:r>
            <a:rPr lang="en-US" b="0" dirty="0"/>
            <a:t>Without sample constraints:</a:t>
          </a:r>
          <a:endParaRPr lang="en-DK" dirty="0"/>
        </a:p>
      </dgm:t>
    </dgm:pt>
    <dgm:pt modelId="{EEBDC071-F04E-464F-82C3-E1465AE3AFEB}" type="parTrans" cxnId="{8ED58B06-1A35-1A4B-BEA4-1EB8EB150DAF}">
      <dgm:prSet/>
      <dgm:spPr/>
      <dgm:t>
        <a:bodyPr/>
        <a:lstStyle/>
        <a:p>
          <a:endParaRPr lang="en-US"/>
        </a:p>
      </dgm:t>
    </dgm:pt>
    <dgm:pt modelId="{D32A5096-58D8-3C4A-B315-7AB21D4EC11C}" type="sibTrans" cxnId="{8ED58B06-1A35-1A4B-BEA4-1EB8EB150DAF}">
      <dgm:prSet phldrT="1" phldr="0"/>
      <dgm:spPr/>
      <dgm:t>
        <a:bodyPr/>
        <a:lstStyle/>
        <a:p>
          <a:endParaRPr lang="en-US"/>
        </a:p>
      </dgm:t>
    </dgm:pt>
    <dgm:pt modelId="{BF298009-0E55-C945-80C6-EBB4FA8C429C}">
      <dgm:prSet/>
      <dgm:spPr/>
      <dgm:t>
        <a:bodyPr/>
        <a:lstStyle/>
        <a:p>
          <a:r>
            <a:rPr lang="en-US" b="0" dirty="0"/>
            <a:t>Height: 30-40 mm</a:t>
          </a:r>
          <a:endParaRPr lang="en-DK" dirty="0"/>
        </a:p>
      </dgm:t>
    </dgm:pt>
    <dgm:pt modelId="{8EFA8F4E-12BE-0443-93AF-40773779C773}" type="parTrans" cxnId="{88D37230-BD13-C94B-9804-7BF5D16CD9A5}">
      <dgm:prSet/>
      <dgm:spPr/>
      <dgm:t>
        <a:bodyPr/>
        <a:lstStyle/>
        <a:p>
          <a:endParaRPr lang="en-US"/>
        </a:p>
      </dgm:t>
    </dgm:pt>
    <dgm:pt modelId="{DA03BE55-350F-3E48-AFC5-EF5F5A674BF0}" type="sibTrans" cxnId="{88D37230-BD13-C94B-9804-7BF5D16CD9A5}">
      <dgm:prSet/>
      <dgm:spPr/>
      <dgm:t>
        <a:bodyPr/>
        <a:lstStyle/>
        <a:p>
          <a:endParaRPr lang="en-US"/>
        </a:p>
      </dgm:t>
    </dgm:pt>
    <dgm:pt modelId="{0302EECC-E689-174D-A340-A408D1A5C54B}">
      <dgm:prSet/>
      <dgm:spPr/>
      <dgm:t>
        <a:bodyPr/>
        <a:lstStyle/>
        <a:p>
          <a:r>
            <a:rPr lang="en-US"/>
            <a:t>Radius: 7.5-12.5 mm</a:t>
          </a:r>
          <a:endParaRPr lang="en-DK"/>
        </a:p>
      </dgm:t>
    </dgm:pt>
    <dgm:pt modelId="{92409C1B-DBDE-6149-8F2A-690AD50D7D6B}" type="parTrans" cxnId="{718DF3DD-B086-D943-8432-B8B984D477AD}">
      <dgm:prSet/>
      <dgm:spPr/>
      <dgm:t>
        <a:bodyPr/>
        <a:lstStyle/>
        <a:p>
          <a:endParaRPr lang="en-US"/>
        </a:p>
      </dgm:t>
    </dgm:pt>
    <dgm:pt modelId="{A3505F65-3197-284C-B94C-2B467DE9BFCE}" type="sibTrans" cxnId="{718DF3DD-B086-D943-8432-B8B984D477AD}">
      <dgm:prSet/>
      <dgm:spPr/>
      <dgm:t>
        <a:bodyPr/>
        <a:lstStyle/>
        <a:p>
          <a:endParaRPr lang="en-US"/>
        </a:p>
      </dgm:t>
    </dgm:pt>
    <dgm:pt modelId="{51F88F8D-B49D-5A4C-9FE4-6A10119EC51E}">
      <dgm:prSet/>
      <dgm:spPr/>
      <dgm:t>
        <a:bodyPr/>
        <a:lstStyle/>
        <a:p>
          <a:r>
            <a:rPr lang="en-US" dirty="0"/>
            <a:t>Wall thickness: ~1-2.5 mm</a:t>
          </a:r>
          <a:endParaRPr lang="en-DK" dirty="0"/>
        </a:p>
      </dgm:t>
    </dgm:pt>
    <dgm:pt modelId="{C4948864-EE98-A940-9802-F00B29BBFCA5}" type="parTrans" cxnId="{70775B46-E007-6C41-BC13-AB91EEDA442D}">
      <dgm:prSet/>
      <dgm:spPr/>
      <dgm:t>
        <a:bodyPr/>
        <a:lstStyle/>
        <a:p>
          <a:endParaRPr lang="en-US"/>
        </a:p>
      </dgm:t>
    </dgm:pt>
    <dgm:pt modelId="{C1C0F841-2B45-9842-B48A-AD06FA9B52EC}" type="sibTrans" cxnId="{70775B46-E007-6C41-BC13-AB91EEDA442D}">
      <dgm:prSet/>
      <dgm:spPr/>
      <dgm:t>
        <a:bodyPr/>
        <a:lstStyle/>
        <a:p>
          <a:endParaRPr lang="en-US"/>
        </a:p>
      </dgm:t>
    </dgm:pt>
    <dgm:pt modelId="{8AF632FF-4B0B-9947-AD7A-C47B09642BF2}">
      <dgm:prSet/>
      <dgm:spPr/>
      <dgm:t>
        <a:bodyPr/>
        <a:lstStyle/>
        <a:p>
          <a:r>
            <a:rPr lang="en-US" dirty="0"/>
            <a:t>With sample constraint:</a:t>
          </a:r>
          <a:endParaRPr lang="en-DK" dirty="0"/>
        </a:p>
      </dgm:t>
    </dgm:pt>
    <dgm:pt modelId="{79281B33-9B61-D946-A165-B06BE1133EA2}" type="parTrans" cxnId="{3DD5F34A-D161-A640-A418-6EB51F39C5AC}">
      <dgm:prSet/>
      <dgm:spPr/>
      <dgm:t>
        <a:bodyPr/>
        <a:lstStyle/>
        <a:p>
          <a:endParaRPr lang="en-US"/>
        </a:p>
      </dgm:t>
    </dgm:pt>
    <dgm:pt modelId="{484E0768-E8A2-0D4F-881B-28D7FD1B4F96}" type="sibTrans" cxnId="{3DD5F34A-D161-A640-A418-6EB51F39C5AC}">
      <dgm:prSet phldrT="2" phldr="0"/>
      <dgm:spPr/>
      <dgm:t>
        <a:bodyPr/>
        <a:lstStyle/>
        <a:p>
          <a:endParaRPr lang="en-US"/>
        </a:p>
      </dgm:t>
    </dgm:pt>
    <dgm:pt modelId="{3E1514F4-52D8-8145-93F3-5C2741353FCB}">
      <dgm:prSet/>
      <dgm:spPr/>
      <dgm:t>
        <a:bodyPr/>
        <a:lstStyle/>
        <a:p>
          <a:r>
            <a:rPr lang="en-US" dirty="0"/>
            <a:t>Height: 10 mm</a:t>
          </a:r>
          <a:endParaRPr lang="en-DK" dirty="0"/>
        </a:p>
      </dgm:t>
    </dgm:pt>
    <dgm:pt modelId="{A837F597-AD85-9D44-93AC-3FDAA166571A}" type="parTrans" cxnId="{27FC5BF8-17D9-1249-88FE-ACEE23FB1ED7}">
      <dgm:prSet/>
      <dgm:spPr/>
      <dgm:t>
        <a:bodyPr/>
        <a:lstStyle/>
        <a:p>
          <a:endParaRPr lang="en-US"/>
        </a:p>
      </dgm:t>
    </dgm:pt>
    <dgm:pt modelId="{48D3E302-A9CD-F640-B53A-2C2E6F9CA13C}" type="sibTrans" cxnId="{27FC5BF8-17D9-1249-88FE-ACEE23FB1ED7}">
      <dgm:prSet/>
      <dgm:spPr/>
      <dgm:t>
        <a:bodyPr/>
        <a:lstStyle/>
        <a:p>
          <a:endParaRPr lang="en-US"/>
        </a:p>
      </dgm:t>
    </dgm:pt>
    <dgm:pt modelId="{E4E96F5A-9107-8E40-8503-B35DB167D4D1}">
      <dgm:prSet/>
      <dgm:spPr/>
      <dgm:t>
        <a:bodyPr/>
        <a:lstStyle/>
        <a:p>
          <a:r>
            <a:rPr lang="en-US" dirty="0"/>
            <a:t>Radius: 10 mm</a:t>
          </a:r>
          <a:endParaRPr lang="en-DK" dirty="0"/>
        </a:p>
      </dgm:t>
    </dgm:pt>
    <dgm:pt modelId="{BD553169-F3F0-C942-979D-53621AE2C7A5}" type="parTrans" cxnId="{DA93697E-A59A-7542-B51E-9C00896A801C}">
      <dgm:prSet/>
      <dgm:spPr/>
      <dgm:t>
        <a:bodyPr/>
        <a:lstStyle/>
        <a:p>
          <a:endParaRPr lang="en-US"/>
        </a:p>
      </dgm:t>
    </dgm:pt>
    <dgm:pt modelId="{F94D18CE-4267-BB4E-B89F-CF8150DE94BF}" type="sibTrans" cxnId="{DA93697E-A59A-7542-B51E-9C00896A801C}">
      <dgm:prSet/>
      <dgm:spPr/>
      <dgm:t>
        <a:bodyPr/>
        <a:lstStyle/>
        <a:p>
          <a:endParaRPr lang="en-US"/>
        </a:p>
      </dgm:t>
    </dgm:pt>
    <dgm:pt modelId="{6B651BB0-71ED-184D-9C04-021AD2A438F1}">
      <dgm:prSet/>
      <dgm:spPr/>
      <dgm:t>
        <a:bodyPr/>
        <a:lstStyle/>
        <a:p>
          <a:r>
            <a:rPr lang="en-US" dirty="0"/>
            <a:t>Wall thickness ~1-1.25 mm</a:t>
          </a:r>
          <a:endParaRPr lang="en-DK" dirty="0"/>
        </a:p>
      </dgm:t>
    </dgm:pt>
    <dgm:pt modelId="{9B564111-9CA3-8B41-9C1B-8F303C25C187}" type="parTrans" cxnId="{58AF50B2-9EF6-FE4F-92ED-12AD15BB637E}">
      <dgm:prSet/>
      <dgm:spPr/>
      <dgm:t>
        <a:bodyPr/>
        <a:lstStyle/>
        <a:p>
          <a:endParaRPr lang="en-US"/>
        </a:p>
      </dgm:t>
    </dgm:pt>
    <dgm:pt modelId="{F516554A-E6B6-E143-8B74-734679DFC59D}" type="sibTrans" cxnId="{58AF50B2-9EF6-FE4F-92ED-12AD15BB637E}">
      <dgm:prSet/>
      <dgm:spPr/>
      <dgm:t>
        <a:bodyPr/>
        <a:lstStyle/>
        <a:p>
          <a:endParaRPr lang="en-US"/>
        </a:p>
      </dgm:t>
    </dgm:pt>
    <dgm:pt modelId="{579617B5-88AD-4F4C-B0A0-4FCB90021A66}" type="pres">
      <dgm:prSet presAssocID="{0EA9E7D9-E188-FC49-9EC1-7EDFD365EB85}" presName="linear" presStyleCnt="0">
        <dgm:presLayoutVars>
          <dgm:animLvl val="lvl"/>
          <dgm:resizeHandles val="exact"/>
        </dgm:presLayoutVars>
      </dgm:prSet>
      <dgm:spPr/>
    </dgm:pt>
    <dgm:pt modelId="{6A3EFC82-0E2F-0245-B8F6-28564EED1AD0}" type="pres">
      <dgm:prSet presAssocID="{0EE48E14-8C9E-5144-BA59-211351B4C94B}" presName="parentText" presStyleLbl="node1" presStyleIdx="0" presStyleCnt="2">
        <dgm:presLayoutVars>
          <dgm:chMax val="0"/>
          <dgm:bulletEnabled val="1"/>
        </dgm:presLayoutVars>
      </dgm:prSet>
      <dgm:spPr/>
    </dgm:pt>
    <dgm:pt modelId="{1C16EC5D-B995-2A4B-A649-043C84511068}" type="pres">
      <dgm:prSet presAssocID="{0EE48E14-8C9E-5144-BA59-211351B4C94B}" presName="childText" presStyleLbl="revTx" presStyleIdx="0" presStyleCnt="2">
        <dgm:presLayoutVars>
          <dgm:bulletEnabled val="1"/>
        </dgm:presLayoutVars>
      </dgm:prSet>
      <dgm:spPr/>
    </dgm:pt>
    <dgm:pt modelId="{2FF3A136-630E-E34F-A733-8D8046E33284}" type="pres">
      <dgm:prSet presAssocID="{8AF632FF-4B0B-9947-AD7A-C47B09642BF2}" presName="parentText" presStyleLbl="node1" presStyleIdx="1" presStyleCnt="2">
        <dgm:presLayoutVars>
          <dgm:chMax val="0"/>
          <dgm:bulletEnabled val="1"/>
        </dgm:presLayoutVars>
      </dgm:prSet>
      <dgm:spPr/>
    </dgm:pt>
    <dgm:pt modelId="{621CC8B1-AFD9-D649-B044-4AC505A6AE0B}" type="pres">
      <dgm:prSet presAssocID="{8AF632FF-4B0B-9947-AD7A-C47B09642BF2}" presName="childText" presStyleLbl="revTx" presStyleIdx="1" presStyleCnt="2">
        <dgm:presLayoutVars>
          <dgm:bulletEnabled val="1"/>
        </dgm:presLayoutVars>
      </dgm:prSet>
      <dgm:spPr/>
    </dgm:pt>
  </dgm:ptLst>
  <dgm:cxnLst>
    <dgm:cxn modelId="{8ED58B06-1A35-1A4B-BEA4-1EB8EB150DAF}" srcId="{0EA9E7D9-E188-FC49-9EC1-7EDFD365EB85}" destId="{0EE48E14-8C9E-5144-BA59-211351B4C94B}" srcOrd="0" destOrd="0" parTransId="{EEBDC071-F04E-464F-82C3-E1465AE3AFEB}" sibTransId="{D32A5096-58D8-3C4A-B315-7AB21D4EC11C}"/>
    <dgm:cxn modelId="{7536800D-75FD-F84B-85E1-6E493D1AEC3D}" type="presOf" srcId="{8AF632FF-4B0B-9947-AD7A-C47B09642BF2}" destId="{2FF3A136-630E-E34F-A733-8D8046E33284}" srcOrd="0" destOrd="0" presId="urn:microsoft.com/office/officeart/2005/8/layout/vList2"/>
    <dgm:cxn modelId="{FEE5A223-1CFD-5944-A388-CEBB95F829EF}" type="presOf" srcId="{0EA9E7D9-E188-FC49-9EC1-7EDFD365EB85}" destId="{579617B5-88AD-4F4C-B0A0-4FCB90021A66}" srcOrd="0" destOrd="0" presId="urn:microsoft.com/office/officeart/2005/8/layout/vList2"/>
    <dgm:cxn modelId="{B48AD626-8AA9-014B-9D72-F752961AA137}" type="presOf" srcId="{E4E96F5A-9107-8E40-8503-B35DB167D4D1}" destId="{621CC8B1-AFD9-D649-B044-4AC505A6AE0B}" srcOrd="0" destOrd="1" presId="urn:microsoft.com/office/officeart/2005/8/layout/vList2"/>
    <dgm:cxn modelId="{88D37230-BD13-C94B-9804-7BF5D16CD9A5}" srcId="{0EE48E14-8C9E-5144-BA59-211351B4C94B}" destId="{BF298009-0E55-C945-80C6-EBB4FA8C429C}" srcOrd="0" destOrd="0" parTransId="{8EFA8F4E-12BE-0443-93AF-40773779C773}" sibTransId="{DA03BE55-350F-3E48-AFC5-EF5F5A674BF0}"/>
    <dgm:cxn modelId="{BD58D434-EF26-C646-948E-019534E8E3BB}" type="presOf" srcId="{BF298009-0E55-C945-80C6-EBB4FA8C429C}" destId="{1C16EC5D-B995-2A4B-A649-043C84511068}" srcOrd="0" destOrd="0" presId="urn:microsoft.com/office/officeart/2005/8/layout/vList2"/>
    <dgm:cxn modelId="{63592F36-F596-4545-93ED-9A914D94A1C3}" type="presOf" srcId="{51F88F8D-B49D-5A4C-9FE4-6A10119EC51E}" destId="{1C16EC5D-B995-2A4B-A649-043C84511068}" srcOrd="0" destOrd="2" presId="urn:microsoft.com/office/officeart/2005/8/layout/vList2"/>
    <dgm:cxn modelId="{70775B46-E007-6C41-BC13-AB91EEDA442D}" srcId="{0EE48E14-8C9E-5144-BA59-211351B4C94B}" destId="{51F88F8D-B49D-5A4C-9FE4-6A10119EC51E}" srcOrd="2" destOrd="0" parTransId="{C4948864-EE98-A940-9802-F00B29BBFCA5}" sibTransId="{C1C0F841-2B45-9842-B48A-AD06FA9B52EC}"/>
    <dgm:cxn modelId="{3DD5F34A-D161-A640-A418-6EB51F39C5AC}" srcId="{0EA9E7D9-E188-FC49-9EC1-7EDFD365EB85}" destId="{8AF632FF-4B0B-9947-AD7A-C47B09642BF2}" srcOrd="1" destOrd="0" parTransId="{79281B33-9B61-D946-A165-B06BE1133EA2}" sibTransId="{484E0768-E8A2-0D4F-881B-28D7FD1B4F96}"/>
    <dgm:cxn modelId="{DA93697E-A59A-7542-B51E-9C00896A801C}" srcId="{8AF632FF-4B0B-9947-AD7A-C47B09642BF2}" destId="{E4E96F5A-9107-8E40-8503-B35DB167D4D1}" srcOrd="1" destOrd="0" parTransId="{BD553169-F3F0-C942-979D-53621AE2C7A5}" sibTransId="{F94D18CE-4267-BB4E-B89F-CF8150DE94BF}"/>
    <dgm:cxn modelId="{2A35FAA4-01D1-5B47-807C-300C0ABDB36E}" type="presOf" srcId="{6B651BB0-71ED-184D-9C04-021AD2A438F1}" destId="{621CC8B1-AFD9-D649-B044-4AC505A6AE0B}" srcOrd="0" destOrd="2" presId="urn:microsoft.com/office/officeart/2005/8/layout/vList2"/>
    <dgm:cxn modelId="{58AF50B2-9EF6-FE4F-92ED-12AD15BB637E}" srcId="{8AF632FF-4B0B-9947-AD7A-C47B09642BF2}" destId="{6B651BB0-71ED-184D-9C04-021AD2A438F1}" srcOrd="2" destOrd="0" parTransId="{9B564111-9CA3-8B41-9C1B-8F303C25C187}" sibTransId="{F516554A-E6B6-E143-8B74-734679DFC59D}"/>
    <dgm:cxn modelId="{25778FBE-441A-CB44-B0B2-4EB10BDB13EA}" type="presOf" srcId="{0302EECC-E689-174D-A340-A408D1A5C54B}" destId="{1C16EC5D-B995-2A4B-A649-043C84511068}" srcOrd="0" destOrd="1" presId="urn:microsoft.com/office/officeart/2005/8/layout/vList2"/>
    <dgm:cxn modelId="{1A964FC1-2F14-1B4E-AC5C-9E8C55C8CD32}" type="presOf" srcId="{0EE48E14-8C9E-5144-BA59-211351B4C94B}" destId="{6A3EFC82-0E2F-0245-B8F6-28564EED1AD0}" srcOrd="0" destOrd="0" presId="urn:microsoft.com/office/officeart/2005/8/layout/vList2"/>
    <dgm:cxn modelId="{A63E2ADD-9637-4244-80F5-FB45E3A7C13C}" type="presOf" srcId="{3E1514F4-52D8-8145-93F3-5C2741353FCB}" destId="{621CC8B1-AFD9-D649-B044-4AC505A6AE0B}" srcOrd="0" destOrd="0" presId="urn:microsoft.com/office/officeart/2005/8/layout/vList2"/>
    <dgm:cxn modelId="{718DF3DD-B086-D943-8432-B8B984D477AD}" srcId="{0EE48E14-8C9E-5144-BA59-211351B4C94B}" destId="{0302EECC-E689-174D-A340-A408D1A5C54B}" srcOrd="1" destOrd="0" parTransId="{92409C1B-DBDE-6149-8F2A-690AD50D7D6B}" sibTransId="{A3505F65-3197-284C-B94C-2B467DE9BFCE}"/>
    <dgm:cxn modelId="{27FC5BF8-17D9-1249-88FE-ACEE23FB1ED7}" srcId="{8AF632FF-4B0B-9947-AD7A-C47B09642BF2}" destId="{3E1514F4-52D8-8145-93F3-5C2741353FCB}" srcOrd="0" destOrd="0" parTransId="{A837F597-AD85-9D44-93AC-3FDAA166571A}" sibTransId="{48D3E302-A9CD-F640-B53A-2C2E6F9CA13C}"/>
    <dgm:cxn modelId="{1B144E38-2B6A-9549-BB6D-8A0DD9F49097}" type="presParOf" srcId="{579617B5-88AD-4F4C-B0A0-4FCB90021A66}" destId="{6A3EFC82-0E2F-0245-B8F6-28564EED1AD0}" srcOrd="0" destOrd="0" presId="urn:microsoft.com/office/officeart/2005/8/layout/vList2"/>
    <dgm:cxn modelId="{1977D7AE-62C6-FC44-AE9E-0EFB4FA81A5C}" type="presParOf" srcId="{579617B5-88AD-4F4C-B0A0-4FCB90021A66}" destId="{1C16EC5D-B995-2A4B-A649-043C84511068}" srcOrd="1" destOrd="0" presId="urn:microsoft.com/office/officeart/2005/8/layout/vList2"/>
    <dgm:cxn modelId="{84869A04-0369-C04A-9313-5D009877261A}" type="presParOf" srcId="{579617B5-88AD-4F4C-B0A0-4FCB90021A66}" destId="{2FF3A136-630E-E34F-A733-8D8046E33284}" srcOrd="2" destOrd="0" presId="urn:microsoft.com/office/officeart/2005/8/layout/vList2"/>
    <dgm:cxn modelId="{EB5BF8DA-762D-F347-98EE-56D74CC5AABA}" type="presParOf" srcId="{579617B5-88AD-4F4C-B0A0-4FCB90021A66}" destId="{621CC8B1-AFD9-D649-B044-4AC505A6AE0B}"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4.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a:solidFill>
          <a:schemeClr val="accent1">
            <a:lumMod val="60000"/>
            <a:lumOff val="40000"/>
          </a:schemeClr>
        </a:solidFill>
        <a:ln>
          <a:solidFill>
            <a:schemeClr val="tx1"/>
          </a:solidFill>
        </a:ln>
      </dgm:spPr>
      <dgm:t>
        <a:bodyPr/>
        <a:lstStyle/>
        <a:p>
          <a:r>
            <a:rPr lang="en-US" dirty="0">
              <a:solidFill>
                <a:schemeClr val="tx1"/>
              </a:solidFill>
            </a:rPr>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75.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dgm:t>
        <a:bodyPr/>
        <a:lstStyle/>
        <a:p>
          <a:r>
            <a:rPr lang="en-US" dirty="0"/>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a:solidFill>
          <a:schemeClr val="accent1">
            <a:lumMod val="60000"/>
            <a:lumOff val="40000"/>
          </a:schemeClr>
        </a:solidFill>
        <a:ln>
          <a:solidFill>
            <a:schemeClr val="tx1"/>
          </a:solidFill>
        </a:ln>
      </dgm:spPr>
      <dgm:t>
        <a:bodyPr/>
        <a:lstStyle/>
        <a:p>
          <a:r>
            <a:rPr lang="en-US" dirty="0">
              <a:solidFill>
                <a:schemeClr val="tx1"/>
              </a:solidFill>
            </a:rPr>
            <a:t>Optimize</a:t>
          </a:r>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76.xml><?xml version="1.0" encoding="utf-8"?>
<dgm:dataModel xmlns:dgm="http://schemas.openxmlformats.org/drawingml/2006/diagram" xmlns:a="http://schemas.openxmlformats.org/drawingml/2006/main">
  <dgm:ptLst>
    <dgm:pt modelId="{0EA9E7D9-E188-FC49-9EC1-7EDFD365EB85}"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0EE48E14-8C9E-5144-BA59-211351B4C94B}">
      <dgm:prSet/>
      <dgm:spPr/>
      <dgm:t>
        <a:bodyPr/>
        <a:lstStyle/>
        <a:p>
          <a:r>
            <a:rPr lang="en-US" b="0" dirty="0"/>
            <a:t>Without sample constraints:</a:t>
          </a:r>
          <a:endParaRPr lang="en-DK" dirty="0"/>
        </a:p>
      </dgm:t>
    </dgm:pt>
    <dgm:pt modelId="{EEBDC071-F04E-464F-82C3-E1465AE3AFEB}" type="parTrans" cxnId="{8ED58B06-1A35-1A4B-BEA4-1EB8EB150DAF}">
      <dgm:prSet/>
      <dgm:spPr/>
      <dgm:t>
        <a:bodyPr/>
        <a:lstStyle/>
        <a:p>
          <a:endParaRPr lang="en-US"/>
        </a:p>
      </dgm:t>
    </dgm:pt>
    <dgm:pt modelId="{D32A5096-58D8-3C4A-B315-7AB21D4EC11C}" type="sibTrans" cxnId="{8ED58B06-1A35-1A4B-BEA4-1EB8EB150DAF}">
      <dgm:prSet phldrT="1" phldr="0"/>
      <dgm:spPr/>
    </dgm:pt>
    <dgm:pt modelId="{BF298009-0E55-C945-80C6-EBB4FA8C429C}">
      <dgm:prSet/>
      <dgm:spPr/>
      <dgm:t>
        <a:bodyPr/>
        <a:lstStyle/>
        <a:p>
          <a:r>
            <a:rPr lang="en-US" b="0" dirty="0"/>
            <a:t>Height: 30-40 mm</a:t>
          </a:r>
          <a:endParaRPr lang="en-DK" dirty="0"/>
        </a:p>
      </dgm:t>
    </dgm:pt>
    <dgm:pt modelId="{8EFA8F4E-12BE-0443-93AF-40773779C773}" type="parTrans" cxnId="{88D37230-BD13-C94B-9804-7BF5D16CD9A5}">
      <dgm:prSet/>
      <dgm:spPr/>
      <dgm:t>
        <a:bodyPr/>
        <a:lstStyle/>
        <a:p>
          <a:endParaRPr lang="en-US"/>
        </a:p>
      </dgm:t>
    </dgm:pt>
    <dgm:pt modelId="{DA03BE55-350F-3E48-AFC5-EF5F5A674BF0}" type="sibTrans" cxnId="{88D37230-BD13-C94B-9804-7BF5D16CD9A5}">
      <dgm:prSet/>
      <dgm:spPr/>
      <dgm:t>
        <a:bodyPr/>
        <a:lstStyle/>
        <a:p>
          <a:endParaRPr lang="en-US"/>
        </a:p>
      </dgm:t>
    </dgm:pt>
    <dgm:pt modelId="{0302EECC-E689-174D-A340-A408D1A5C54B}">
      <dgm:prSet/>
      <dgm:spPr/>
      <dgm:t>
        <a:bodyPr/>
        <a:lstStyle/>
        <a:p>
          <a:r>
            <a:rPr lang="en-US" dirty="0"/>
            <a:t>Radius: 7.5-12.5 mm</a:t>
          </a:r>
          <a:endParaRPr lang="en-DK" dirty="0"/>
        </a:p>
      </dgm:t>
    </dgm:pt>
    <dgm:pt modelId="{92409C1B-DBDE-6149-8F2A-690AD50D7D6B}" type="parTrans" cxnId="{718DF3DD-B086-D943-8432-B8B984D477AD}">
      <dgm:prSet/>
      <dgm:spPr/>
      <dgm:t>
        <a:bodyPr/>
        <a:lstStyle/>
        <a:p>
          <a:endParaRPr lang="en-US"/>
        </a:p>
      </dgm:t>
    </dgm:pt>
    <dgm:pt modelId="{A3505F65-3197-284C-B94C-2B467DE9BFCE}" type="sibTrans" cxnId="{718DF3DD-B086-D943-8432-B8B984D477AD}">
      <dgm:prSet/>
      <dgm:spPr/>
      <dgm:t>
        <a:bodyPr/>
        <a:lstStyle/>
        <a:p>
          <a:endParaRPr lang="en-US"/>
        </a:p>
      </dgm:t>
    </dgm:pt>
    <dgm:pt modelId="{51F88F8D-B49D-5A4C-9FE4-6A10119EC51E}">
      <dgm:prSet/>
      <dgm:spPr/>
      <dgm:t>
        <a:bodyPr/>
        <a:lstStyle/>
        <a:p>
          <a:r>
            <a:rPr lang="en-US" dirty="0"/>
            <a:t>Wall thickness: ~1-2.5 mm</a:t>
          </a:r>
          <a:endParaRPr lang="en-DK" dirty="0"/>
        </a:p>
      </dgm:t>
    </dgm:pt>
    <dgm:pt modelId="{C4948864-EE98-A940-9802-F00B29BBFCA5}" type="parTrans" cxnId="{70775B46-E007-6C41-BC13-AB91EEDA442D}">
      <dgm:prSet/>
      <dgm:spPr/>
      <dgm:t>
        <a:bodyPr/>
        <a:lstStyle/>
        <a:p>
          <a:endParaRPr lang="en-US"/>
        </a:p>
      </dgm:t>
    </dgm:pt>
    <dgm:pt modelId="{C1C0F841-2B45-9842-B48A-AD06FA9B52EC}" type="sibTrans" cxnId="{70775B46-E007-6C41-BC13-AB91EEDA442D}">
      <dgm:prSet/>
      <dgm:spPr/>
      <dgm:t>
        <a:bodyPr/>
        <a:lstStyle/>
        <a:p>
          <a:endParaRPr lang="en-US"/>
        </a:p>
      </dgm:t>
    </dgm:pt>
    <dgm:pt modelId="{8AF632FF-4B0B-9947-AD7A-C47B09642BF2}">
      <dgm:prSet/>
      <dgm:spPr/>
      <dgm:t>
        <a:bodyPr/>
        <a:lstStyle/>
        <a:p>
          <a:r>
            <a:rPr lang="en-US" dirty="0"/>
            <a:t>With sample constraint:</a:t>
          </a:r>
          <a:endParaRPr lang="en-DK" dirty="0"/>
        </a:p>
      </dgm:t>
    </dgm:pt>
    <dgm:pt modelId="{79281B33-9B61-D946-A165-B06BE1133EA2}" type="parTrans" cxnId="{3DD5F34A-D161-A640-A418-6EB51F39C5AC}">
      <dgm:prSet/>
      <dgm:spPr/>
      <dgm:t>
        <a:bodyPr/>
        <a:lstStyle/>
        <a:p>
          <a:endParaRPr lang="en-US"/>
        </a:p>
      </dgm:t>
    </dgm:pt>
    <dgm:pt modelId="{484E0768-E8A2-0D4F-881B-28D7FD1B4F96}" type="sibTrans" cxnId="{3DD5F34A-D161-A640-A418-6EB51F39C5AC}">
      <dgm:prSet phldrT="2" phldr="0"/>
      <dgm:spPr/>
    </dgm:pt>
    <dgm:pt modelId="{3E1514F4-52D8-8145-93F3-5C2741353FCB}">
      <dgm:prSet/>
      <dgm:spPr/>
      <dgm:t>
        <a:bodyPr/>
        <a:lstStyle/>
        <a:p>
          <a:r>
            <a:rPr lang="en-US" dirty="0"/>
            <a:t>Height: 10 mm</a:t>
          </a:r>
          <a:endParaRPr lang="en-DK" dirty="0"/>
        </a:p>
      </dgm:t>
    </dgm:pt>
    <dgm:pt modelId="{A837F597-AD85-9D44-93AC-3FDAA166571A}" type="parTrans" cxnId="{27FC5BF8-17D9-1249-88FE-ACEE23FB1ED7}">
      <dgm:prSet/>
      <dgm:spPr/>
      <dgm:t>
        <a:bodyPr/>
        <a:lstStyle/>
        <a:p>
          <a:endParaRPr lang="en-US"/>
        </a:p>
      </dgm:t>
    </dgm:pt>
    <dgm:pt modelId="{48D3E302-A9CD-F640-B53A-2C2E6F9CA13C}" type="sibTrans" cxnId="{27FC5BF8-17D9-1249-88FE-ACEE23FB1ED7}">
      <dgm:prSet/>
      <dgm:spPr/>
      <dgm:t>
        <a:bodyPr/>
        <a:lstStyle/>
        <a:p>
          <a:endParaRPr lang="en-US"/>
        </a:p>
      </dgm:t>
    </dgm:pt>
    <dgm:pt modelId="{E4E96F5A-9107-8E40-8503-B35DB167D4D1}">
      <dgm:prSet/>
      <dgm:spPr/>
      <dgm:t>
        <a:bodyPr/>
        <a:lstStyle/>
        <a:p>
          <a:r>
            <a:rPr lang="en-US" dirty="0"/>
            <a:t>Radius: 10 mm</a:t>
          </a:r>
          <a:endParaRPr lang="en-DK" dirty="0"/>
        </a:p>
      </dgm:t>
    </dgm:pt>
    <dgm:pt modelId="{BD553169-F3F0-C942-979D-53621AE2C7A5}" type="parTrans" cxnId="{DA93697E-A59A-7542-B51E-9C00896A801C}">
      <dgm:prSet/>
      <dgm:spPr/>
      <dgm:t>
        <a:bodyPr/>
        <a:lstStyle/>
        <a:p>
          <a:endParaRPr lang="en-US"/>
        </a:p>
      </dgm:t>
    </dgm:pt>
    <dgm:pt modelId="{F94D18CE-4267-BB4E-B89F-CF8150DE94BF}" type="sibTrans" cxnId="{DA93697E-A59A-7542-B51E-9C00896A801C}">
      <dgm:prSet/>
      <dgm:spPr/>
      <dgm:t>
        <a:bodyPr/>
        <a:lstStyle/>
        <a:p>
          <a:endParaRPr lang="en-US"/>
        </a:p>
      </dgm:t>
    </dgm:pt>
    <dgm:pt modelId="{6B651BB0-71ED-184D-9C04-021AD2A438F1}">
      <dgm:prSet/>
      <dgm:spPr/>
      <dgm:t>
        <a:bodyPr/>
        <a:lstStyle/>
        <a:p>
          <a:r>
            <a:rPr lang="en-US" dirty="0"/>
            <a:t>Wall thickness ~1-1.25 mm</a:t>
          </a:r>
          <a:endParaRPr lang="en-DK" dirty="0"/>
        </a:p>
      </dgm:t>
    </dgm:pt>
    <dgm:pt modelId="{9B564111-9CA3-8B41-9C1B-8F303C25C187}" type="parTrans" cxnId="{58AF50B2-9EF6-FE4F-92ED-12AD15BB637E}">
      <dgm:prSet/>
      <dgm:spPr/>
      <dgm:t>
        <a:bodyPr/>
        <a:lstStyle/>
        <a:p>
          <a:endParaRPr lang="en-US"/>
        </a:p>
      </dgm:t>
    </dgm:pt>
    <dgm:pt modelId="{F516554A-E6B6-E143-8B74-734679DFC59D}" type="sibTrans" cxnId="{58AF50B2-9EF6-FE4F-92ED-12AD15BB637E}">
      <dgm:prSet/>
      <dgm:spPr/>
      <dgm:t>
        <a:bodyPr/>
        <a:lstStyle/>
        <a:p>
          <a:endParaRPr lang="en-US"/>
        </a:p>
      </dgm:t>
    </dgm:pt>
    <dgm:pt modelId="{C773504B-EF04-8149-8AB3-7A1BFB21CA49}">
      <dgm:prSet phldrT="[Text]"/>
      <dgm:spPr/>
      <dgm:t>
        <a:bodyPr/>
        <a:lstStyle/>
        <a:p>
          <a:r>
            <a:rPr lang="en-US" dirty="0"/>
            <a:t>Using Coefficient of variation</a:t>
          </a:r>
        </a:p>
      </dgm:t>
    </dgm:pt>
    <dgm:pt modelId="{4564FF19-AFC7-8E4B-80E0-70E75EC78EA0}" type="parTrans" cxnId="{0CF6AD2A-C22E-0640-8224-0F81BC8085E6}">
      <dgm:prSet/>
      <dgm:spPr/>
    </dgm:pt>
    <dgm:pt modelId="{3FB5E36F-47C9-9F4A-B790-F728A7DF3326}" type="sibTrans" cxnId="{0CF6AD2A-C22E-0640-8224-0F81BC8085E6}">
      <dgm:prSet/>
      <dgm:spPr/>
    </dgm:pt>
    <dgm:pt modelId="{6847EF43-73F9-4642-B586-45B294EABFC3}">
      <dgm:prSet phldrT="[Text]"/>
      <dgm:spPr/>
      <dgm:t>
        <a:bodyPr/>
        <a:lstStyle/>
        <a:p>
          <a:r>
            <a:rPr lang="en-US" dirty="0"/>
            <a:t>wall thickness ~1-1.5mm</a:t>
          </a:r>
        </a:p>
      </dgm:t>
    </dgm:pt>
    <dgm:pt modelId="{12D21FF9-F89B-944D-8048-151312C257E4}" type="parTrans" cxnId="{7AD38901-D7A7-8D48-913C-2EEF3BE5B411}">
      <dgm:prSet/>
      <dgm:spPr/>
    </dgm:pt>
    <dgm:pt modelId="{571CED0B-9B6A-6E42-BC95-B83B57161279}" type="sibTrans" cxnId="{7AD38901-D7A7-8D48-913C-2EEF3BE5B411}">
      <dgm:prSet/>
      <dgm:spPr/>
    </dgm:pt>
    <dgm:pt modelId="{579617B5-88AD-4F4C-B0A0-4FCB90021A66}" type="pres">
      <dgm:prSet presAssocID="{0EA9E7D9-E188-FC49-9EC1-7EDFD365EB85}" presName="linear" presStyleCnt="0">
        <dgm:presLayoutVars>
          <dgm:animLvl val="lvl"/>
          <dgm:resizeHandles val="exact"/>
        </dgm:presLayoutVars>
      </dgm:prSet>
      <dgm:spPr/>
    </dgm:pt>
    <dgm:pt modelId="{6A3EFC82-0E2F-0245-B8F6-28564EED1AD0}" type="pres">
      <dgm:prSet presAssocID="{0EE48E14-8C9E-5144-BA59-211351B4C94B}" presName="parentText" presStyleLbl="node1" presStyleIdx="0" presStyleCnt="3">
        <dgm:presLayoutVars>
          <dgm:chMax val="0"/>
          <dgm:bulletEnabled val="1"/>
        </dgm:presLayoutVars>
      </dgm:prSet>
      <dgm:spPr/>
    </dgm:pt>
    <dgm:pt modelId="{1C16EC5D-B995-2A4B-A649-043C84511068}" type="pres">
      <dgm:prSet presAssocID="{0EE48E14-8C9E-5144-BA59-211351B4C94B}" presName="childText" presStyleLbl="revTx" presStyleIdx="0" presStyleCnt="3">
        <dgm:presLayoutVars>
          <dgm:bulletEnabled val="1"/>
        </dgm:presLayoutVars>
      </dgm:prSet>
      <dgm:spPr/>
    </dgm:pt>
    <dgm:pt modelId="{2FF3A136-630E-E34F-A733-8D8046E33284}" type="pres">
      <dgm:prSet presAssocID="{8AF632FF-4B0B-9947-AD7A-C47B09642BF2}" presName="parentText" presStyleLbl="node1" presStyleIdx="1" presStyleCnt="3">
        <dgm:presLayoutVars>
          <dgm:chMax val="0"/>
          <dgm:bulletEnabled val="1"/>
        </dgm:presLayoutVars>
      </dgm:prSet>
      <dgm:spPr/>
    </dgm:pt>
    <dgm:pt modelId="{621CC8B1-AFD9-D649-B044-4AC505A6AE0B}" type="pres">
      <dgm:prSet presAssocID="{8AF632FF-4B0B-9947-AD7A-C47B09642BF2}" presName="childText" presStyleLbl="revTx" presStyleIdx="1" presStyleCnt="3">
        <dgm:presLayoutVars>
          <dgm:bulletEnabled val="1"/>
        </dgm:presLayoutVars>
      </dgm:prSet>
      <dgm:spPr/>
    </dgm:pt>
    <dgm:pt modelId="{819B3122-FA5F-4B4C-8E40-A6D0091D3608}" type="pres">
      <dgm:prSet presAssocID="{C773504B-EF04-8149-8AB3-7A1BFB21CA49}" presName="parentText" presStyleLbl="node1" presStyleIdx="2" presStyleCnt="3">
        <dgm:presLayoutVars>
          <dgm:chMax val="0"/>
          <dgm:bulletEnabled val="1"/>
        </dgm:presLayoutVars>
      </dgm:prSet>
      <dgm:spPr/>
    </dgm:pt>
    <dgm:pt modelId="{48B2A2F4-92A3-154C-B367-D572DBC175DE}" type="pres">
      <dgm:prSet presAssocID="{C773504B-EF04-8149-8AB3-7A1BFB21CA49}" presName="childText" presStyleLbl="revTx" presStyleIdx="2" presStyleCnt="3">
        <dgm:presLayoutVars>
          <dgm:bulletEnabled val="1"/>
        </dgm:presLayoutVars>
      </dgm:prSet>
      <dgm:spPr/>
    </dgm:pt>
  </dgm:ptLst>
  <dgm:cxnLst>
    <dgm:cxn modelId="{7AD38901-D7A7-8D48-913C-2EEF3BE5B411}" srcId="{C773504B-EF04-8149-8AB3-7A1BFB21CA49}" destId="{6847EF43-73F9-4642-B586-45B294EABFC3}" srcOrd="0" destOrd="0" parTransId="{12D21FF9-F89B-944D-8048-151312C257E4}" sibTransId="{571CED0B-9B6A-6E42-BC95-B83B57161279}"/>
    <dgm:cxn modelId="{8ED58B06-1A35-1A4B-BEA4-1EB8EB150DAF}" srcId="{0EA9E7D9-E188-FC49-9EC1-7EDFD365EB85}" destId="{0EE48E14-8C9E-5144-BA59-211351B4C94B}" srcOrd="0" destOrd="0" parTransId="{EEBDC071-F04E-464F-82C3-E1465AE3AFEB}" sibTransId="{D32A5096-58D8-3C4A-B315-7AB21D4EC11C}"/>
    <dgm:cxn modelId="{7536800D-75FD-F84B-85E1-6E493D1AEC3D}" type="presOf" srcId="{8AF632FF-4B0B-9947-AD7A-C47B09642BF2}" destId="{2FF3A136-630E-E34F-A733-8D8046E33284}" srcOrd="0" destOrd="0" presId="urn:microsoft.com/office/officeart/2005/8/layout/vList2"/>
    <dgm:cxn modelId="{FEE5A223-1CFD-5944-A388-CEBB95F829EF}" type="presOf" srcId="{0EA9E7D9-E188-FC49-9EC1-7EDFD365EB85}" destId="{579617B5-88AD-4F4C-B0A0-4FCB90021A66}" srcOrd="0" destOrd="0" presId="urn:microsoft.com/office/officeart/2005/8/layout/vList2"/>
    <dgm:cxn modelId="{B48AD626-8AA9-014B-9D72-F752961AA137}" type="presOf" srcId="{E4E96F5A-9107-8E40-8503-B35DB167D4D1}" destId="{621CC8B1-AFD9-D649-B044-4AC505A6AE0B}" srcOrd="0" destOrd="1" presId="urn:microsoft.com/office/officeart/2005/8/layout/vList2"/>
    <dgm:cxn modelId="{0CF6AD2A-C22E-0640-8224-0F81BC8085E6}" srcId="{0EA9E7D9-E188-FC49-9EC1-7EDFD365EB85}" destId="{C773504B-EF04-8149-8AB3-7A1BFB21CA49}" srcOrd="2" destOrd="0" parTransId="{4564FF19-AFC7-8E4B-80E0-70E75EC78EA0}" sibTransId="{3FB5E36F-47C9-9F4A-B790-F728A7DF3326}"/>
    <dgm:cxn modelId="{88D37230-BD13-C94B-9804-7BF5D16CD9A5}" srcId="{0EE48E14-8C9E-5144-BA59-211351B4C94B}" destId="{BF298009-0E55-C945-80C6-EBB4FA8C429C}" srcOrd="0" destOrd="0" parTransId="{8EFA8F4E-12BE-0443-93AF-40773779C773}" sibTransId="{DA03BE55-350F-3E48-AFC5-EF5F5A674BF0}"/>
    <dgm:cxn modelId="{BD58D434-EF26-C646-948E-019534E8E3BB}" type="presOf" srcId="{BF298009-0E55-C945-80C6-EBB4FA8C429C}" destId="{1C16EC5D-B995-2A4B-A649-043C84511068}" srcOrd="0" destOrd="0" presId="urn:microsoft.com/office/officeart/2005/8/layout/vList2"/>
    <dgm:cxn modelId="{63592F36-F596-4545-93ED-9A914D94A1C3}" type="presOf" srcId="{51F88F8D-B49D-5A4C-9FE4-6A10119EC51E}" destId="{1C16EC5D-B995-2A4B-A649-043C84511068}" srcOrd="0" destOrd="2" presId="urn:microsoft.com/office/officeart/2005/8/layout/vList2"/>
    <dgm:cxn modelId="{70775B46-E007-6C41-BC13-AB91EEDA442D}" srcId="{0EE48E14-8C9E-5144-BA59-211351B4C94B}" destId="{51F88F8D-B49D-5A4C-9FE4-6A10119EC51E}" srcOrd="2" destOrd="0" parTransId="{C4948864-EE98-A940-9802-F00B29BBFCA5}" sibTransId="{C1C0F841-2B45-9842-B48A-AD06FA9B52EC}"/>
    <dgm:cxn modelId="{3DD5F34A-D161-A640-A418-6EB51F39C5AC}" srcId="{0EA9E7D9-E188-FC49-9EC1-7EDFD365EB85}" destId="{8AF632FF-4B0B-9947-AD7A-C47B09642BF2}" srcOrd="1" destOrd="0" parTransId="{79281B33-9B61-D946-A165-B06BE1133EA2}" sibTransId="{484E0768-E8A2-0D4F-881B-28D7FD1B4F96}"/>
    <dgm:cxn modelId="{DA93697E-A59A-7542-B51E-9C00896A801C}" srcId="{8AF632FF-4B0B-9947-AD7A-C47B09642BF2}" destId="{E4E96F5A-9107-8E40-8503-B35DB167D4D1}" srcOrd="1" destOrd="0" parTransId="{BD553169-F3F0-C942-979D-53621AE2C7A5}" sibTransId="{F94D18CE-4267-BB4E-B89F-CF8150DE94BF}"/>
    <dgm:cxn modelId="{2A35FAA4-01D1-5B47-807C-300C0ABDB36E}" type="presOf" srcId="{6B651BB0-71ED-184D-9C04-021AD2A438F1}" destId="{621CC8B1-AFD9-D649-B044-4AC505A6AE0B}" srcOrd="0" destOrd="2" presId="urn:microsoft.com/office/officeart/2005/8/layout/vList2"/>
    <dgm:cxn modelId="{58AF50B2-9EF6-FE4F-92ED-12AD15BB637E}" srcId="{8AF632FF-4B0B-9947-AD7A-C47B09642BF2}" destId="{6B651BB0-71ED-184D-9C04-021AD2A438F1}" srcOrd="2" destOrd="0" parTransId="{9B564111-9CA3-8B41-9C1B-8F303C25C187}" sibTransId="{F516554A-E6B6-E143-8B74-734679DFC59D}"/>
    <dgm:cxn modelId="{7235CCB3-460B-6247-96CD-EA9E4123B87D}" type="presOf" srcId="{6847EF43-73F9-4642-B586-45B294EABFC3}" destId="{48B2A2F4-92A3-154C-B367-D572DBC175DE}" srcOrd="0" destOrd="0" presId="urn:microsoft.com/office/officeart/2005/8/layout/vList2"/>
    <dgm:cxn modelId="{25778FBE-441A-CB44-B0B2-4EB10BDB13EA}" type="presOf" srcId="{0302EECC-E689-174D-A340-A408D1A5C54B}" destId="{1C16EC5D-B995-2A4B-A649-043C84511068}" srcOrd="0" destOrd="1" presId="urn:microsoft.com/office/officeart/2005/8/layout/vList2"/>
    <dgm:cxn modelId="{1A964FC1-2F14-1B4E-AC5C-9E8C55C8CD32}" type="presOf" srcId="{0EE48E14-8C9E-5144-BA59-211351B4C94B}" destId="{6A3EFC82-0E2F-0245-B8F6-28564EED1AD0}" srcOrd="0" destOrd="0" presId="urn:microsoft.com/office/officeart/2005/8/layout/vList2"/>
    <dgm:cxn modelId="{AE62CEC7-7060-F641-AD11-F243F289FE0F}" type="presOf" srcId="{C773504B-EF04-8149-8AB3-7A1BFB21CA49}" destId="{819B3122-FA5F-4B4C-8E40-A6D0091D3608}" srcOrd="0" destOrd="0" presId="urn:microsoft.com/office/officeart/2005/8/layout/vList2"/>
    <dgm:cxn modelId="{A63E2ADD-9637-4244-80F5-FB45E3A7C13C}" type="presOf" srcId="{3E1514F4-52D8-8145-93F3-5C2741353FCB}" destId="{621CC8B1-AFD9-D649-B044-4AC505A6AE0B}" srcOrd="0" destOrd="0" presId="urn:microsoft.com/office/officeart/2005/8/layout/vList2"/>
    <dgm:cxn modelId="{718DF3DD-B086-D943-8432-B8B984D477AD}" srcId="{0EE48E14-8C9E-5144-BA59-211351B4C94B}" destId="{0302EECC-E689-174D-A340-A408D1A5C54B}" srcOrd="1" destOrd="0" parTransId="{92409C1B-DBDE-6149-8F2A-690AD50D7D6B}" sibTransId="{A3505F65-3197-284C-B94C-2B467DE9BFCE}"/>
    <dgm:cxn modelId="{27FC5BF8-17D9-1249-88FE-ACEE23FB1ED7}" srcId="{8AF632FF-4B0B-9947-AD7A-C47B09642BF2}" destId="{3E1514F4-52D8-8145-93F3-5C2741353FCB}" srcOrd="0" destOrd="0" parTransId="{A837F597-AD85-9D44-93AC-3FDAA166571A}" sibTransId="{48D3E302-A9CD-F640-B53A-2C2E6F9CA13C}"/>
    <dgm:cxn modelId="{1B144E38-2B6A-9549-BB6D-8A0DD9F49097}" type="presParOf" srcId="{579617B5-88AD-4F4C-B0A0-4FCB90021A66}" destId="{6A3EFC82-0E2F-0245-B8F6-28564EED1AD0}" srcOrd="0" destOrd="0" presId="urn:microsoft.com/office/officeart/2005/8/layout/vList2"/>
    <dgm:cxn modelId="{1977D7AE-62C6-FC44-AE9E-0EFB4FA81A5C}" type="presParOf" srcId="{579617B5-88AD-4F4C-B0A0-4FCB90021A66}" destId="{1C16EC5D-B995-2A4B-A649-043C84511068}" srcOrd="1" destOrd="0" presId="urn:microsoft.com/office/officeart/2005/8/layout/vList2"/>
    <dgm:cxn modelId="{84869A04-0369-C04A-9313-5D009877261A}" type="presParOf" srcId="{579617B5-88AD-4F4C-B0A0-4FCB90021A66}" destId="{2FF3A136-630E-E34F-A733-8D8046E33284}" srcOrd="2" destOrd="0" presId="urn:microsoft.com/office/officeart/2005/8/layout/vList2"/>
    <dgm:cxn modelId="{EB5BF8DA-762D-F347-98EE-56D74CC5AABA}" type="presParOf" srcId="{579617B5-88AD-4F4C-B0A0-4FCB90021A66}" destId="{621CC8B1-AFD9-D649-B044-4AC505A6AE0B}" srcOrd="3" destOrd="0" presId="urn:microsoft.com/office/officeart/2005/8/layout/vList2"/>
    <dgm:cxn modelId="{FC835C4A-91CC-8542-9BDD-005D63709D55}" type="presParOf" srcId="{579617B5-88AD-4F4C-B0A0-4FCB90021A66}" destId="{819B3122-FA5F-4B4C-8E40-A6D0091D3608}" srcOrd="4" destOrd="0" presId="urn:microsoft.com/office/officeart/2005/8/layout/vList2"/>
    <dgm:cxn modelId="{48E3EEC1-C6BF-0D4F-AE55-6EF6970FCD8C}" type="presParOf" srcId="{579617B5-88AD-4F4C-B0A0-4FCB90021A66}" destId="{48B2A2F4-92A3-154C-B367-D572DBC175DE}" srcOrd="5"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77.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a:solidFill>
          <a:schemeClr val="accent1">
            <a:lumMod val="60000"/>
            <a:lumOff val="40000"/>
          </a:schemeClr>
        </a:solidFill>
        <a:ln>
          <a:solidFill>
            <a:schemeClr val="tx1"/>
          </a:solidFill>
        </a:ln>
      </dgm:spPr>
      <dgm:t>
        <a:bodyPr/>
        <a:lstStyle/>
        <a:p>
          <a:r>
            <a:rPr lang="en-US" dirty="0">
              <a:solidFill>
                <a:schemeClr val="tx1"/>
              </a:solidFill>
            </a:rPr>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a:t>Optimize</a:t>
          </a:r>
          <a:endParaRPr lang="en-US" dirty="0"/>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8.xml><?xml version="1.0" encoding="utf-8"?>
<dgm:dataModel xmlns:dgm="http://schemas.openxmlformats.org/drawingml/2006/diagram" xmlns:a="http://schemas.openxmlformats.org/drawingml/2006/main">
  <dgm:ptLst>
    <dgm:pt modelId="{0EA9E7D9-E188-FC49-9EC1-7EDFD365EB85}"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0EE48E14-8C9E-5144-BA59-211351B4C94B}">
      <dgm:prSet/>
      <dgm:spPr/>
      <dgm:t>
        <a:bodyPr/>
        <a:lstStyle/>
        <a:p>
          <a:r>
            <a:rPr lang="en-US" b="0" dirty="0"/>
            <a:t>Without sample constraints:</a:t>
          </a:r>
          <a:endParaRPr lang="en-DK" dirty="0"/>
        </a:p>
      </dgm:t>
    </dgm:pt>
    <dgm:pt modelId="{EEBDC071-F04E-464F-82C3-E1465AE3AFEB}" type="parTrans" cxnId="{8ED58B06-1A35-1A4B-BEA4-1EB8EB150DAF}">
      <dgm:prSet/>
      <dgm:spPr/>
      <dgm:t>
        <a:bodyPr/>
        <a:lstStyle/>
        <a:p>
          <a:endParaRPr lang="en-US"/>
        </a:p>
      </dgm:t>
    </dgm:pt>
    <dgm:pt modelId="{D32A5096-58D8-3C4A-B315-7AB21D4EC11C}" type="sibTrans" cxnId="{8ED58B06-1A35-1A4B-BEA4-1EB8EB150DAF}">
      <dgm:prSet phldrT="1" phldr="0"/>
      <dgm:spPr/>
    </dgm:pt>
    <dgm:pt modelId="{BF298009-0E55-C945-80C6-EBB4FA8C429C}">
      <dgm:prSet/>
      <dgm:spPr/>
      <dgm:t>
        <a:bodyPr/>
        <a:lstStyle/>
        <a:p>
          <a:r>
            <a:rPr lang="en-US" b="0" dirty="0"/>
            <a:t>Height: 30-40 mm</a:t>
          </a:r>
          <a:endParaRPr lang="en-DK" dirty="0"/>
        </a:p>
      </dgm:t>
    </dgm:pt>
    <dgm:pt modelId="{8EFA8F4E-12BE-0443-93AF-40773779C773}" type="parTrans" cxnId="{88D37230-BD13-C94B-9804-7BF5D16CD9A5}">
      <dgm:prSet/>
      <dgm:spPr/>
      <dgm:t>
        <a:bodyPr/>
        <a:lstStyle/>
        <a:p>
          <a:endParaRPr lang="en-US"/>
        </a:p>
      </dgm:t>
    </dgm:pt>
    <dgm:pt modelId="{DA03BE55-350F-3E48-AFC5-EF5F5A674BF0}" type="sibTrans" cxnId="{88D37230-BD13-C94B-9804-7BF5D16CD9A5}">
      <dgm:prSet/>
      <dgm:spPr/>
      <dgm:t>
        <a:bodyPr/>
        <a:lstStyle/>
        <a:p>
          <a:endParaRPr lang="en-US"/>
        </a:p>
      </dgm:t>
    </dgm:pt>
    <dgm:pt modelId="{0302EECC-E689-174D-A340-A408D1A5C54B}">
      <dgm:prSet/>
      <dgm:spPr/>
      <dgm:t>
        <a:bodyPr/>
        <a:lstStyle/>
        <a:p>
          <a:r>
            <a:rPr lang="en-US"/>
            <a:t>Radius: 7.5-12.5 mm</a:t>
          </a:r>
          <a:endParaRPr lang="en-DK"/>
        </a:p>
      </dgm:t>
    </dgm:pt>
    <dgm:pt modelId="{92409C1B-DBDE-6149-8F2A-690AD50D7D6B}" type="parTrans" cxnId="{718DF3DD-B086-D943-8432-B8B984D477AD}">
      <dgm:prSet/>
      <dgm:spPr/>
      <dgm:t>
        <a:bodyPr/>
        <a:lstStyle/>
        <a:p>
          <a:endParaRPr lang="en-US"/>
        </a:p>
      </dgm:t>
    </dgm:pt>
    <dgm:pt modelId="{A3505F65-3197-284C-B94C-2B467DE9BFCE}" type="sibTrans" cxnId="{718DF3DD-B086-D943-8432-B8B984D477AD}">
      <dgm:prSet/>
      <dgm:spPr/>
      <dgm:t>
        <a:bodyPr/>
        <a:lstStyle/>
        <a:p>
          <a:endParaRPr lang="en-US"/>
        </a:p>
      </dgm:t>
    </dgm:pt>
    <dgm:pt modelId="{51F88F8D-B49D-5A4C-9FE4-6A10119EC51E}">
      <dgm:prSet/>
      <dgm:spPr/>
      <dgm:t>
        <a:bodyPr/>
        <a:lstStyle/>
        <a:p>
          <a:r>
            <a:rPr lang="en-US"/>
            <a:t>Wall thickness: ~1 mm</a:t>
          </a:r>
          <a:endParaRPr lang="en-DK"/>
        </a:p>
      </dgm:t>
    </dgm:pt>
    <dgm:pt modelId="{C4948864-EE98-A940-9802-F00B29BBFCA5}" type="parTrans" cxnId="{70775B46-E007-6C41-BC13-AB91EEDA442D}">
      <dgm:prSet/>
      <dgm:spPr/>
      <dgm:t>
        <a:bodyPr/>
        <a:lstStyle/>
        <a:p>
          <a:endParaRPr lang="en-US"/>
        </a:p>
      </dgm:t>
    </dgm:pt>
    <dgm:pt modelId="{C1C0F841-2B45-9842-B48A-AD06FA9B52EC}" type="sibTrans" cxnId="{70775B46-E007-6C41-BC13-AB91EEDA442D}">
      <dgm:prSet/>
      <dgm:spPr/>
      <dgm:t>
        <a:bodyPr/>
        <a:lstStyle/>
        <a:p>
          <a:endParaRPr lang="en-US"/>
        </a:p>
      </dgm:t>
    </dgm:pt>
    <dgm:pt modelId="{8AF632FF-4B0B-9947-AD7A-C47B09642BF2}">
      <dgm:prSet/>
      <dgm:spPr/>
      <dgm:t>
        <a:bodyPr/>
        <a:lstStyle/>
        <a:p>
          <a:r>
            <a:rPr lang="en-US" dirty="0"/>
            <a:t>With sample constraint:</a:t>
          </a:r>
          <a:endParaRPr lang="en-DK" dirty="0"/>
        </a:p>
      </dgm:t>
    </dgm:pt>
    <dgm:pt modelId="{79281B33-9B61-D946-A165-B06BE1133EA2}" type="parTrans" cxnId="{3DD5F34A-D161-A640-A418-6EB51F39C5AC}">
      <dgm:prSet/>
      <dgm:spPr/>
      <dgm:t>
        <a:bodyPr/>
        <a:lstStyle/>
        <a:p>
          <a:endParaRPr lang="en-US"/>
        </a:p>
      </dgm:t>
    </dgm:pt>
    <dgm:pt modelId="{484E0768-E8A2-0D4F-881B-28D7FD1B4F96}" type="sibTrans" cxnId="{3DD5F34A-D161-A640-A418-6EB51F39C5AC}">
      <dgm:prSet phldrT="2" phldr="0"/>
      <dgm:spPr/>
    </dgm:pt>
    <dgm:pt modelId="{3E1514F4-52D8-8145-93F3-5C2741353FCB}">
      <dgm:prSet/>
      <dgm:spPr/>
      <dgm:t>
        <a:bodyPr/>
        <a:lstStyle/>
        <a:p>
          <a:r>
            <a:rPr lang="en-US" dirty="0"/>
            <a:t>Height: 10 mm</a:t>
          </a:r>
          <a:endParaRPr lang="en-DK" dirty="0"/>
        </a:p>
      </dgm:t>
    </dgm:pt>
    <dgm:pt modelId="{A837F597-AD85-9D44-93AC-3FDAA166571A}" type="parTrans" cxnId="{27FC5BF8-17D9-1249-88FE-ACEE23FB1ED7}">
      <dgm:prSet/>
      <dgm:spPr/>
      <dgm:t>
        <a:bodyPr/>
        <a:lstStyle/>
        <a:p>
          <a:endParaRPr lang="en-US"/>
        </a:p>
      </dgm:t>
    </dgm:pt>
    <dgm:pt modelId="{48D3E302-A9CD-F640-B53A-2C2E6F9CA13C}" type="sibTrans" cxnId="{27FC5BF8-17D9-1249-88FE-ACEE23FB1ED7}">
      <dgm:prSet/>
      <dgm:spPr/>
      <dgm:t>
        <a:bodyPr/>
        <a:lstStyle/>
        <a:p>
          <a:endParaRPr lang="en-US"/>
        </a:p>
      </dgm:t>
    </dgm:pt>
    <dgm:pt modelId="{E4E96F5A-9107-8E40-8503-B35DB167D4D1}">
      <dgm:prSet/>
      <dgm:spPr/>
      <dgm:t>
        <a:bodyPr/>
        <a:lstStyle/>
        <a:p>
          <a:r>
            <a:rPr lang="en-US" dirty="0"/>
            <a:t>Radius: 10 mm</a:t>
          </a:r>
          <a:endParaRPr lang="en-DK" dirty="0"/>
        </a:p>
      </dgm:t>
    </dgm:pt>
    <dgm:pt modelId="{BD553169-F3F0-C942-979D-53621AE2C7A5}" type="parTrans" cxnId="{DA93697E-A59A-7542-B51E-9C00896A801C}">
      <dgm:prSet/>
      <dgm:spPr/>
      <dgm:t>
        <a:bodyPr/>
        <a:lstStyle/>
        <a:p>
          <a:endParaRPr lang="en-US"/>
        </a:p>
      </dgm:t>
    </dgm:pt>
    <dgm:pt modelId="{F94D18CE-4267-BB4E-B89F-CF8150DE94BF}" type="sibTrans" cxnId="{DA93697E-A59A-7542-B51E-9C00896A801C}">
      <dgm:prSet/>
      <dgm:spPr/>
      <dgm:t>
        <a:bodyPr/>
        <a:lstStyle/>
        <a:p>
          <a:endParaRPr lang="en-US"/>
        </a:p>
      </dgm:t>
    </dgm:pt>
    <dgm:pt modelId="{6B651BB0-71ED-184D-9C04-021AD2A438F1}">
      <dgm:prSet/>
      <dgm:spPr/>
      <dgm:t>
        <a:bodyPr/>
        <a:lstStyle/>
        <a:p>
          <a:r>
            <a:rPr lang="en-US" dirty="0"/>
            <a:t>Wall thickness ~1 mm</a:t>
          </a:r>
          <a:endParaRPr lang="en-DK" dirty="0"/>
        </a:p>
      </dgm:t>
    </dgm:pt>
    <dgm:pt modelId="{9B564111-9CA3-8B41-9C1B-8F303C25C187}" type="parTrans" cxnId="{58AF50B2-9EF6-FE4F-92ED-12AD15BB637E}">
      <dgm:prSet/>
      <dgm:spPr/>
      <dgm:t>
        <a:bodyPr/>
        <a:lstStyle/>
        <a:p>
          <a:endParaRPr lang="en-US"/>
        </a:p>
      </dgm:t>
    </dgm:pt>
    <dgm:pt modelId="{F516554A-E6B6-E143-8B74-734679DFC59D}" type="sibTrans" cxnId="{58AF50B2-9EF6-FE4F-92ED-12AD15BB637E}">
      <dgm:prSet/>
      <dgm:spPr/>
      <dgm:t>
        <a:bodyPr/>
        <a:lstStyle/>
        <a:p>
          <a:endParaRPr lang="en-US"/>
        </a:p>
      </dgm:t>
    </dgm:pt>
    <mc:AlternateContent xmlns:mc="http://schemas.openxmlformats.org/markup-compatibility/2006" xmlns:a14="http://schemas.microsoft.com/office/drawing/2010/main">
      <mc:Choice Requires="a14">
        <dgm:pt modelId="{234026F6-3259-2844-9C45-6791352C546D}">
          <dgm:prSet/>
          <dgm:spPr/>
          <dgm:t>
            <a:bodyPr/>
            <a:lstStyle/>
            <a:p>
              <a:r>
                <a:rPr lang="en-US" dirty="0"/>
                <a:t>For t=1.25 mm: </a:t>
              </a:r>
              <a14:m>
                <m:oMath xmlns:m="http://schemas.openxmlformats.org/officeDocument/2006/math">
                  <m:sSub>
                    <m:sSubPr>
                      <m:ctrlPr>
                        <a:rPr lang="en-DK" i="1">
                          <a:latin typeface="Cambria Math" panose="02040503050406030204" pitchFamily="18" charset="0"/>
                        </a:rPr>
                      </m:ctrlPr>
                    </m:sSubPr>
                    <m:e>
                      <m:r>
                        <a:rPr lang="en-DK" b="0" i="1">
                          <a:latin typeface="Cambria Math" panose="02040503050406030204" pitchFamily="18" charset="0"/>
                        </a:rPr>
                        <m:t>𝐼</m:t>
                      </m:r>
                    </m:e>
                    <m:sub>
                      <m:r>
                        <m:rPr>
                          <m:sty m:val="p"/>
                        </m:rPr>
                        <a:rPr lang="en-DK" b="0" i="0">
                          <a:latin typeface="Cambria Math" panose="02040503050406030204" pitchFamily="18" charset="0"/>
                        </a:rPr>
                        <m:t>obs</m:t>
                      </m:r>
                    </m:sub>
                  </m:sSub>
                  <m:r>
                    <a:rPr lang="en-DK" b="0" i="1">
                      <a:latin typeface="Cambria Math" panose="02040503050406030204" pitchFamily="18" charset="0"/>
                    </a:rPr>
                    <m:t>/</m:t>
                  </m:r>
                  <m:sSub>
                    <m:sSubPr>
                      <m:ctrlPr>
                        <a:rPr lang="en-DK" i="1">
                          <a:latin typeface="Cambria Math" panose="02040503050406030204" pitchFamily="18" charset="0"/>
                        </a:rPr>
                      </m:ctrlPr>
                    </m:sSubPr>
                    <m:e>
                      <m:r>
                        <a:rPr lang="en-DK" i="1">
                          <a:latin typeface="Cambria Math" panose="02040503050406030204" pitchFamily="18" charset="0"/>
                        </a:rPr>
                        <m:t>𝐼</m:t>
                      </m:r>
                    </m:e>
                    <m:sub>
                      <m:r>
                        <m:rPr>
                          <m:sty m:val="p"/>
                        </m:rPr>
                        <a:rPr lang="en-DK" b="0" i="0">
                          <a:latin typeface="Cambria Math" panose="02040503050406030204" pitchFamily="18" charset="0"/>
                        </a:rPr>
                        <m:t>exp</m:t>
                      </m:r>
                    </m:sub>
                  </m:sSub>
                  <m:r>
                    <a:rPr lang="en-DK" b="0" i="1">
                      <a:latin typeface="Cambria Math" panose="02040503050406030204" pitchFamily="18" charset="0"/>
                    </a:rPr>
                    <m:t>=0.413</m:t>
                  </m:r>
                </m:oMath>
              </a14:m>
              <a:endParaRPr lang="en-DK" dirty="0"/>
            </a:p>
          </dgm:t>
        </dgm:pt>
      </mc:Choice>
      <mc:Fallback xmlns="">
        <dgm:pt modelId="{234026F6-3259-2844-9C45-6791352C546D}">
          <dgm:prSet/>
          <dgm:spPr/>
          <dgm:t>
            <a:bodyPr/>
            <a:lstStyle/>
            <a:p>
              <a:r>
                <a:rPr lang="en-US" dirty="0"/>
                <a:t>For t=1.25 mm: </a:t>
              </a:r>
              <a:r>
                <a:rPr lang="en-DK" b="0" i="0">
                  <a:latin typeface="Cambria Math" panose="02040503050406030204" pitchFamily="18" charset="0"/>
                </a:rPr>
                <a:t>𝐼_obs/</a:t>
              </a:r>
              <a:r>
                <a:rPr lang="en-DK" i="0">
                  <a:latin typeface="Cambria Math" panose="02040503050406030204" pitchFamily="18" charset="0"/>
                </a:rPr>
                <a:t>𝐼_</a:t>
              </a:r>
              <a:r>
                <a:rPr lang="en-DK" b="0" i="0">
                  <a:latin typeface="Cambria Math" panose="02040503050406030204" pitchFamily="18" charset="0"/>
                </a:rPr>
                <a:t>exp=0.413</a:t>
              </a:r>
              <a:endParaRPr lang="en-DK" dirty="0"/>
            </a:p>
          </dgm:t>
        </dgm:pt>
      </mc:Fallback>
    </mc:AlternateContent>
    <dgm:pt modelId="{330C0C2D-DC2A-5B47-BA89-B7ED1FCC7BEA}" type="parTrans" cxnId="{B6795249-23B2-E942-8DA9-AC72FB827213}">
      <dgm:prSet/>
      <dgm:spPr/>
      <dgm:t>
        <a:bodyPr/>
        <a:lstStyle/>
        <a:p>
          <a:endParaRPr lang="en-US"/>
        </a:p>
      </dgm:t>
    </dgm:pt>
    <dgm:pt modelId="{3E7BD2D1-37A5-EF45-BB7D-5CAEA611DEA2}" type="sibTrans" cxnId="{B6795249-23B2-E942-8DA9-AC72FB827213}">
      <dgm:prSet/>
      <dgm:spPr/>
      <dgm:t>
        <a:bodyPr/>
        <a:lstStyle/>
        <a:p>
          <a:endParaRPr lang="en-US"/>
        </a:p>
      </dgm:t>
    </dgm:pt>
    <dgm:pt modelId="{579617B5-88AD-4F4C-B0A0-4FCB90021A66}" type="pres">
      <dgm:prSet presAssocID="{0EA9E7D9-E188-FC49-9EC1-7EDFD365EB85}" presName="linear" presStyleCnt="0">
        <dgm:presLayoutVars>
          <dgm:animLvl val="lvl"/>
          <dgm:resizeHandles val="exact"/>
        </dgm:presLayoutVars>
      </dgm:prSet>
      <dgm:spPr/>
    </dgm:pt>
    <dgm:pt modelId="{6A3EFC82-0E2F-0245-B8F6-28564EED1AD0}" type="pres">
      <dgm:prSet presAssocID="{0EE48E14-8C9E-5144-BA59-211351B4C94B}" presName="parentText" presStyleLbl="node1" presStyleIdx="0" presStyleCnt="2">
        <dgm:presLayoutVars>
          <dgm:chMax val="0"/>
          <dgm:bulletEnabled val="1"/>
        </dgm:presLayoutVars>
      </dgm:prSet>
      <dgm:spPr/>
    </dgm:pt>
    <dgm:pt modelId="{1C16EC5D-B995-2A4B-A649-043C84511068}" type="pres">
      <dgm:prSet presAssocID="{0EE48E14-8C9E-5144-BA59-211351B4C94B}" presName="childText" presStyleLbl="revTx" presStyleIdx="0" presStyleCnt="2">
        <dgm:presLayoutVars>
          <dgm:bulletEnabled val="1"/>
        </dgm:presLayoutVars>
      </dgm:prSet>
      <dgm:spPr/>
    </dgm:pt>
    <dgm:pt modelId="{2FF3A136-630E-E34F-A733-8D8046E33284}" type="pres">
      <dgm:prSet presAssocID="{8AF632FF-4B0B-9947-AD7A-C47B09642BF2}" presName="parentText" presStyleLbl="node1" presStyleIdx="1" presStyleCnt="2">
        <dgm:presLayoutVars>
          <dgm:chMax val="0"/>
          <dgm:bulletEnabled val="1"/>
        </dgm:presLayoutVars>
      </dgm:prSet>
      <dgm:spPr/>
    </dgm:pt>
    <dgm:pt modelId="{621CC8B1-AFD9-D649-B044-4AC505A6AE0B}" type="pres">
      <dgm:prSet presAssocID="{8AF632FF-4B0B-9947-AD7A-C47B09642BF2}" presName="childText" presStyleLbl="revTx" presStyleIdx="1" presStyleCnt="2">
        <dgm:presLayoutVars>
          <dgm:bulletEnabled val="1"/>
        </dgm:presLayoutVars>
      </dgm:prSet>
      <dgm:spPr/>
    </dgm:pt>
  </dgm:ptLst>
  <dgm:cxnLst>
    <dgm:cxn modelId="{8ED58B06-1A35-1A4B-BEA4-1EB8EB150DAF}" srcId="{0EA9E7D9-E188-FC49-9EC1-7EDFD365EB85}" destId="{0EE48E14-8C9E-5144-BA59-211351B4C94B}" srcOrd="0" destOrd="0" parTransId="{EEBDC071-F04E-464F-82C3-E1465AE3AFEB}" sibTransId="{D32A5096-58D8-3C4A-B315-7AB21D4EC11C}"/>
    <dgm:cxn modelId="{7536800D-75FD-F84B-85E1-6E493D1AEC3D}" type="presOf" srcId="{8AF632FF-4B0B-9947-AD7A-C47B09642BF2}" destId="{2FF3A136-630E-E34F-A733-8D8046E33284}" srcOrd="0" destOrd="0" presId="urn:microsoft.com/office/officeart/2005/8/layout/vList2"/>
    <dgm:cxn modelId="{FEE5A223-1CFD-5944-A388-CEBB95F829EF}" type="presOf" srcId="{0EA9E7D9-E188-FC49-9EC1-7EDFD365EB85}" destId="{579617B5-88AD-4F4C-B0A0-4FCB90021A66}" srcOrd="0" destOrd="0" presId="urn:microsoft.com/office/officeart/2005/8/layout/vList2"/>
    <dgm:cxn modelId="{B48AD626-8AA9-014B-9D72-F752961AA137}" type="presOf" srcId="{E4E96F5A-9107-8E40-8503-B35DB167D4D1}" destId="{621CC8B1-AFD9-D649-B044-4AC505A6AE0B}" srcOrd="0" destOrd="1" presId="urn:microsoft.com/office/officeart/2005/8/layout/vList2"/>
    <dgm:cxn modelId="{88D37230-BD13-C94B-9804-7BF5D16CD9A5}" srcId="{0EE48E14-8C9E-5144-BA59-211351B4C94B}" destId="{BF298009-0E55-C945-80C6-EBB4FA8C429C}" srcOrd="0" destOrd="0" parTransId="{8EFA8F4E-12BE-0443-93AF-40773779C773}" sibTransId="{DA03BE55-350F-3E48-AFC5-EF5F5A674BF0}"/>
    <dgm:cxn modelId="{BD58D434-EF26-C646-948E-019534E8E3BB}" type="presOf" srcId="{BF298009-0E55-C945-80C6-EBB4FA8C429C}" destId="{1C16EC5D-B995-2A4B-A649-043C84511068}" srcOrd="0" destOrd="0" presId="urn:microsoft.com/office/officeart/2005/8/layout/vList2"/>
    <dgm:cxn modelId="{63592F36-F596-4545-93ED-9A914D94A1C3}" type="presOf" srcId="{51F88F8D-B49D-5A4C-9FE4-6A10119EC51E}" destId="{1C16EC5D-B995-2A4B-A649-043C84511068}" srcOrd="0" destOrd="2" presId="urn:microsoft.com/office/officeart/2005/8/layout/vList2"/>
    <dgm:cxn modelId="{70775B46-E007-6C41-BC13-AB91EEDA442D}" srcId="{0EE48E14-8C9E-5144-BA59-211351B4C94B}" destId="{51F88F8D-B49D-5A4C-9FE4-6A10119EC51E}" srcOrd="2" destOrd="0" parTransId="{C4948864-EE98-A940-9802-F00B29BBFCA5}" sibTransId="{C1C0F841-2B45-9842-B48A-AD06FA9B52EC}"/>
    <dgm:cxn modelId="{B6795249-23B2-E942-8DA9-AC72FB827213}" srcId="{8AF632FF-4B0B-9947-AD7A-C47B09642BF2}" destId="{234026F6-3259-2844-9C45-6791352C546D}" srcOrd="3" destOrd="0" parTransId="{330C0C2D-DC2A-5B47-BA89-B7ED1FCC7BEA}" sibTransId="{3E7BD2D1-37A5-EF45-BB7D-5CAEA611DEA2}"/>
    <dgm:cxn modelId="{3DD5F34A-D161-A640-A418-6EB51F39C5AC}" srcId="{0EA9E7D9-E188-FC49-9EC1-7EDFD365EB85}" destId="{8AF632FF-4B0B-9947-AD7A-C47B09642BF2}" srcOrd="1" destOrd="0" parTransId="{79281B33-9B61-D946-A165-B06BE1133EA2}" sibTransId="{484E0768-E8A2-0D4F-881B-28D7FD1B4F96}"/>
    <dgm:cxn modelId="{DA93697E-A59A-7542-B51E-9C00896A801C}" srcId="{8AF632FF-4B0B-9947-AD7A-C47B09642BF2}" destId="{E4E96F5A-9107-8E40-8503-B35DB167D4D1}" srcOrd="1" destOrd="0" parTransId="{BD553169-F3F0-C942-979D-53621AE2C7A5}" sibTransId="{F94D18CE-4267-BB4E-B89F-CF8150DE94BF}"/>
    <dgm:cxn modelId="{2A35FAA4-01D1-5B47-807C-300C0ABDB36E}" type="presOf" srcId="{6B651BB0-71ED-184D-9C04-021AD2A438F1}" destId="{621CC8B1-AFD9-D649-B044-4AC505A6AE0B}" srcOrd="0" destOrd="2" presId="urn:microsoft.com/office/officeart/2005/8/layout/vList2"/>
    <dgm:cxn modelId="{38883DAC-66B1-E143-B179-A230ED8E68DF}" type="presOf" srcId="{234026F6-3259-2844-9C45-6791352C546D}" destId="{621CC8B1-AFD9-D649-B044-4AC505A6AE0B}" srcOrd="0" destOrd="3" presId="urn:microsoft.com/office/officeart/2005/8/layout/vList2"/>
    <dgm:cxn modelId="{58AF50B2-9EF6-FE4F-92ED-12AD15BB637E}" srcId="{8AF632FF-4B0B-9947-AD7A-C47B09642BF2}" destId="{6B651BB0-71ED-184D-9C04-021AD2A438F1}" srcOrd="2" destOrd="0" parTransId="{9B564111-9CA3-8B41-9C1B-8F303C25C187}" sibTransId="{F516554A-E6B6-E143-8B74-734679DFC59D}"/>
    <dgm:cxn modelId="{25778FBE-441A-CB44-B0B2-4EB10BDB13EA}" type="presOf" srcId="{0302EECC-E689-174D-A340-A408D1A5C54B}" destId="{1C16EC5D-B995-2A4B-A649-043C84511068}" srcOrd="0" destOrd="1" presId="urn:microsoft.com/office/officeart/2005/8/layout/vList2"/>
    <dgm:cxn modelId="{1A964FC1-2F14-1B4E-AC5C-9E8C55C8CD32}" type="presOf" srcId="{0EE48E14-8C9E-5144-BA59-211351B4C94B}" destId="{6A3EFC82-0E2F-0245-B8F6-28564EED1AD0}" srcOrd="0" destOrd="0" presId="urn:microsoft.com/office/officeart/2005/8/layout/vList2"/>
    <dgm:cxn modelId="{A63E2ADD-9637-4244-80F5-FB45E3A7C13C}" type="presOf" srcId="{3E1514F4-52D8-8145-93F3-5C2741353FCB}" destId="{621CC8B1-AFD9-D649-B044-4AC505A6AE0B}" srcOrd="0" destOrd="0" presId="urn:microsoft.com/office/officeart/2005/8/layout/vList2"/>
    <dgm:cxn modelId="{718DF3DD-B086-D943-8432-B8B984D477AD}" srcId="{0EE48E14-8C9E-5144-BA59-211351B4C94B}" destId="{0302EECC-E689-174D-A340-A408D1A5C54B}" srcOrd="1" destOrd="0" parTransId="{92409C1B-DBDE-6149-8F2A-690AD50D7D6B}" sibTransId="{A3505F65-3197-284C-B94C-2B467DE9BFCE}"/>
    <dgm:cxn modelId="{27FC5BF8-17D9-1249-88FE-ACEE23FB1ED7}" srcId="{8AF632FF-4B0B-9947-AD7A-C47B09642BF2}" destId="{3E1514F4-52D8-8145-93F3-5C2741353FCB}" srcOrd="0" destOrd="0" parTransId="{A837F597-AD85-9D44-93AC-3FDAA166571A}" sibTransId="{48D3E302-A9CD-F640-B53A-2C2E6F9CA13C}"/>
    <dgm:cxn modelId="{1B144E38-2B6A-9549-BB6D-8A0DD9F49097}" type="presParOf" srcId="{579617B5-88AD-4F4C-B0A0-4FCB90021A66}" destId="{6A3EFC82-0E2F-0245-B8F6-28564EED1AD0}" srcOrd="0" destOrd="0" presId="urn:microsoft.com/office/officeart/2005/8/layout/vList2"/>
    <dgm:cxn modelId="{1977D7AE-62C6-FC44-AE9E-0EFB4FA81A5C}" type="presParOf" srcId="{579617B5-88AD-4F4C-B0A0-4FCB90021A66}" destId="{1C16EC5D-B995-2A4B-A649-043C84511068}" srcOrd="1" destOrd="0" presId="urn:microsoft.com/office/officeart/2005/8/layout/vList2"/>
    <dgm:cxn modelId="{84869A04-0369-C04A-9313-5D009877261A}" type="presParOf" srcId="{579617B5-88AD-4F4C-B0A0-4FCB90021A66}" destId="{2FF3A136-630E-E34F-A733-8D8046E33284}" srcOrd="2" destOrd="0" presId="urn:microsoft.com/office/officeart/2005/8/layout/vList2"/>
    <dgm:cxn modelId="{EB5BF8DA-762D-F347-98EE-56D74CC5AABA}" type="presParOf" srcId="{579617B5-88AD-4F4C-B0A0-4FCB90021A66}" destId="{621CC8B1-AFD9-D649-B044-4AC505A6AE0B}" srcOrd="3"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79.xml><?xml version="1.0" encoding="utf-8"?>
<dgm:dataModel xmlns:dgm="http://schemas.openxmlformats.org/drawingml/2006/diagram" xmlns:a="http://schemas.openxmlformats.org/drawingml/2006/main">
  <dgm:ptLst>
    <dgm:pt modelId="{9CFDA3AA-5D16-9646-9955-09C08B3E4A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D9680012-A371-014F-8166-4B611B3539C5}">
          <dgm:prSet/>
          <dgm:spPr/>
          <dgm:t>
            <a:bodyPr/>
            <a:lstStyle/>
            <a:p>
              <a:r>
                <a:rPr lang="en-US" b="0" i="0" baseline="0" dirty="0"/>
                <a:t>The </a:t>
              </a:r>
              <a14:m>
                <m:oMath xmlns:m="http://schemas.openxmlformats.org/officeDocument/2006/math">
                  <m:r>
                    <a:rPr lang="en-US" b="0" i="1" baseline="0" dirty="0" smtClean="0">
                      <a:latin typeface="Cambria Math" panose="02040503050406030204" pitchFamily="18" charset="0"/>
                    </a:rPr>
                    <m:t>4</m:t>
                  </m:r>
                  <m:r>
                    <a:rPr lang="el-GR" b="0" i="1" baseline="0" dirty="0" smtClean="0">
                      <a:latin typeface="Cambria Math" panose="02040503050406030204" pitchFamily="18" charset="0"/>
                    </a:rPr>
                    <m:t>𝜋</m:t>
                  </m:r>
                </m:oMath>
              </a14:m>
              <a:r>
                <a:rPr lang="el-GR" b="0" i="0" baseline="0" dirty="0"/>
                <a:t> </a:t>
              </a:r>
              <a:r>
                <a:rPr lang="en-US" b="0" i="0" baseline="0" dirty="0"/>
                <a:t>monitor artifact should be further investigated or corrected.</a:t>
              </a:r>
              <a:endParaRPr lang="en-DK" dirty="0"/>
            </a:p>
          </dgm:t>
        </dgm:pt>
      </mc:Choice>
      <mc:Fallback xmlns="">
        <dgm:pt modelId="{D9680012-A371-014F-8166-4B611B3539C5}">
          <dgm:prSet/>
          <dgm:spPr/>
          <dgm:t>
            <a:bodyPr/>
            <a:lstStyle/>
            <a:p>
              <a:r>
                <a:rPr lang="en-US" b="0" i="0" baseline="0" dirty="0"/>
                <a:t>The </a:t>
              </a:r>
              <a:r>
                <a:rPr lang="en-US" b="0" i="0" baseline="0" dirty="0">
                  <a:latin typeface="Cambria Math" panose="02040503050406030204" pitchFamily="18" charset="0"/>
                </a:rPr>
                <a:t>4</a:t>
              </a:r>
              <a:r>
                <a:rPr lang="el-GR" b="0" i="0" baseline="0" dirty="0">
                  <a:latin typeface="Cambria Math" panose="02040503050406030204" pitchFamily="18" charset="0"/>
                </a:rPr>
                <a:t>𝜋</a:t>
              </a:r>
              <a:r>
                <a:rPr lang="el-GR" b="0" i="0" baseline="0" dirty="0"/>
                <a:t> </a:t>
              </a:r>
              <a:r>
                <a:rPr lang="en-US" b="0" i="0" baseline="0" dirty="0"/>
                <a:t>monitor artifact should be further investigated or corrected.</a:t>
              </a:r>
              <a:endParaRPr lang="en-DK" dirty="0"/>
            </a:p>
          </dgm:t>
        </dgm:pt>
      </mc:Fallback>
    </mc:AlternateContent>
    <dgm:pt modelId="{9422A826-2533-F549-8A26-02117D646282}" type="parTrans" cxnId="{1080EBA0-E479-3842-AD56-C26BEF5B7360}">
      <dgm:prSet/>
      <dgm:spPr/>
      <dgm:t>
        <a:bodyPr/>
        <a:lstStyle/>
        <a:p>
          <a:endParaRPr lang="en-US"/>
        </a:p>
      </dgm:t>
    </dgm:pt>
    <dgm:pt modelId="{A5312776-18C0-AD4E-8E5C-0FC4C81D86DD}" type="sibTrans" cxnId="{1080EBA0-E479-3842-AD56-C26BEF5B7360}">
      <dgm:prSet/>
      <dgm:spPr/>
      <dgm:t>
        <a:bodyPr/>
        <a:lstStyle/>
        <a:p>
          <a:endParaRPr lang="en-US"/>
        </a:p>
      </dgm:t>
    </dgm:pt>
    <dgm:pt modelId="{D164A167-35E6-DD42-808C-2E8F04A429DC}" type="pres">
      <dgm:prSet presAssocID="{9CFDA3AA-5D16-9646-9955-09C08B3E4A18}" presName="linear" presStyleCnt="0">
        <dgm:presLayoutVars>
          <dgm:animLvl val="lvl"/>
          <dgm:resizeHandles val="exact"/>
        </dgm:presLayoutVars>
      </dgm:prSet>
      <dgm:spPr/>
    </dgm:pt>
    <dgm:pt modelId="{D8B0309C-3EBE-9745-B5EA-FA9EC1FF7985}" type="pres">
      <dgm:prSet presAssocID="{D9680012-A371-014F-8166-4B611B3539C5}" presName="parentText" presStyleLbl="node1" presStyleIdx="0" presStyleCnt="1">
        <dgm:presLayoutVars>
          <dgm:chMax val="0"/>
          <dgm:bulletEnabled val="1"/>
        </dgm:presLayoutVars>
      </dgm:prSet>
      <dgm:spPr/>
    </dgm:pt>
  </dgm:ptLst>
  <dgm:cxnLst>
    <dgm:cxn modelId="{109EF706-8B4F-6140-A544-F107E2E89185}" type="presOf" srcId="{D9680012-A371-014F-8166-4B611B3539C5}" destId="{D8B0309C-3EBE-9745-B5EA-FA9EC1FF7985}" srcOrd="0" destOrd="0" presId="urn:microsoft.com/office/officeart/2005/8/layout/vList2"/>
    <dgm:cxn modelId="{1080EBA0-E479-3842-AD56-C26BEF5B7360}" srcId="{9CFDA3AA-5D16-9646-9955-09C08B3E4A18}" destId="{D9680012-A371-014F-8166-4B611B3539C5}" srcOrd="0" destOrd="0" parTransId="{9422A826-2533-F549-8A26-02117D646282}" sibTransId="{A5312776-18C0-AD4E-8E5C-0FC4C81D86DD}"/>
    <dgm:cxn modelId="{A367ADAA-E4DE-0647-A0EF-B01330E47D40}" type="presOf" srcId="{9CFDA3AA-5D16-9646-9955-09C08B3E4A18}" destId="{D164A167-35E6-DD42-808C-2E8F04A429DC}" srcOrd="0" destOrd="0" presId="urn:microsoft.com/office/officeart/2005/8/layout/vList2"/>
    <dgm:cxn modelId="{2DCBF5CC-9F34-FB4F-9383-199F6C5B735D}" type="presParOf" srcId="{D164A167-35E6-DD42-808C-2E8F04A429DC}" destId="{D8B0309C-3EBE-9745-B5EA-FA9EC1FF7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0.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a:solidFill>
          <a:schemeClr val="accent1">
            <a:lumMod val="60000"/>
            <a:lumOff val="40000"/>
          </a:schemeClr>
        </a:solidFill>
        <a:ln>
          <a:solidFill>
            <a:schemeClr val="tx1"/>
          </a:solidFill>
        </a:ln>
      </dgm:spPr>
      <dgm:t>
        <a:bodyPr/>
        <a:lstStyle/>
        <a:p>
          <a:r>
            <a:rPr lang="en-US" dirty="0">
              <a:solidFill>
                <a:schemeClr val="tx1"/>
              </a:solidFill>
            </a:rPr>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a:t>Optimize</a:t>
          </a:r>
          <a:endParaRPr lang="en-US" dirty="0"/>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81.xml><?xml version="1.0" encoding="utf-8"?>
<dgm:dataModel xmlns:dgm="http://schemas.openxmlformats.org/drawingml/2006/diagram" xmlns:a="http://schemas.openxmlformats.org/drawingml/2006/main">
  <dgm:ptLst>
    <dgm:pt modelId="{9CFDA3AA-5D16-9646-9955-09C08B3E4A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D9680012-A371-014F-8166-4B611B3539C5}">
          <dgm:prSet/>
          <dgm:spPr/>
          <dgm:t>
            <a:bodyPr/>
            <a:lstStyle/>
            <a:p>
              <a:r>
                <a:rPr lang="en-US" b="0" i="0" baseline="0" dirty="0"/>
                <a:t>The </a:t>
              </a:r>
              <a14:m>
                <m:oMath xmlns:m="http://schemas.openxmlformats.org/officeDocument/2006/math">
                  <m:r>
                    <a:rPr lang="en-US" b="0" i="1" baseline="0" dirty="0" smtClean="0">
                      <a:latin typeface="Cambria Math" panose="02040503050406030204" pitchFamily="18" charset="0"/>
                    </a:rPr>
                    <m:t>4</m:t>
                  </m:r>
                  <m:r>
                    <a:rPr lang="el-GR" b="0" i="1" baseline="0" dirty="0" smtClean="0">
                      <a:latin typeface="Cambria Math" panose="02040503050406030204" pitchFamily="18" charset="0"/>
                    </a:rPr>
                    <m:t>𝜋</m:t>
                  </m:r>
                </m:oMath>
              </a14:m>
              <a:r>
                <a:rPr lang="el-GR" b="0" i="0" baseline="0" dirty="0"/>
                <a:t> </a:t>
              </a:r>
              <a:r>
                <a:rPr lang="en-US" b="0" i="0" baseline="0" dirty="0"/>
                <a:t>monitor artifact should be further investigated or corrected.</a:t>
              </a:r>
              <a:endParaRPr lang="en-DK" dirty="0"/>
            </a:p>
          </dgm:t>
        </dgm:pt>
      </mc:Choice>
      <mc:Fallback xmlns="">
        <dgm:pt modelId="{D9680012-A371-014F-8166-4B611B3539C5}">
          <dgm:prSet/>
          <dgm:spPr/>
          <dgm:t>
            <a:bodyPr/>
            <a:lstStyle/>
            <a:p>
              <a:r>
                <a:rPr lang="en-US" b="0" i="0" baseline="0" dirty="0"/>
                <a:t>The </a:t>
              </a:r>
              <a:r>
                <a:rPr lang="en-US" b="0" i="0" baseline="0" dirty="0">
                  <a:latin typeface="Cambria Math" panose="02040503050406030204" pitchFamily="18" charset="0"/>
                </a:rPr>
                <a:t>4</a:t>
              </a:r>
              <a:r>
                <a:rPr lang="el-GR" b="0" i="0" baseline="0" dirty="0">
                  <a:latin typeface="Cambria Math" panose="02040503050406030204" pitchFamily="18" charset="0"/>
                </a:rPr>
                <a:t>𝜋</a:t>
              </a:r>
              <a:r>
                <a:rPr lang="el-GR" b="0" i="0" baseline="0" dirty="0"/>
                <a:t> </a:t>
              </a:r>
              <a:r>
                <a:rPr lang="en-US" b="0" i="0" baseline="0" dirty="0"/>
                <a:t>monitor artifact should be further investigated or corrected.</a:t>
              </a:r>
              <a:endParaRPr lang="en-DK" dirty="0"/>
            </a:p>
          </dgm:t>
        </dgm:pt>
      </mc:Fallback>
    </mc:AlternateContent>
    <dgm:pt modelId="{9422A826-2533-F549-8A26-02117D646282}" type="parTrans" cxnId="{1080EBA0-E479-3842-AD56-C26BEF5B7360}">
      <dgm:prSet/>
      <dgm:spPr/>
      <dgm:t>
        <a:bodyPr/>
        <a:lstStyle/>
        <a:p>
          <a:endParaRPr lang="en-US"/>
        </a:p>
      </dgm:t>
    </dgm:pt>
    <dgm:pt modelId="{A5312776-18C0-AD4E-8E5C-0FC4C81D86DD}" type="sibTrans" cxnId="{1080EBA0-E479-3842-AD56-C26BEF5B7360}">
      <dgm:prSet/>
      <dgm:spPr/>
      <dgm:t>
        <a:bodyPr/>
        <a:lstStyle/>
        <a:p>
          <a:endParaRPr lang="en-US"/>
        </a:p>
      </dgm:t>
    </dgm:pt>
    <dgm:pt modelId="{63161838-C2E7-7740-9DDB-DBADB30FAF2F}">
      <dgm:prSet/>
      <dgm:spPr/>
      <dgm:t>
        <a:bodyPr/>
        <a:lstStyle/>
        <a:p>
          <a:r>
            <a:rPr lang="en-US" b="0" i="0" baseline="0" dirty="0"/>
            <a:t>The expected intensity is less well defined for taller samples because the beam does not illuminate the full sample uniformly.</a:t>
          </a:r>
          <a:endParaRPr lang="en-DK" dirty="0"/>
        </a:p>
      </dgm:t>
    </dgm:pt>
    <dgm:pt modelId="{C833DFD7-D951-C548-B99B-1D15B277FB3B}" type="parTrans" cxnId="{AEA6B9FC-6D9F-8946-9BB5-49DB54547A1F}">
      <dgm:prSet/>
      <dgm:spPr/>
      <dgm:t>
        <a:bodyPr/>
        <a:lstStyle/>
        <a:p>
          <a:endParaRPr lang="en-US"/>
        </a:p>
      </dgm:t>
    </dgm:pt>
    <dgm:pt modelId="{96E5BDF0-AD03-EB4A-A1F2-D6B1497BA700}" type="sibTrans" cxnId="{AEA6B9FC-6D9F-8946-9BB5-49DB54547A1F}">
      <dgm:prSet/>
      <dgm:spPr/>
      <dgm:t>
        <a:bodyPr/>
        <a:lstStyle/>
        <a:p>
          <a:endParaRPr lang="en-US"/>
        </a:p>
      </dgm:t>
    </dgm:pt>
    <dgm:pt modelId="{D164A167-35E6-DD42-808C-2E8F04A429DC}" type="pres">
      <dgm:prSet presAssocID="{9CFDA3AA-5D16-9646-9955-09C08B3E4A18}" presName="linear" presStyleCnt="0">
        <dgm:presLayoutVars>
          <dgm:animLvl val="lvl"/>
          <dgm:resizeHandles val="exact"/>
        </dgm:presLayoutVars>
      </dgm:prSet>
      <dgm:spPr/>
    </dgm:pt>
    <dgm:pt modelId="{D8B0309C-3EBE-9745-B5EA-FA9EC1FF7985}" type="pres">
      <dgm:prSet presAssocID="{D9680012-A371-014F-8166-4B611B3539C5}" presName="parentText" presStyleLbl="node1" presStyleIdx="0" presStyleCnt="2">
        <dgm:presLayoutVars>
          <dgm:chMax val="0"/>
          <dgm:bulletEnabled val="1"/>
        </dgm:presLayoutVars>
      </dgm:prSet>
      <dgm:spPr/>
    </dgm:pt>
    <dgm:pt modelId="{FF75638D-5C49-FD4E-97EF-B2F396BDF9BC}" type="pres">
      <dgm:prSet presAssocID="{A5312776-18C0-AD4E-8E5C-0FC4C81D86DD}" presName="spacer" presStyleCnt="0"/>
      <dgm:spPr/>
    </dgm:pt>
    <dgm:pt modelId="{A43AABC2-830C-1E47-8F07-5BFF3DB8C750}" type="pres">
      <dgm:prSet presAssocID="{63161838-C2E7-7740-9DDB-DBADB30FAF2F}" presName="parentText" presStyleLbl="node1" presStyleIdx="1" presStyleCnt="2">
        <dgm:presLayoutVars>
          <dgm:chMax val="0"/>
          <dgm:bulletEnabled val="1"/>
        </dgm:presLayoutVars>
      </dgm:prSet>
      <dgm:spPr/>
    </dgm:pt>
  </dgm:ptLst>
  <dgm:cxnLst>
    <dgm:cxn modelId="{109EF706-8B4F-6140-A544-F107E2E89185}" type="presOf" srcId="{D9680012-A371-014F-8166-4B611B3539C5}" destId="{D8B0309C-3EBE-9745-B5EA-FA9EC1FF7985}" srcOrd="0" destOrd="0" presId="urn:microsoft.com/office/officeart/2005/8/layout/vList2"/>
    <dgm:cxn modelId="{1080EBA0-E479-3842-AD56-C26BEF5B7360}" srcId="{9CFDA3AA-5D16-9646-9955-09C08B3E4A18}" destId="{D9680012-A371-014F-8166-4B611B3539C5}" srcOrd="0" destOrd="0" parTransId="{9422A826-2533-F549-8A26-02117D646282}" sibTransId="{A5312776-18C0-AD4E-8E5C-0FC4C81D86DD}"/>
    <dgm:cxn modelId="{A367ADAA-E4DE-0647-A0EF-B01330E47D40}" type="presOf" srcId="{9CFDA3AA-5D16-9646-9955-09C08B3E4A18}" destId="{D164A167-35E6-DD42-808C-2E8F04A429DC}" srcOrd="0" destOrd="0" presId="urn:microsoft.com/office/officeart/2005/8/layout/vList2"/>
    <dgm:cxn modelId="{AEA6B9FC-6D9F-8946-9BB5-49DB54547A1F}" srcId="{9CFDA3AA-5D16-9646-9955-09C08B3E4A18}" destId="{63161838-C2E7-7740-9DDB-DBADB30FAF2F}" srcOrd="1" destOrd="0" parTransId="{C833DFD7-D951-C548-B99B-1D15B277FB3B}" sibTransId="{96E5BDF0-AD03-EB4A-A1F2-D6B1497BA700}"/>
    <dgm:cxn modelId="{3156F2FF-6C62-A04B-8C2D-835A2A7699F2}" type="presOf" srcId="{63161838-C2E7-7740-9DDB-DBADB30FAF2F}" destId="{A43AABC2-830C-1E47-8F07-5BFF3DB8C750}" srcOrd="0" destOrd="0" presId="urn:microsoft.com/office/officeart/2005/8/layout/vList2"/>
    <dgm:cxn modelId="{2DCBF5CC-9F34-FB4F-9383-199F6C5B735D}" type="presParOf" srcId="{D164A167-35E6-DD42-808C-2E8F04A429DC}" destId="{D8B0309C-3EBE-9745-B5EA-FA9EC1FF7985}" srcOrd="0" destOrd="0" presId="urn:microsoft.com/office/officeart/2005/8/layout/vList2"/>
    <dgm:cxn modelId="{58956825-06EF-5B4F-88FA-6073EEDCE4E3}" type="presParOf" srcId="{D164A167-35E6-DD42-808C-2E8F04A429DC}" destId="{FF75638D-5C49-FD4E-97EF-B2F396BDF9BC}" srcOrd="1" destOrd="0" presId="urn:microsoft.com/office/officeart/2005/8/layout/vList2"/>
    <dgm:cxn modelId="{3E2135B0-D3BF-324C-B77E-CADE59F41FA9}" type="presParOf" srcId="{D164A167-35E6-DD42-808C-2E8F04A429DC}" destId="{A43AABC2-830C-1E47-8F07-5BFF3DB8C750}"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2.xml><?xml version="1.0" encoding="utf-8"?>
<dgm:dataModel xmlns:dgm="http://schemas.openxmlformats.org/drawingml/2006/diagram" xmlns:a="http://schemas.openxmlformats.org/drawingml/2006/main">
  <dgm:ptLst>
    <dgm:pt modelId="{0EA9E7D9-E188-FC49-9EC1-7EDFD365EB85}"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0EE48E14-8C9E-5144-BA59-211351B4C94B}">
      <dgm:prSet/>
      <dgm:spPr/>
      <dgm:t>
        <a:bodyPr/>
        <a:lstStyle/>
        <a:p>
          <a:r>
            <a:rPr lang="en-US" b="0" dirty="0"/>
            <a:t>Without sample constraints:</a:t>
          </a:r>
          <a:endParaRPr lang="en-DK" dirty="0"/>
        </a:p>
      </dgm:t>
    </dgm:pt>
    <dgm:pt modelId="{EEBDC071-F04E-464F-82C3-E1465AE3AFEB}" type="parTrans" cxnId="{8ED58B06-1A35-1A4B-BEA4-1EB8EB150DAF}">
      <dgm:prSet/>
      <dgm:spPr/>
      <dgm:t>
        <a:bodyPr/>
        <a:lstStyle/>
        <a:p>
          <a:endParaRPr lang="en-US"/>
        </a:p>
      </dgm:t>
    </dgm:pt>
    <dgm:pt modelId="{D32A5096-58D8-3C4A-B315-7AB21D4EC11C}" type="sibTrans" cxnId="{8ED58B06-1A35-1A4B-BEA4-1EB8EB150DAF}">
      <dgm:prSet phldrT="1" phldr="0"/>
      <dgm:spPr/>
    </dgm:pt>
    <dgm:pt modelId="{BF298009-0E55-C945-80C6-EBB4FA8C429C}">
      <dgm:prSet/>
      <dgm:spPr/>
      <dgm:t>
        <a:bodyPr/>
        <a:lstStyle/>
        <a:p>
          <a:r>
            <a:rPr lang="en-US" b="0" dirty="0"/>
            <a:t>Height: 30-40 mm</a:t>
          </a:r>
          <a:endParaRPr lang="en-DK" dirty="0"/>
        </a:p>
      </dgm:t>
    </dgm:pt>
    <dgm:pt modelId="{8EFA8F4E-12BE-0443-93AF-40773779C773}" type="parTrans" cxnId="{88D37230-BD13-C94B-9804-7BF5D16CD9A5}">
      <dgm:prSet/>
      <dgm:spPr/>
      <dgm:t>
        <a:bodyPr/>
        <a:lstStyle/>
        <a:p>
          <a:endParaRPr lang="en-US"/>
        </a:p>
      </dgm:t>
    </dgm:pt>
    <dgm:pt modelId="{DA03BE55-350F-3E48-AFC5-EF5F5A674BF0}" type="sibTrans" cxnId="{88D37230-BD13-C94B-9804-7BF5D16CD9A5}">
      <dgm:prSet/>
      <dgm:spPr/>
      <dgm:t>
        <a:bodyPr/>
        <a:lstStyle/>
        <a:p>
          <a:endParaRPr lang="en-US"/>
        </a:p>
      </dgm:t>
    </dgm:pt>
    <dgm:pt modelId="{0302EECC-E689-174D-A340-A408D1A5C54B}">
      <dgm:prSet/>
      <dgm:spPr/>
      <dgm:t>
        <a:bodyPr/>
        <a:lstStyle/>
        <a:p>
          <a:r>
            <a:rPr lang="en-US"/>
            <a:t>Radius: 7.5-12.5 mm</a:t>
          </a:r>
          <a:endParaRPr lang="en-DK"/>
        </a:p>
      </dgm:t>
    </dgm:pt>
    <dgm:pt modelId="{92409C1B-DBDE-6149-8F2A-690AD50D7D6B}" type="parTrans" cxnId="{718DF3DD-B086-D943-8432-B8B984D477AD}">
      <dgm:prSet/>
      <dgm:spPr/>
      <dgm:t>
        <a:bodyPr/>
        <a:lstStyle/>
        <a:p>
          <a:endParaRPr lang="en-US"/>
        </a:p>
      </dgm:t>
    </dgm:pt>
    <dgm:pt modelId="{A3505F65-3197-284C-B94C-2B467DE9BFCE}" type="sibTrans" cxnId="{718DF3DD-B086-D943-8432-B8B984D477AD}">
      <dgm:prSet/>
      <dgm:spPr/>
      <dgm:t>
        <a:bodyPr/>
        <a:lstStyle/>
        <a:p>
          <a:endParaRPr lang="en-US"/>
        </a:p>
      </dgm:t>
    </dgm:pt>
    <dgm:pt modelId="{51F88F8D-B49D-5A4C-9FE4-6A10119EC51E}">
      <dgm:prSet/>
      <dgm:spPr/>
      <dgm:t>
        <a:bodyPr/>
        <a:lstStyle/>
        <a:p>
          <a:r>
            <a:rPr lang="en-US"/>
            <a:t>Wall thickness: ~1 mm</a:t>
          </a:r>
          <a:endParaRPr lang="en-DK"/>
        </a:p>
      </dgm:t>
    </dgm:pt>
    <dgm:pt modelId="{C4948864-EE98-A940-9802-F00B29BBFCA5}" type="parTrans" cxnId="{70775B46-E007-6C41-BC13-AB91EEDA442D}">
      <dgm:prSet/>
      <dgm:spPr/>
      <dgm:t>
        <a:bodyPr/>
        <a:lstStyle/>
        <a:p>
          <a:endParaRPr lang="en-US"/>
        </a:p>
      </dgm:t>
    </dgm:pt>
    <dgm:pt modelId="{C1C0F841-2B45-9842-B48A-AD06FA9B52EC}" type="sibTrans" cxnId="{70775B46-E007-6C41-BC13-AB91EEDA442D}">
      <dgm:prSet/>
      <dgm:spPr/>
      <dgm:t>
        <a:bodyPr/>
        <a:lstStyle/>
        <a:p>
          <a:endParaRPr lang="en-US"/>
        </a:p>
      </dgm:t>
    </dgm:pt>
    <dgm:pt modelId="{8AF632FF-4B0B-9947-AD7A-C47B09642BF2}">
      <dgm:prSet/>
      <dgm:spPr/>
      <dgm:t>
        <a:bodyPr/>
        <a:lstStyle/>
        <a:p>
          <a:r>
            <a:rPr lang="en-US" dirty="0"/>
            <a:t>With sample constraint:</a:t>
          </a:r>
          <a:endParaRPr lang="en-DK" dirty="0"/>
        </a:p>
      </dgm:t>
    </dgm:pt>
    <dgm:pt modelId="{79281B33-9B61-D946-A165-B06BE1133EA2}" type="parTrans" cxnId="{3DD5F34A-D161-A640-A418-6EB51F39C5AC}">
      <dgm:prSet/>
      <dgm:spPr/>
      <dgm:t>
        <a:bodyPr/>
        <a:lstStyle/>
        <a:p>
          <a:endParaRPr lang="en-US"/>
        </a:p>
      </dgm:t>
    </dgm:pt>
    <dgm:pt modelId="{484E0768-E8A2-0D4F-881B-28D7FD1B4F96}" type="sibTrans" cxnId="{3DD5F34A-D161-A640-A418-6EB51F39C5AC}">
      <dgm:prSet phldrT="2" phldr="0"/>
      <dgm:spPr/>
    </dgm:pt>
    <dgm:pt modelId="{3E1514F4-52D8-8145-93F3-5C2741353FCB}">
      <dgm:prSet/>
      <dgm:spPr>
        <a:blipFill>
          <a:blip xmlns:r="http://schemas.openxmlformats.org/officeDocument/2006/relationships" r:embed="rId1"/>
          <a:stretch>
            <a:fillRect t="-5085" b="-8475"/>
          </a:stretch>
        </a:blipFill>
      </dgm:spPr>
      <dgm:t>
        <a:bodyPr/>
        <a:lstStyle/>
        <a:p>
          <a:r>
            <a:rPr lang="en-US">
              <a:noFill/>
            </a:rPr>
            <a:t> </a:t>
          </a:r>
        </a:p>
      </dgm:t>
    </dgm:pt>
    <dgm:pt modelId="{A837F597-AD85-9D44-93AC-3FDAA166571A}" type="parTrans" cxnId="{27FC5BF8-17D9-1249-88FE-ACEE23FB1ED7}">
      <dgm:prSet/>
      <dgm:spPr/>
      <dgm:t>
        <a:bodyPr/>
        <a:lstStyle/>
        <a:p>
          <a:endParaRPr lang="en-US"/>
        </a:p>
      </dgm:t>
    </dgm:pt>
    <dgm:pt modelId="{48D3E302-A9CD-F640-B53A-2C2E6F9CA13C}" type="sibTrans" cxnId="{27FC5BF8-17D9-1249-88FE-ACEE23FB1ED7}">
      <dgm:prSet/>
      <dgm:spPr/>
      <dgm:t>
        <a:bodyPr/>
        <a:lstStyle/>
        <a:p>
          <a:endParaRPr lang="en-US"/>
        </a:p>
      </dgm:t>
    </dgm:pt>
    <dgm:pt modelId="{E4E96F5A-9107-8E40-8503-B35DB167D4D1}">
      <dgm:prSet/>
      <dgm:spPr/>
      <dgm:t>
        <a:bodyPr/>
        <a:lstStyle/>
        <a:p>
          <a:r>
            <a:rPr lang="en-US">
              <a:noFill/>
            </a:rPr>
            <a:t> </a:t>
          </a:r>
        </a:p>
      </dgm:t>
    </dgm:pt>
    <dgm:pt modelId="{BD553169-F3F0-C942-979D-53621AE2C7A5}" type="parTrans" cxnId="{DA93697E-A59A-7542-B51E-9C00896A801C}">
      <dgm:prSet/>
      <dgm:spPr/>
      <dgm:t>
        <a:bodyPr/>
        <a:lstStyle/>
        <a:p>
          <a:endParaRPr lang="en-US"/>
        </a:p>
      </dgm:t>
    </dgm:pt>
    <dgm:pt modelId="{F94D18CE-4267-BB4E-B89F-CF8150DE94BF}" type="sibTrans" cxnId="{DA93697E-A59A-7542-B51E-9C00896A801C}">
      <dgm:prSet/>
      <dgm:spPr/>
      <dgm:t>
        <a:bodyPr/>
        <a:lstStyle/>
        <a:p>
          <a:endParaRPr lang="en-US"/>
        </a:p>
      </dgm:t>
    </dgm:pt>
    <dgm:pt modelId="{6B651BB0-71ED-184D-9C04-021AD2A438F1}">
      <dgm:prSet/>
      <dgm:spPr/>
      <dgm:t>
        <a:bodyPr/>
        <a:lstStyle/>
        <a:p>
          <a:r>
            <a:rPr lang="en-US">
              <a:noFill/>
            </a:rPr>
            <a:t> </a:t>
          </a:r>
        </a:p>
      </dgm:t>
    </dgm:pt>
    <dgm:pt modelId="{9B564111-9CA3-8B41-9C1B-8F303C25C187}" type="parTrans" cxnId="{58AF50B2-9EF6-FE4F-92ED-12AD15BB637E}">
      <dgm:prSet/>
      <dgm:spPr/>
      <dgm:t>
        <a:bodyPr/>
        <a:lstStyle/>
        <a:p>
          <a:endParaRPr lang="en-US"/>
        </a:p>
      </dgm:t>
    </dgm:pt>
    <dgm:pt modelId="{F516554A-E6B6-E143-8B74-734679DFC59D}" type="sibTrans" cxnId="{58AF50B2-9EF6-FE4F-92ED-12AD15BB637E}">
      <dgm:prSet/>
      <dgm:spPr/>
      <dgm:t>
        <a:bodyPr/>
        <a:lstStyle/>
        <a:p>
          <a:endParaRPr lang="en-US"/>
        </a:p>
      </dgm:t>
    </dgm:pt>
    <dgm:pt modelId="{234026F6-3259-2844-9C45-6791352C546D}">
      <dgm:prSet/>
      <dgm:spPr/>
      <dgm:t>
        <a:bodyPr/>
        <a:lstStyle/>
        <a:p>
          <a:r>
            <a:rPr lang="en-US">
              <a:noFill/>
            </a:rPr>
            <a:t> </a:t>
          </a:r>
        </a:p>
      </dgm:t>
    </dgm:pt>
    <dgm:pt modelId="{330C0C2D-DC2A-5B47-BA89-B7ED1FCC7BEA}" type="parTrans" cxnId="{B6795249-23B2-E942-8DA9-AC72FB827213}">
      <dgm:prSet/>
      <dgm:spPr/>
      <dgm:t>
        <a:bodyPr/>
        <a:lstStyle/>
        <a:p>
          <a:endParaRPr lang="en-US"/>
        </a:p>
      </dgm:t>
    </dgm:pt>
    <dgm:pt modelId="{3E7BD2D1-37A5-EF45-BB7D-5CAEA611DEA2}" type="sibTrans" cxnId="{B6795249-23B2-E942-8DA9-AC72FB827213}">
      <dgm:prSet/>
      <dgm:spPr/>
      <dgm:t>
        <a:bodyPr/>
        <a:lstStyle/>
        <a:p>
          <a:endParaRPr lang="en-US"/>
        </a:p>
      </dgm:t>
    </dgm:pt>
    <dgm:pt modelId="{579617B5-88AD-4F4C-B0A0-4FCB90021A66}" type="pres">
      <dgm:prSet presAssocID="{0EA9E7D9-E188-FC49-9EC1-7EDFD365EB85}" presName="linear" presStyleCnt="0">
        <dgm:presLayoutVars>
          <dgm:animLvl val="lvl"/>
          <dgm:resizeHandles val="exact"/>
        </dgm:presLayoutVars>
      </dgm:prSet>
      <dgm:spPr/>
    </dgm:pt>
    <dgm:pt modelId="{6A3EFC82-0E2F-0245-B8F6-28564EED1AD0}" type="pres">
      <dgm:prSet presAssocID="{0EE48E14-8C9E-5144-BA59-211351B4C94B}" presName="parentText" presStyleLbl="node1" presStyleIdx="0" presStyleCnt="2">
        <dgm:presLayoutVars>
          <dgm:chMax val="0"/>
          <dgm:bulletEnabled val="1"/>
        </dgm:presLayoutVars>
      </dgm:prSet>
      <dgm:spPr/>
    </dgm:pt>
    <dgm:pt modelId="{1C16EC5D-B995-2A4B-A649-043C84511068}" type="pres">
      <dgm:prSet presAssocID="{0EE48E14-8C9E-5144-BA59-211351B4C94B}" presName="childText" presStyleLbl="revTx" presStyleIdx="0" presStyleCnt="2">
        <dgm:presLayoutVars>
          <dgm:bulletEnabled val="1"/>
        </dgm:presLayoutVars>
      </dgm:prSet>
      <dgm:spPr/>
    </dgm:pt>
    <dgm:pt modelId="{2FF3A136-630E-E34F-A733-8D8046E33284}" type="pres">
      <dgm:prSet presAssocID="{8AF632FF-4B0B-9947-AD7A-C47B09642BF2}" presName="parentText" presStyleLbl="node1" presStyleIdx="1" presStyleCnt="2">
        <dgm:presLayoutVars>
          <dgm:chMax val="0"/>
          <dgm:bulletEnabled val="1"/>
        </dgm:presLayoutVars>
      </dgm:prSet>
      <dgm:spPr/>
    </dgm:pt>
    <dgm:pt modelId="{621CC8B1-AFD9-D649-B044-4AC505A6AE0B}" type="pres">
      <dgm:prSet presAssocID="{8AF632FF-4B0B-9947-AD7A-C47B09642BF2}" presName="childText" presStyleLbl="revTx" presStyleIdx="1" presStyleCnt="2">
        <dgm:presLayoutVars>
          <dgm:bulletEnabled val="1"/>
        </dgm:presLayoutVars>
      </dgm:prSet>
      <dgm:spPr/>
    </dgm:pt>
  </dgm:ptLst>
  <dgm:cxnLst>
    <dgm:cxn modelId="{8ED58B06-1A35-1A4B-BEA4-1EB8EB150DAF}" srcId="{0EA9E7D9-E188-FC49-9EC1-7EDFD365EB85}" destId="{0EE48E14-8C9E-5144-BA59-211351B4C94B}" srcOrd="0" destOrd="0" parTransId="{EEBDC071-F04E-464F-82C3-E1465AE3AFEB}" sibTransId="{D32A5096-58D8-3C4A-B315-7AB21D4EC11C}"/>
    <dgm:cxn modelId="{7536800D-75FD-F84B-85E1-6E493D1AEC3D}" type="presOf" srcId="{8AF632FF-4B0B-9947-AD7A-C47B09642BF2}" destId="{2FF3A136-630E-E34F-A733-8D8046E33284}" srcOrd="0" destOrd="0" presId="urn:microsoft.com/office/officeart/2005/8/layout/vList2"/>
    <dgm:cxn modelId="{FEE5A223-1CFD-5944-A388-CEBB95F829EF}" type="presOf" srcId="{0EA9E7D9-E188-FC49-9EC1-7EDFD365EB85}" destId="{579617B5-88AD-4F4C-B0A0-4FCB90021A66}" srcOrd="0" destOrd="0" presId="urn:microsoft.com/office/officeart/2005/8/layout/vList2"/>
    <dgm:cxn modelId="{B48AD626-8AA9-014B-9D72-F752961AA137}" type="presOf" srcId="{E4E96F5A-9107-8E40-8503-B35DB167D4D1}" destId="{621CC8B1-AFD9-D649-B044-4AC505A6AE0B}" srcOrd="0" destOrd="1" presId="urn:microsoft.com/office/officeart/2005/8/layout/vList2"/>
    <dgm:cxn modelId="{88D37230-BD13-C94B-9804-7BF5D16CD9A5}" srcId="{0EE48E14-8C9E-5144-BA59-211351B4C94B}" destId="{BF298009-0E55-C945-80C6-EBB4FA8C429C}" srcOrd="0" destOrd="0" parTransId="{8EFA8F4E-12BE-0443-93AF-40773779C773}" sibTransId="{DA03BE55-350F-3E48-AFC5-EF5F5A674BF0}"/>
    <dgm:cxn modelId="{BD58D434-EF26-C646-948E-019534E8E3BB}" type="presOf" srcId="{BF298009-0E55-C945-80C6-EBB4FA8C429C}" destId="{1C16EC5D-B995-2A4B-A649-043C84511068}" srcOrd="0" destOrd="0" presId="urn:microsoft.com/office/officeart/2005/8/layout/vList2"/>
    <dgm:cxn modelId="{63592F36-F596-4545-93ED-9A914D94A1C3}" type="presOf" srcId="{51F88F8D-B49D-5A4C-9FE4-6A10119EC51E}" destId="{1C16EC5D-B995-2A4B-A649-043C84511068}" srcOrd="0" destOrd="2" presId="urn:microsoft.com/office/officeart/2005/8/layout/vList2"/>
    <dgm:cxn modelId="{70775B46-E007-6C41-BC13-AB91EEDA442D}" srcId="{0EE48E14-8C9E-5144-BA59-211351B4C94B}" destId="{51F88F8D-B49D-5A4C-9FE4-6A10119EC51E}" srcOrd="2" destOrd="0" parTransId="{C4948864-EE98-A940-9802-F00B29BBFCA5}" sibTransId="{C1C0F841-2B45-9842-B48A-AD06FA9B52EC}"/>
    <dgm:cxn modelId="{B6795249-23B2-E942-8DA9-AC72FB827213}" srcId="{8AF632FF-4B0B-9947-AD7A-C47B09642BF2}" destId="{234026F6-3259-2844-9C45-6791352C546D}" srcOrd="3" destOrd="0" parTransId="{330C0C2D-DC2A-5B47-BA89-B7ED1FCC7BEA}" sibTransId="{3E7BD2D1-37A5-EF45-BB7D-5CAEA611DEA2}"/>
    <dgm:cxn modelId="{3DD5F34A-D161-A640-A418-6EB51F39C5AC}" srcId="{0EA9E7D9-E188-FC49-9EC1-7EDFD365EB85}" destId="{8AF632FF-4B0B-9947-AD7A-C47B09642BF2}" srcOrd="1" destOrd="0" parTransId="{79281B33-9B61-D946-A165-B06BE1133EA2}" sibTransId="{484E0768-E8A2-0D4F-881B-28D7FD1B4F96}"/>
    <dgm:cxn modelId="{DA93697E-A59A-7542-B51E-9C00896A801C}" srcId="{8AF632FF-4B0B-9947-AD7A-C47B09642BF2}" destId="{E4E96F5A-9107-8E40-8503-B35DB167D4D1}" srcOrd="1" destOrd="0" parTransId="{BD553169-F3F0-C942-979D-53621AE2C7A5}" sibTransId="{F94D18CE-4267-BB4E-B89F-CF8150DE94BF}"/>
    <dgm:cxn modelId="{2A35FAA4-01D1-5B47-807C-300C0ABDB36E}" type="presOf" srcId="{6B651BB0-71ED-184D-9C04-021AD2A438F1}" destId="{621CC8B1-AFD9-D649-B044-4AC505A6AE0B}" srcOrd="0" destOrd="2" presId="urn:microsoft.com/office/officeart/2005/8/layout/vList2"/>
    <dgm:cxn modelId="{38883DAC-66B1-E143-B179-A230ED8E68DF}" type="presOf" srcId="{234026F6-3259-2844-9C45-6791352C546D}" destId="{621CC8B1-AFD9-D649-B044-4AC505A6AE0B}" srcOrd="0" destOrd="3" presId="urn:microsoft.com/office/officeart/2005/8/layout/vList2"/>
    <dgm:cxn modelId="{58AF50B2-9EF6-FE4F-92ED-12AD15BB637E}" srcId="{8AF632FF-4B0B-9947-AD7A-C47B09642BF2}" destId="{6B651BB0-71ED-184D-9C04-021AD2A438F1}" srcOrd="2" destOrd="0" parTransId="{9B564111-9CA3-8B41-9C1B-8F303C25C187}" sibTransId="{F516554A-E6B6-E143-8B74-734679DFC59D}"/>
    <dgm:cxn modelId="{25778FBE-441A-CB44-B0B2-4EB10BDB13EA}" type="presOf" srcId="{0302EECC-E689-174D-A340-A408D1A5C54B}" destId="{1C16EC5D-B995-2A4B-A649-043C84511068}" srcOrd="0" destOrd="1" presId="urn:microsoft.com/office/officeart/2005/8/layout/vList2"/>
    <dgm:cxn modelId="{1A964FC1-2F14-1B4E-AC5C-9E8C55C8CD32}" type="presOf" srcId="{0EE48E14-8C9E-5144-BA59-211351B4C94B}" destId="{6A3EFC82-0E2F-0245-B8F6-28564EED1AD0}" srcOrd="0" destOrd="0" presId="urn:microsoft.com/office/officeart/2005/8/layout/vList2"/>
    <dgm:cxn modelId="{A63E2ADD-9637-4244-80F5-FB45E3A7C13C}" type="presOf" srcId="{3E1514F4-52D8-8145-93F3-5C2741353FCB}" destId="{621CC8B1-AFD9-D649-B044-4AC505A6AE0B}" srcOrd="0" destOrd="0" presId="urn:microsoft.com/office/officeart/2005/8/layout/vList2"/>
    <dgm:cxn modelId="{718DF3DD-B086-D943-8432-B8B984D477AD}" srcId="{0EE48E14-8C9E-5144-BA59-211351B4C94B}" destId="{0302EECC-E689-174D-A340-A408D1A5C54B}" srcOrd="1" destOrd="0" parTransId="{92409C1B-DBDE-6149-8F2A-690AD50D7D6B}" sibTransId="{A3505F65-3197-284C-B94C-2B467DE9BFCE}"/>
    <dgm:cxn modelId="{27FC5BF8-17D9-1249-88FE-ACEE23FB1ED7}" srcId="{8AF632FF-4B0B-9947-AD7A-C47B09642BF2}" destId="{3E1514F4-52D8-8145-93F3-5C2741353FCB}" srcOrd="0" destOrd="0" parTransId="{A837F597-AD85-9D44-93AC-3FDAA166571A}" sibTransId="{48D3E302-A9CD-F640-B53A-2C2E6F9CA13C}"/>
    <dgm:cxn modelId="{1B144E38-2B6A-9549-BB6D-8A0DD9F49097}" type="presParOf" srcId="{579617B5-88AD-4F4C-B0A0-4FCB90021A66}" destId="{6A3EFC82-0E2F-0245-B8F6-28564EED1AD0}" srcOrd="0" destOrd="0" presId="urn:microsoft.com/office/officeart/2005/8/layout/vList2"/>
    <dgm:cxn modelId="{1977D7AE-62C6-FC44-AE9E-0EFB4FA81A5C}" type="presParOf" srcId="{579617B5-88AD-4F4C-B0A0-4FCB90021A66}" destId="{1C16EC5D-B995-2A4B-A649-043C84511068}" srcOrd="1" destOrd="0" presId="urn:microsoft.com/office/officeart/2005/8/layout/vList2"/>
    <dgm:cxn modelId="{84869A04-0369-C04A-9313-5D009877261A}" type="presParOf" srcId="{579617B5-88AD-4F4C-B0A0-4FCB90021A66}" destId="{2FF3A136-630E-E34F-A733-8D8046E33284}" srcOrd="2" destOrd="0" presId="urn:microsoft.com/office/officeart/2005/8/layout/vList2"/>
    <dgm:cxn modelId="{EB5BF8DA-762D-F347-98EE-56D74CC5AABA}" type="presParOf" srcId="{579617B5-88AD-4F4C-B0A0-4FCB90021A66}" destId="{621CC8B1-AFD9-D649-B044-4AC505A6AE0B}" srcOrd="3"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83.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a:solidFill>
          <a:schemeClr val="accent1">
            <a:lumMod val="60000"/>
            <a:lumOff val="40000"/>
          </a:schemeClr>
        </a:solidFill>
        <a:ln>
          <a:solidFill>
            <a:schemeClr val="tx1"/>
          </a:solidFill>
        </a:ln>
      </dgm:spPr>
      <dgm:t>
        <a:bodyPr/>
        <a:lstStyle/>
        <a:p>
          <a:r>
            <a:rPr lang="en-US" dirty="0">
              <a:solidFill>
                <a:schemeClr val="tx1"/>
              </a:solidFill>
            </a:rPr>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a:t>Optimize</a:t>
          </a:r>
          <a:endParaRPr lang="en-US" dirty="0"/>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84.xml><?xml version="1.0" encoding="utf-8"?>
<dgm:dataModel xmlns:dgm="http://schemas.openxmlformats.org/drawingml/2006/diagram" xmlns:a="http://schemas.openxmlformats.org/drawingml/2006/main">
  <dgm:ptLst>
    <dgm:pt modelId="{9CFDA3AA-5D16-9646-9955-09C08B3E4A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9680012-A371-014F-8166-4B611B3539C5}">
      <dgm:prSet/>
      <dgm:spPr>
        <a:blipFill>
          <a:blip xmlns:r="http://schemas.openxmlformats.org/officeDocument/2006/relationships" r:embed="rId1"/>
          <a:stretch>
            <a:fillRect l="-803" b="-4580"/>
          </a:stretch>
        </a:blipFill>
      </dgm:spPr>
      <dgm:t>
        <a:bodyPr/>
        <a:lstStyle/>
        <a:p>
          <a:r>
            <a:rPr lang="en-US">
              <a:noFill/>
            </a:rPr>
            <a:t> </a:t>
          </a:r>
        </a:p>
      </dgm:t>
    </dgm:pt>
    <dgm:pt modelId="{9422A826-2533-F549-8A26-02117D646282}" type="parTrans" cxnId="{1080EBA0-E479-3842-AD56-C26BEF5B7360}">
      <dgm:prSet/>
      <dgm:spPr/>
      <dgm:t>
        <a:bodyPr/>
        <a:lstStyle/>
        <a:p>
          <a:endParaRPr lang="en-US"/>
        </a:p>
      </dgm:t>
    </dgm:pt>
    <dgm:pt modelId="{A5312776-18C0-AD4E-8E5C-0FC4C81D86DD}" type="sibTrans" cxnId="{1080EBA0-E479-3842-AD56-C26BEF5B7360}">
      <dgm:prSet/>
      <dgm:spPr/>
      <dgm:t>
        <a:bodyPr/>
        <a:lstStyle/>
        <a:p>
          <a:endParaRPr lang="en-US"/>
        </a:p>
      </dgm:t>
    </dgm:pt>
    <dgm:pt modelId="{D164A167-35E6-DD42-808C-2E8F04A429DC}" type="pres">
      <dgm:prSet presAssocID="{9CFDA3AA-5D16-9646-9955-09C08B3E4A18}" presName="linear" presStyleCnt="0">
        <dgm:presLayoutVars>
          <dgm:animLvl val="lvl"/>
          <dgm:resizeHandles val="exact"/>
        </dgm:presLayoutVars>
      </dgm:prSet>
      <dgm:spPr/>
    </dgm:pt>
    <dgm:pt modelId="{D8B0309C-3EBE-9745-B5EA-FA9EC1FF7985}" type="pres">
      <dgm:prSet presAssocID="{D9680012-A371-014F-8166-4B611B3539C5}" presName="parentText" presStyleLbl="node1" presStyleIdx="0" presStyleCnt="1">
        <dgm:presLayoutVars>
          <dgm:chMax val="0"/>
          <dgm:bulletEnabled val="1"/>
        </dgm:presLayoutVars>
      </dgm:prSet>
      <dgm:spPr/>
    </dgm:pt>
  </dgm:ptLst>
  <dgm:cxnLst>
    <dgm:cxn modelId="{109EF706-8B4F-6140-A544-F107E2E89185}" type="presOf" srcId="{D9680012-A371-014F-8166-4B611B3539C5}" destId="{D8B0309C-3EBE-9745-B5EA-FA9EC1FF7985}" srcOrd="0" destOrd="0" presId="urn:microsoft.com/office/officeart/2005/8/layout/vList2"/>
    <dgm:cxn modelId="{1080EBA0-E479-3842-AD56-C26BEF5B7360}" srcId="{9CFDA3AA-5D16-9646-9955-09C08B3E4A18}" destId="{D9680012-A371-014F-8166-4B611B3539C5}" srcOrd="0" destOrd="0" parTransId="{9422A826-2533-F549-8A26-02117D646282}" sibTransId="{A5312776-18C0-AD4E-8E5C-0FC4C81D86DD}"/>
    <dgm:cxn modelId="{A367ADAA-E4DE-0647-A0EF-B01330E47D40}" type="presOf" srcId="{9CFDA3AA-5D16-9646-9955-09C08B3E4A18}" destId="{D164A167-35E6-DD42-808C-2E8F04A429DC}" srcOrd="0" destOrd="0" presId="urn:microsoft.com/office/officeart/2005/8/layout/vList2"/>
    <dgm:cxn modelId="{2DCBF5CC-9F34-FB4F-9383-199F6C5B735D}" type="presParOf" srcId="{D164A167-35E6-DD42-808C-2E8F04A429DC}" destId="{D8B0309C-3EBE-9745-B5EA-FA9EC1FF7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5.xml><?xml version="1.0" encoding="utf-8"?>
<dgm:dataModel xmlns:dgm="http://schemas.openxmlformats.org/drawingml/2006/diagram" xmlns:a="http://schemas.openxmlformats.org/drawingml/2006/main">
  <dgm:ptLst>
    <dgm:pt modelId="{9CFDA3AA-5D16-9646-9955-09C08B3E4A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D9680012-A371-014F-8166-4B611B3539C5}">
          <dgm:prSet/>
          <dgm:spPr/>
          <dgm:t>
            <a:bodyPr/>
            <a:lstStyle/>
            <a:p>
              <a:r>
                <a:rPr lang="en-US" b="0" i="0" baseline="0" dirty="0"/>
                <a:t>The </a:t>
              </a:r>
              <a14:m>
                <m:oMath xmlns:m="http://schemas.openxmlformats.org/officeDocument/2006/math">
                  <m:r>
                    <a:rPr lang="en-US" b="0" i="1" baseline="0" dirty="0" smtClean="0">
                      <a:latin typeface="Cambria Math" panose="02040503050406030204" pitchFamily="18" charset="0"/>
                    </a:rPr>
                    <m:t>4</m:t>
                  </m:r>
                  <m:r>
                    <a:rPr lang="el-GR" b="0" i="1" baseline="0" dirty="0" smtClean="0">
                      <a:latin typeface="Cambria Math" panose="02040503050406030204" pitchFamily="18" charset="0"/>
                    </a:rPr>
                    <m:t>𝜋</m:t>
                  </m:r>
                </m:oMath>
              </a14:m>
              <a:r>
                <a:rPr lang="el-GR" b="0" i="0" baseline="0" dirty="0"/>
                <a:t> </a:t>
              </a:r>
              <a:r>
                <a:rPr lang="en-US" b="0" i="0" baseline="0" dirty="0"/>
                <a:t>monitor artifact should be further investigated or corrected.</a:t>
              </a:r>
              <a:endParaRPr lang="en-DK" dirty="0"/>
            </a:p>
          </dgm:t>
        </dgm:pt>
      </mc:Choice>
      <mc:Fallback xmlns="">
        <dgm:pt modelId="{D9680012-A371-014F-8166-4B611B3539C5}">
          <dgm:prSet/>
          <dgm:spPr/>
          <dgm:t>
            <a:bodyPr/>
            <a:lstStyle/>
            <a:p>
              <a:r>
                <a:rPr lang="en-US" b="0" i="0" baseline="0" dirty="0"/>
                <a:t>The </a:t>
              </a:r>
              <a:r>
                <a:rPr lang="en-US" b="0" i="0" baseline="0" dirty="0">
                  <a:latin typeface="Cambria Math" panose="02040503050406030204" pitchFamily="18" charset="0"/>
                </a:rPr>
                <a:t>4</a:t>
              </a:r>
              <a:r>
                <a:rPr lang="el-GR" b="0" i="0" baseline="0" dirty="0">
                  <a:latin typeface="Cambria Math" panose="02040503050406030204" pitchFamily="18" charset="0"/>
                </a:rPr>
                <a:t>𝜋</a:t>
              </a:r>
              <a:r>
                <a:rPr lang="el-GR" b="0" i="0" baseline="0" dirty="0"/>
                <a:t> </a:t>
              </a:r>
              <a:r>
                <a:rPr lang="en-US" b="0" i="0" baseline="0" dirty="0"/>
                <a:t>monitor artifact should be further investigated or corrected.</a:t>
              </a:r>
              <a:endParaRPr lang="en-DK" dirty="0"/>
            </a:p>
          </dgm:t>
        </dgm:pt>
      </mc:Fallback>
    </mc:AlternateContent>
    <dgm:pt modelId="{9422A826-2533-F549-8A26-02117D646282}" type="parTrans" cxnId="{1080EBA0-E479-3842-AD56-C26BEF5B7360}">
      <dgm:prSet/>
      <dgm:spPr/>
      <dgm:t>
        <a:bodyPr/>
        <a:lstStyle/>
        <a:p>
          <a:endParaRPr lang="en-US"/>
        </a:p>
      </dgm:t>
    </dgm:pt>
    <dgm:pt modelId="{A5312776-18C0-AD4E-8E5C-0FC4C81D86DD}" type="sibTrans" cxnId="{1080EBA0-E479-3842-AD56-C26BEF5B7360}">
      <dgm:prSet/>
      <dgm:spPr/>
      <dgm:t>
        <a:bodyPr/>
        <a:lstStyle/>
        <a:p>
          <a:endParaRPr lang="en-US"/>
        </a:p>
      </dgm:t>
    </dgm:pt>
    <dgm:pt modelId="{63161838-C2E7-7740-9DDB-DBADB30FAF2F}">
      <dgm:prSet/>
      <dgm:spPr/>
      <dgm:t>
        <a:bodyPr/>
        <a:lstStyle/>
        <a:p>
          <a:r>
            <a:rPr lang="en-US" b="0" i="0" baseline="0" dirty="0"/>
            <a:t>The expected intensity is less well defined for taller samples because the beam does not illuminate the full sample uniformly.</a:t>
          </a:r>
          <a:endParaRPr lang="en-DK" dirty="0"/>
        </a:p>
      </dgm:t>
    </dgm:pt>
    <dgm:pt modelId="{C833DFD7-D951-C548-B99B-1D15B277FB3B}" type="parTrans" cxnId="{AEA6B9FC-6D9F-8946-9BB5-49DB54547A1F}">
      <dgm:prSet/>
      <dgm:spPr/>
      <dgm:t>
        <a:bodyPr/>
        <a:lstStyle/>
        <a:p>
          <a:endParaRPr lang="en-US"/>
        </a:p>
      </dgm:t>
    </dgm:pt>
    <dgm:pt modelId="{96E5BDF0-AD03-EB4A-A1F2-D6B1497BA700}" type="sibTrans" cxnId="{AEA6B9FC-6D9F-8946-9BB5-49DB54547A1F}">
      <dgm:prSet/>
      <dgm:spPr/>
      <dgm:t>
        <a:bodyPr/>
        <a:lstStyle/>
        <a:p>
          <a:endParaRPr lang="en-US"/>
        </a:p>
      </dgm:t>
    </dgm:pt>
    <dgm:pt modelId="{F4425337-B619-7345-BEE1-AE56AEA88E09}">
      <dgm:prSet/>
      <dgm:spPr/>
      <dgm:t>
        <a:bodyPr/>
        <a:lstStyle/>
        <a:p>
          <a:r>
            <a:rPr lang="en-US" b="0" i="0" baseline="0" dirty="0"/>
            <a:t>The optimization result depends on the chosen detector windows and quality metrics.</a:t>
          </a:r>
          <a:endParaRPr lang="en-DK" dirty="0"/>
        </a:p>
      </dgm:t>
    </dgm:pt>
    <dgm:pt modelId="{5418CB45-AC52-114E-8B36-81AA1E8C9EC5}" type="parTrans" cxnId="{C94045D3-62E9-0347-BDF8-613338D62F22}">
      <dgm:prSet/>
      <dgm:spPr/>
      <dgm:t>
        <a:bodyPr/>
        <a:lstStyle/>
        <a:p>
          <a:endParaRPr lang="en-US"/>
        </a:p>
      </dgm:t>
    </dgm:pt>
    <dgm:pt modelId="{81D7CC61-15FD-5440-AA6B-E1220B0CE7DB}" type="sibTrans" cxnId="{C94045D3-62E9-0347-BDF8-613338D62F22}">
      <dgm:prSet/>
      <dgm:spPr/>
      <dgm:t>
        <a:bodyPr/>
        <a:lstStyle/>
        <a:p>
          <a:endParaRPr lang="en-US"/>
        </a:p>
      </dgm:t>
    </dgm:pt>
    <dgm:pt modelId="{D164A167-35E6-DD42-808C-2E8F04A429DC}" type="pres">
      <dgm:prSet presAssocID="{9CFDA3AA-5D16-9646-9955-09C08B3E4A18}" presName="linear" presStyleCnt="0">
        <dgm:presLayoutVars>
          <dgm:animLvl val="lvl"/>
          <dgm:resizeHandles val="exact"/>
        </dgm:presLayoutVars>
      </dgm:prSet>
      <dgm:spPr/>
    </dgm:pt>
    <dgm:pt modelId="{D8B0309C-3EBE-9745-B5EA-FA9EC1FF7985}" type="pres">
      <dgm:prSet presAssocID="{D9680012-A371-014F-8166-4B611B3539C5}" presName="parentText" presStyleLbl="node1" presStyleIdx="0" presStyleCnt="3">
        <dgm:presLayoutVars>
          <dgm:chMax val="0"/>
          <dgm:bulletEnabled val="1"/>
        </dgm:presLayoutVars>
      </dgm:prSet>
      <dgm:spPr/>
    </dgm:pt>
    <dgm:pt modelId="{FF75638D-5C49-FD4E-97EF-B2F396BDF9BC}" type="pres">
      <dgm:prSet presAssocID="{A5312776-18C0-AD4E-8E5C-0FC4C81D86DD}" presName="spacer" presStyleCnt="0"/>
      <dgm:spPr/>
    </dgm:pt>
    <dgm:pt modelId="{A43AABC2-830C-1E47-8F07-5BFF3DB8C750}" type="pres">
      <dgm:prSet presAssocID="{63161838-C2E7-7740-9DDB-DBADB30FAF2F}" presName="parentText" presStyleLbl="node1" presStyleIdx="1" presStyleCnt="3">
        <dgm:presLayoutVars>
          <dgm:chMax val="0"/>
          <dgm:bulletEnabled val="1"/>
        </dgm:presLayoutVars>
      </dgm:prSet>
      <dgm:spPr/>
    </dgm:pt>
    <dgm:pt modelId="{480D6C11-9735-7948-813F-01E5C553C514}" type="pres">
      <dgm:prSet presAssocID="{96E5BDF0-AD03-EB4A-A1F2-D6B1497BA700}" presName="spacer" presStyleCnt="0"/>
      <dgm:spPr/>
    </dgm:pt>
    <dgm:pt modelId="{B6345864-FF2D-9E47-A197-489BD5DBD736}" type="pres">
      <dgm:prSet presAssocID="{F4425337-B619-7345-BEE1-AE56AEA88E09}" presName="parentText" presStyleLbl="node1" presStyleIdx="2" presStyleCnt="3">
        <dgm:presLayoutVars>
          <dgm:chMax val="0"/>
          <dgm:bulletEnabled val="1"/>
        </dgm:presLayoutVars>
      </dgm:prSet>
      <dgm:spPr/>
    </dgm:pt>
  </dgm:ptLst>
  <dgm:cxnLst>
    <dgm:cxn modelId="{109EF706-8B4F-6140-A544-F107E2E89185}" type="presOf" srcId="{D9680012-A371-014F-8166-4B611B3539C5}" destId="{D8B0309C-3EBE-9745-B5EA-FA9EC1FF7985}" srcOrd="0" destOrd="0" presId="urn:microsoft.com/office/officeart/2005/8/layout/vList2"/>
    <dgm:cxn modelId="{47D3B418-7C1C-E345-9C70-5AE912916A6F}" type="presOf" srcId="{F4425337-B619-7345-BEE1-AE56AEA88E09}" destId="{B6345864-FF2D-9E47-A197-489BD5DBD736}" srcOrd="0" destOrd="0" presId="urn:microsoft.com/office/officeart/2005/8/layout/vList2"/>
    <dgm:cxn modelId="{1080EBA0-E479-3842-AD56-C26BEF5B7360}" srcId="{9CFDA3AA-5D16-9646-9955-09C08B3E4A18}" destId="{D9680012-A371-014F-8166-4B611B3539C5}" srcOrd="0" destOrd="0" parTransId="{9422A826-2533-F549-8A26-02117D646282}" sibTransId="{A5312776-18C0-AD4E-8E5C-0FC4C81D86DD}"/>
    <dgm:cxn modelId="{A367ADAA-E4DE-0647-A0EF-B01330E47D40}" type="presOf" srcId="{9CFDA3AA-5D16-9646-9955-09C08B3E4A18}" destId="{D164A167-35E6-DD42-808C-2E8F04A429DC}" srcOrd="0" destOrd="0" presId="urn:microsoft.com/office/officeart/2005/8/layout/vList2"/>
    <dgm:cxn modelId="{C94045D3-62E9-0347-BDF8-613338D62F22}" srcId="{9CFDA3AA-5D16-9646-9955-09C08B3E4A18}" destId="{F4425337-B619-7345-BEE1-AE56AEA88E09}" srcOrd="2" destOrd="0" parTransId="{5418CB45-AC52-114E-8B36-81AA1E8C9EC5}" sibTransId="{81D7CC61-15FD-5440-AA6B-E1220B0CE7DB}"/>
    <dgm:cxn modelId="{AEA6B9FC-6D9F-8946-9BB5-49DB54547A1F}" srcId="{9CFDA3AA-5D16-9646-9955-09C08B3E4A18}" destId="{63161838-C2E7-7740-9DDB-DBADB30FAF2F}" srcOrd="1" destOrd="0" parTransId="{C833DFD7-D951-C548-B99B-1D15B277FB3B}" sibTransId="{96E5BDF0-AD03-EB4A-A1F2-D6B1497BA700}"/>
    <dgm:cxn modelId="{3156F2FF-6C62-A04B-8C2D-835A2A7699F2}" type="presOf" srcId="{63161838-C2E7-7740-9DDB-DBADB30FAF2F}" destId="{A43AABC2-830C-1E47-8F07-5BFF3DB8C750}" srcOrd="0" destOrd="0" presId="urn:microsoft.com/office/officeart/2005/8/layout/vList2"/>
    <dgm:cxn modelId="{2DCBF5CC-9F34-FB4F-9383-199F6C5B735D}" type="presParOf" srcId="{D164A167-35E6-DD42-808C-2E8F04A429DC}" destId="{D8B0309C-3EBE-9745-B5EA-FA9EC1FF7985}" srcOrd="0" destOrd="0" presId="urn:microsoft.com/office/officeart/2005/8/layout/vList2"/>
    <dgm:cxn modelId="{58956825-06EF-5B4F-88FA-6073EEDCE4E3}" type="presParOf" srcId="{D164A167-35E6-DD42-808C-2E8F04A429DC}" destId="{FF75638D-5C49-FD4E-97EF-B2F396BDF9BC}" srcOrd="1" destOrd="0" presId="urn:microsoft.com/office/officeart/2005/8/layout/vList2"/>
    <dgm:cxn modelId="{3E2135B0-D3BF-324C-B77E-CADE59F41FA9}" type="presParOf" srcId="{D164A167-35E6-DD42-808C-2E8F04A429DC}" destId="{A43AABC2-830C-1E47-8F07-5BFF3DB8C750}" srcOrd="2" destOrd="0" presId="urn:microsoft.com/office/officeart/2005/8/layout/vList2"/>
    <dgm:cxn modelId="{42EBD8C2-4847-D240-BC77-B840B3DFE6C6}" type="presParOf" srcId="{D164A167-35E6-DD42-808C-2E8F04A429DC}" destId="{480D6C11-9735-7948-813F-01E5C553C514}" srcOrd="3" destOrd="0" presId="urn:microsoft.com/office/officeart/2005/8/layout/vList2"/>
    <dgm:cxn modelId="{3CF60863-93DA-374E-B97C-E7EB221DB43A}" type="presParOf" srcId="{D164A167-35E6-DD42-808C-2E8F04A429DC}" destId="{B6345864-FF2D-9E47-A197-489BD5DBD736}"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6.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a:solidFill>
          <a:schemeClr val="accent1">
            <a:lumMod val="60000"/>
            <a:lumOff val="40000"/>
          </a:schemeClr>
        </a:solidFill>
        <a:ln>
          <a:solidFill>
            <a:schemeClr val="tx1"/>
          </a:solidFill>
        </a:ln>
      </dgm:spPr>
      <dgm:t>
        <a:bodyPr/>
        <a:lstStyle/>
        <a:p>
          <a:r>
            <a:rPr lang="en-US" dirty="0">
              <a:solidFill>
                <a:schemeClr val="tx1"/>
              </a:solidFill>
            </a:rPr>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a:t>Optimize</a:t>
          </a:r>
          <a:endParaRPr lang="en-US" dirty="0"/>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87.xml><?xml version="1.0" encoding="utf-8"?>
<dgm:dataModel xmlns:dgm="http://schemas.openxmlformats.org/drawingml/2006/diagram" xmlns:a="http://schemas.openxmlformats.org/drawingml/2006/main">
  <dgm:ptLst>
    <dgm:pt modelId="{9CFDA3AA-5D16-9646-9955-09C08B3E4A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9680012-A371-014F-8166-4B611B3539C5}">
      <dgm:prSet/>
      <dgm:spPr>
        <a:blipFill>
          <a:blip xmlns:r="http://schemas.openxmlformats.org/officeDocument/2006/relationships" r:embed="rId1"/>
          <a:stretch>
            <a:fillRect l="-688"/>
          </a:stretch>
        </a:blipFill>
      </dgm:spPr>
      <dgm:t>
        <a:bodyPr/>
        <a:lstStyle/>
        <a:p>
          <a:r>
            <a:rPr lang="en-US">
              <a:noFill/>
            </a:rPr>
            <a:t> </a:t>
          </a:r>
        </a:p>
      </dgm:t>
    </dgm:pt>
    <dgm:pt modelId="{9422A826-2533-F549-8A26-02117D646282}" type="parTrans" cxnId="{1080EBA0-E479-3842-AD56-C26BEF5B7360}">
      <dgm:prSet/>
      <dgm:spPr/>
      <dgm:t>
        <a:bodyPr/>
        <a:lstStyle/>
        <a:p>
          <a:endParaRPr lang="en-US"/>
        </a:p>
      </dgm:t>
    </dgm:pt>
    <dgm:pt modelId="{A5312776-18C0-AD4E-8E5C-0FC4C81D86DD}" type="sibTrans" cxnId="{1080EBA0-E479-3842-AD56-C26BEF5B7360}">
      <dgm:prSet/>
      <dgm:spPr/>
      <dgm:t>
        <a:bodyPr/>
        <a:lstStyle/>
        <a:p>
          <a:endParaRPr lang="en-US"/>
        </a:p>
      </dgm:t>
    </dgm:pt>
    <dgm:pt modelId="{63161838-C2E7-7740-9DDB-DBADB30FAF2F}">
      <dgm:prSet/>
      <dgm:spPr/>
      <dgm:t>
        <a:bodyPr/>
        <a:lstStyle/>
        <a:p>
          <a:r>
            <a:rPr lang="en-US" b="0" i="0" baseline="0" dirty="0"/>
            <a:t>The expected intensity is less well defined for taller samples because the beam does not illuminate the full sample uniformly.</a:t>
          </a:r>
          <a:endParaRPr lang="en-DK" dirty="0"/>
        </a:p>
      </dgm:t>
    </dgm:pt>
    <dgm:pt modelId="{C833DFD7-D951-C548-B99B-1D15B277FB3B}" type="parTrans" cxnId="{AEA6B9FC-6D9F-8946-9BB5-49DB54547A1F}">
      <dgm:prSet/>
      <dgm:spPr/>
      <dgm:t>
        <a:bodyPr/>
        <a:lstStyle/>
        <a:p>
          <a:endParaRPr lang="en-US"/>
        </a:p>
      </dgm:t>
    </dgm:pt>
    <dgm:pt modelId="{96E5BDF0-AD03-EB4A-A1F2-D6B1497BA700}" type="sibTrans" cxnId="{AEA6B9FC-6D9F-8946-9BB5-49DB54547A1F}">
      <dgm:prSet/>
      <dgm:spPr/>
      <dgm:t>
        <a:bodyPr/>
        <a:lstStyle/>
        <a:p>
          <a:endParaRPr lang="en-US"/>
        </a:p>
      </dgm:t>
    </dgm:pt>
    <dgm:pt modelId="{D164A167-35E6-DD42-808C-2E8F04A429DC}" type="pres">
      <dgm:prSet presAssocID="{9CFDA3AA-5D16-9646-9955-09C08B3E4A18}" presName="linear" presStyleCnt="0">
        <dgm:presLayoutVars>
          <dgm:animLvl val="lvl"/>
          <dgm:resizeHandles val="exact"/>
        </dgm:presLayoutVars>
      </dgm:prSet>
      <dgm:spPr/>
    </dgm:pt>
    <dgm:pt modelId="{D8B0309C-3EBE-9745-B5EA-FA9EC1FF7985}" type="pres">
      <dgm:prSet presAssocID="{D9680012-A371-014F-8166-4B611B3539C5}" presName="parentText" presStyleLbl="node1" presStyleIdx="0" presStyleCnt="2">
        <dgm:presLayoutVars>
          <dgm:chMax val="0"/>
          <dgm:bulletEnabled val="1"/>
        </dgm:presLayoutVars>
      </dgm:prSet>
      <dgm:spPr/>
    </dgm:pt>
    <dgm:pt modelId="{FF75638D-5C49-FD4E-97EF-B2F396BDF9BC}" type="pres">
      <dgm:prSet presAssocID="{A5312776-18C0-AD4E-8E5C-0FC4C81D86DD}" presName="spacer" presStyleCnt="0"/>
      <dgm:spPr/>
    </dgm:pt>
    <dgm:pt modelId="{A43AABC2-830C-1E47-8F07-5BFF3DB8C750}" type="pres">
      <dgm:prSet presAssocID="{63161838-C2E7-7740-9DDB-DBADB30FAF2F}" presName="parentText" presStyleLbl="node1" presStyleIdx="1" presStyleCnt="2">
        <dgm:presLayoutVars>
          <dgm:chMax val="0"/>
          <dgm:bulletEnabled val="1"/>
        </dgm:presLayoutVars>
      </dgm:prSet>
      <dgm:spPr/>
    </dgm:pt>
  </dgm:ptLst>
  <dgm:cxnLst>
    <dgm:cxn modelId="{109EF706-8B4F-6140-A544-F107E2E89185}" type="presOf" srcId="{D9680012-A371-014F-8166-4B611B3539C5}" destId="{D8B0309C-3EBE-9745-B5EA-FA9EC1FF7985}" srcOrd="0" destOrd="0" presId="urn:microsoft.com/office/officeart/2005/8/layout/vList2"/>
    <dgm:cxn modelId="{1080EBA0-E479-3842-AD56-C26BEF5B7360}" srcId="{9CFDA3AA-5D16-9646-9955-09C08B3E4A18}" destId="{D9680012-A371-014F-8166-4B611B3539C5}" srcOrd="0" destOrd="0" parTransId="{9422A826-2533-F549-8A26-02117D646282}" sibTransId="{A5312776-18C0-AD4E-8E5C-0FC4C81D86DD}"/>
    <dgm:cxn modelId="{A367ADAA-E4DE-0647-A0EF-B01330E47D40}" type="presOf" srcId="{9CFDA3AA-5D16-9646-9955-09C08B3E4A18}" destId="{D164A167-35E6-DD42-808C-2E8F04A429DC}" srcOrd="0" destOrd="0" presId="urn:microsoft.com/office/officeart/2005/8/layout/vList2"/>
    <dgm:cxn modelId="{AEA6B9FC-6D9F-8946-9BB5-49DB54547A1F}" srcId="{9CFDA3AA-5D16-9646-9955-09C08B3E4A18}" destId="{63161838-C2E7-7740-9DDB-DBADB30FAF2F}" srcOrd="1" destOrd="0" parTransId="{C833DFD7-D951-C548-B99B-1D15B277FB3B}" sibTransId="{96E5BDF0-AD03-EB4A-A1F2-D6B1497BA700}"/>
    <dgm:cxn modelId="{3156F2FF-6C62-A04B-8C2D-835A2A7699F2}" type="presOf" srcId="{63161838-C2E7-7740-9DDB-DBADB30FAF2F}" destId="{A43AABC2-830C-1E47-8F07-5BFF3DB8C750}" srcOrd="0" destOrd="0" presId="urn:microsoft.com/office/officeart/2005/8/layout/vList2"/>
    <dgm:cxn modelId="{2DCBF5CC-9F34-FB4F-9383-199F6C5B735D}" type="presParOf" srcId="{D164A167-35E6-DD42-808C-2E8F04A429DC}" destId="{D8B0309C-3EBE-9745-B5EA-FA9EC1FF7985}" srcOrd="0" destOrd="0" presId="urn:microsoft.com/office/officeart/2005/8/layout/vList2"/>
    <dgm:cxn modelId="{58956825-06EF-5B4F-88FA-6073EEDCE4E3}" type="presParOf" srcId="{D164A167-35E6-DD42-808C-2E8F04A429DC}" destId="{FF75638D-5C49-FD4E-97EF-B2F396BDF9BC}" srcOrd="1" destOrd="0" presId="urn:microsoft.com/office/officeart/2005/8/layout/vList2"/>
    <dgm:cxn modelId="{3E2135B0-D3BF-324C-B77E-CADE59F41FA9}" type="presParOf" srcId="{D164A167-35E6-DD42-808C-2E8F04A429DC}" destId="{A43AABC2-830C-1E47-8F07-5BFF3DB8C750}"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8.xml><?xml version="1.0" encoding="utf-8"?>
<dgm:dataModel xmlns:dgm="http://schemas.openxmlformats.org/drawingml/2006/diagram" xmlns:a="http://schemas.openxmlformats.org/drawingml/2006/main">
  <dgm:ptLst>
    <dgm:pt modelId="{9CFDA3AA-5D16-9646-9955-09C08B3E4A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D9680012-A371-014F-8166-4B611B3539C5}">
          <dgm:prSet/>
          <dgm:spPr/>
          <dgm:t>
            <a:bodyPr/>
            <a:lstStyle/>
            <a:p>
              <a:r>
                <a:rPr lang="en-US" b="0" i="0" baseline="0" dirty="0"/>
                <a:t>The </a:t>
              </a:r>
              <a14:m>
                <m:oMath xmlns:m="http://schemas.openxmlformats.org/officeDocument/2006/math">
                  <m:r>
                    <a:rPr lang="en-US" b="0" i="1" baseline="0" dirty="0" smtClean="0">
                      <a:latin typeface="Cambria Math" panose="02040503050406030204" pitchFamily="18" charset="0"/>
                    </a:rPr>
                    <m:t>4</m:t>
                  </m:r>
                  <m:r>
                    <a:rPr lang="el-GR" b="0" i="1" baseline="0" dirty="0" smtClean="0">
                      <a:latin typeface="Cambria Math" panose="02040503050406030204" pitchFamily="18" charset="0"/>
                    </a:rPr>
                    <m:t>𝜋</m:t>
                  </m:r>
                </m:oMath>
              </a14:m>
              <a:r>
                <a:rPr lang="el-GR" b="0" i="0" baseline="0" dirty="0"/>
                <a:t> </a:t>
              </a:r>
              <a:r>
                <a:rPr lang="en-US" b="0" i="0" baseline="0" dirty="0"/>
                <a:t>monitor artifact should be further investigated or corrected.</a:t>
              </a:r>
              <a:endParaRPr lang="en-DK" dirty="0"/>
            </a:p>
          </dgm:t>
        </dgm:pt>
      </mc:Choice>
      <mc:Fallback xmlns="">
        <dgm:pt modelId="{D9680012-A371-014F-8166-4B611B3539C5}">
          <dgm:prSet/>
          <dgm:spPr/>
          <dgm:t>
            <a:bodyPr/>
            <a:lstStyle/>
            <a:p>
              <a:r>
                <a:rPr lang="en-US" b="0" i="0" baseline="0" dirty="0"/>
                <a:t>The </a:t>
              </a:r>
              <a:r>
                <a:rPr lang="en-US" b="0" i="0" baseline="0" dirty="0">
                  <a:latin typeface="Cambria Math" panose="02040503050406030204" pitchFamily="18" charset="0"/>
                </a:rPr>
                <a:t>4</a:t>
              </a:r>
              <a:r>
                <a:rPr lang="el-GR" b="0" i="0" baseline="0" dirty="0">
                  <a:latin typeface="Cambria Math" panose="02040503050406030204" pitchFamily="18" charset="0"/>
                </a:rPr>
                <a:t>𝜋</a:t>
              </a:r>
              <a:r>
                <a:rPr lang="el-GR" b="0" i="0" baseline="0" dirty="0"/>
                <a:t> </a:t>
              </a:r>
              <a:r>
                <a:rPr lang="en-US" b="0" i="0" baseline="0" dirty="0"/>
                <a:t>monitor artifact should be further investigated or corrected.</a:t>
              </a:r>
              <a:endParaRPr lang="en-DK" dirty="0"/>
            </a:p>
          </dgm:t>
        </dgm:pt>
      </mc:Fallback>
    </mc:AlternateContent>
    <dgm:pt modelId="{9422A826-2533-F549-8A26-02117D646282}" type="parTrans" cxnId="{1080EBA0-E479-3842-AD56-C26BEF5B7360}">
      <dgm:prSet/>
      <dgm:spPr/>
      <dgm:t>
        <a:bodyPr/>
        <a:lstStyle/>
        <a:p>
          <a:endParaRPr lang="en-US"/>
        </a:p>
      </dgm:t>
    </dgm:pt>
    <dgm:pt modelId="{A5312776-18C0-AD4E-8E5C-0FC4C81D86DD}" type="sibTrans" cxnId="{1080EBA0-E479-3842-AD56-C26BEF5B7360}">
      <dgm:prSet/>
      <dgm:spPr/>
      <dgm:t>
        <a:bodyPr/>
        <a:lstStyle/>
        <a:p>
          <a:endParaRPr lang="en-US"/>
        </a:p>
      </dgm:t>
    </dgm:pt>
    <dgm:pt modelId="{63161838-C2E7-7740-9DDB-DBADB30FAF2F}">
      <dgm:prSet/>
      <dgm:spPr/>
      <dgm:t>
        <a:bodyPr/>
        <a:lstStyle/>
        <a:p>
          <a:r>
            <a:rPr lang="en-US" b="0" i="0" baseline="0" dirty="0"/>
            <a:t>The expected intensity is less well defined for taller samples because the beam does not illuminate the full sample uniformly.</a:t>
          </a:r>
          <a:endParaRPr lang="en-DK" dirty="0"/>
        </a:p>
      </dgm:t>
    </dgm:pt>
    <dgm:pt modelId="{C833DFD7-D951-C548-B99B-1D15B277FB3B}" type="parTrans" cxnId="{AEA6B9FC-6D9F-8946-9BB5-49DB54547A1F}">
      <dgm:prSet/>
      <dgm:spPr/>
      <dgm:t>
        <a:bodyPr/>
        <a:lstStyle/>
        <a:p>
          <a:endParaRPr lang="en-US"/>
        </a:p>
      </dgm:t>
    </dgm:pt>
    <dgm:pt modelId="{96E5BDF0-AD03-EB4A-A1F2-D6B1497BA700}" type="sibTrans" cxnId="{AEA6B9FC-6D9F-8946-9BB5-49DB54547A1F}">
      <dgm:prSet/>
      <dgm:spPr/>
      <dgm:t>
        <a:bodyPr/>
        <a:lstStyle/>
        <a:p>
          <a:endParaRPr lang="en-US"/>
        </a:p>
      </dgm:t>
    </dgm:pt>
    <dgm:pt modelId="{F4425337-B619-7345-BEE1-AE56AEA88E09}">
      <dgm:prSet/>
      <dgm:spPr/>
      <dgm:t>
        <a:bodyPr/>
        <a:lstStyle/>
        <a:p>
          <a:r>
            <a:rPr lang="en-US" b="0" i="0" baseline="0" dirty="0"/>
            <a:t>The optimization result depends on the chosen detector windows and quality metrics.</a:t>
          </a:r>
          <a:endParaRPr lang="en-DK" dirty="0"/>
        </a:p>
      </dgm:t>
    </dgm:pt>
    <dgm:pt modelId="{5418CB45-AC52-114E-8B36-81AA1E8C9EC5}" type="parTrans" cxnId="{C94045D3-62E9-0347-BDF8-613338D62F22}">
      <dgm:prSet/>
      <dgm:spPr/>
      <dgm:t>
        <a:bodyPr/>
        <a:lstStyle/>
        <a:p>
          <a:endParaRPr lang="en-US"/>
        </a:p>
      </dgm:t>
    </dgm:pt>
    <dgm:pt modelId="{81D7CC61-15FD-5440-AA6B-E1220B0CE7DB}" type="sibTrans" cxnId="{C94045D3-62E9-0347-BDF8-613338D62F22}">
      <dgm:prSet/>
      <dgm:spPr/>
      <dgm:t>
        <a:bodyPr/>
        <a:lstStyle/>
        <a:p>
          <a:endParaRPr lang="en-US"/>
        </a:p>
      </dgm:t>
    </dgm:pt>
    <dgm:pt modelId="{2E57C7DC-0252-DD46-97D5-4DFA47028F6A}">
      <dgm:prSet/>
      <dgm:spPr/>
      <dgm:t>
        <a:bodyPr/>
        <a:lstStyle/>
        <a:p>
          <a:r>
            <a:rPr lang="en-US" b="0" i="0" baseline="0" dirty="0"/>
            <a:t>McMini is intentionally minimal and does not reproduce every McStas feature.</a:t>
          </a:r>
          <a:endParaRPr lang="en-DK" dirty="0"/>
        </a:p>
      </dgm:t>
    </dgm:pt>
    <dgm:pt modelId="{D173C74C-F2BE-C646-BA2F-1D6B68366397}" type="parTrans" cxnId="{F0917BF3-100F-D34A-9242-DFDB2A313C3D}">
      <dgm:prSet/>
      <dgm:spPr/>
      <dgm:t>
        <a:bodyPr/>
        <a:lstStyle/>
        <a:p>
          <a:endParaRPr lang="en-US"/>
        </a:p>
      </dgm:t>
    </dgm:pt>
    <dgm:pt modelId="{EA0DE5B0-6E3D-4043-99E6-0442652E73FE}" type="sibTrans" cxnId="{F0917BF3-100F-D34A-9242-DFDB2A313C3D}">
      <dgm:prSet/>
      <dgm:spPr/>
      <dgm:t>
        <a:bodyPr/>
        <a:lstStyle/>
        <a:p>
          <a:endParaRPr lang="en-US"/>
        </a:p>
      </dgm:t>
    </dgm:pt>
    <dgm:pt modelId="{D164A167-35E6-DD42-808C-2E8F04A429DC}" type="pres">
      <dgm:prSet presAssocID="{9CFDA3AA-5D16-9646-9955-09C08B3E4A18}" presName="linear" presStyleCnt="0">
        <dgm:presLayoutVars>
          <dgm:animLvl val="lvl"/>
          <dgm:resizeHandles val="exact"/>
        </dgm:presLayoutVars>
      </dgm:prSet>
      <dgm:spPr/>
    </dgm:pt>
    <dgm:pt modelId="{D8B0309C-3EBE-9745-B5EA-FA9EC1FF7985}" type="pres">
      <dgm:prSet presAssocID="{D9680012-A371-014F-8166-4B611B3539C5}" presName="parentText" presStyleLbl="node1" presStyleIdx="0" presStyleCnt="4">
        <dgm:presLayoutVars>
          <dgm:chMax val="0"/>
          <dgm:bulletEnabled val="1"/>
        </dgm:presLayoutVars>
      </dgm:prSet>
      <dgm:spPr/>
    </dgm:pt>
    <dgm:pt modelId="{FF75638D-5C49-FD4E-97EF-B2F396BDF9BC}" type="pres">
      <dgm:prSet presAssocID="{A5312776-18C0-AD4E-8E5C-0FC4C81D86DD}" presName="spacer" presStyleCnt="0"/>
      <dgm:spPr/>
    </dgm:pt>
    <dgm:pt modelId="{A43AABC2-830C-1E47-8F07-5BFF3DB8C750}" type="pres">
      <dgm:prSet presAssocID="{63161838-C2E7-7740-9DDB-DBADB30FAF2F}" presName="parentText" presStyleLbl="node1" presStyleIdx="1" presStyleCnt="4">
        <dgm:presLayoutVars>
          <dgm:chMax val="0"/>
          <dgm:bulletEnabled val="1"/>
        </dgm:presLayoutVars>
      </dgm:prSet>
      <dgm:spPr/>
    </dgm:pt>
    <dgm:pt modelId="{480D6C11-9735-7948-813F-01E5C553C514}" type="pres">
      <dgm:prSet presAssocID="{96E5BDF0-AD03-EB4A-A1F2-D6B1497BA700}" presName="spacer" presStyleCnt="0"/>
      <dgm:spPr/>
    </dgm:pt>
    <dgm:pt modelId="{B6345864-FF2D-9E47-A197-489BD5DBD736}" type="pres">
      <dgm:prSet presAssocID="{F4425337-B619-7345-BEE1-AE56AEA88E09}" presName="parentText" presStyleLbl="node1" presStyleIdx="2" presStyleCnt="4">
        <dgm:presLayoutVars>
          <dgm:chMax val="0"/>
          <dgm:bulletEnabled val="1"/>
        </dgm:presLayoutVars>
      </dgm:prSet>
      <dgm:spPr/>
    </dgm:pt>
    <dgm:pt modelId="{D65A2408-751C-9046-A31A-AE8C3D0789B1}" type="pres">
      <dgm:prSet presAssocID="{81D7CC61-15FD-5440-AA6B-E1220B0CE7DB}" presName="spacer" presStyleCnt="0"/>
      <dgm:spPr/>
    </dgm:pt>
    <dgm:pt modelId="{D69DAA70-9A2D-C642-BE3F-6A190F69498D}" type="pres">
      <dgm:prSet presAssocID="{2E57C7DC-0252-DD46-97D5-4DFA47028F6A}" presName="parentText" presStyleLbl="node1" presStyleIdx="3" presStyleCnt="4">
        <dgm:presLayoutVars>
          <dgm:chMax val="0"/>
          <dgm:bulletEnabled val="1"/>
        </dgm:presLayoutVars>
      </dgm:prSet>
      <dgm:spPr/>
    </dgm:pt>
  </dgm:ptLst>
  <dgm:cxnLst>
    <dgm:cxn modelId="{109EF706-8B4F-6140-A544-F107E2E89185}" type="presOf" srcId="{D9680012-A371-014F-8166-4B611B3539C5}" destId="{D8B0309C-3EBE-9745-B5EA-FA9EC1FF7985}" srcOrd="0" destOrd="0" presId="urn:microsoft.com/office/officeart/2005/8/layout/vList2"/>
    <dgm:cxn modelId="{47D3B418-7C1C-E345-9C70-5AE912916A6F}" type="presOf" srcId="{F4425337-B619-7345-BEE1-AE56AEA88E09}" destId="{B6345864-FF2D-9E47-A197-489BD5DBD736}" srcOrd="0" destOrd="0" presId="urn:microsoft.com/office/officeart/2005/8/layout/vList2"/>
    <dgm:cxn modelId="{2EA47422-F4E2-6E41-812C-FEABA30E3D63}" type="presOf" srcId="{2E57C7DC-0252-DD46-97D5-4DFA47028F6A}" destId="{D69DAA70-9A2D-C642-BE3F-6A190F69498D}" srcOrd="0" destOrd="0" presId="urn:microsoft.com/office/officeart/2005/8/layout/vList2"/>
    <dgm:cxn modelId="{1080EBA0-E479-3842-AD56-C26BEF5B7360}" srcId="{9CFDA3AA-5D16-9646-9955-09C08B3E4A18}" destId="{D9680012-A371-014F-8166-4B611B3539C5}" srcOrd="0" destOrd="0" parTransId="{9422A826-2533-F549-8A26-02117D646282}" sibTransId="{A5312776-18C0-AD4E-8E5C-0FC4C81D86DD}"/>
    <dgm:cxn modelId="{A367ADAA-E4DE-0647-A0EF-B01330E47D40}" type="presOf" srcId="{9CFDA3AA-5D16-9646-9955-09C08B3E4A18}" destId="{D164A167-35E6-DD42-808C-2E8F04A429DC}" srcOrd="0" destOrd="0" presId="urn:microsoft.com/office/officeart/2005/8/layout/vList2"/>
    <dgm:cxn modelId="{C94045D3-62E9-0347-BDF8-613338D62F22}" srcId="{9CFDA3AA-5D16-9646-9955-09C08B3E4A18}" destId="{F4425337-B619-7345-BEE1-AE56AEA88E09}" srcOrd="2" destOrd="0" parTransId="{5418CB45-AC52-114E-8B36-81AA1E8C9EC5}" sibTransId="{81D7CC61-15FD-5440-AA6B-E1220B0CE7DB}"/>
    <dgm:cxn modelId="{F0917BF3-100F-D34A-9242-DFDB2A313C3D}" srcId="{9CFDA3AA-5D16-9646-9955-09C08B3E4A18}" destId="{2E57C7DC-0252-DD46-97D5-4DFA47028F6A}" srcOrd="3" destOrd="0" parTransId="{D173C74C-F2BE-C646-BA2F-1D6B68366397}" sibTransId="{EA0DE5B0-6E3D-4043-99E6-0442652E73FE}"/>
    <dgm:cxn modelId="{AEA6B9FC-6D9F-8946-9BB5-49DB54547A1F}" srcId="{9CFDA3AA-5D16-9646-9955-09C08B3E4A18}" destId="{63161838-C2E7-7740-9DDB-DBADB30FAF2F}" srcOrd="1" destOrd="0" parTransId="{C833DFD7-D951-C548-B99B-1D15B277FB3B}" sibTransId="{96E5BDF0-AD03-EB4A-A1F2-D6B1497BA700}"/>
    <dgm:cxn modelId="{3156F2FF-6C62-A04B-8C2D-835A2A7699F2}" type="presOf" srcId="{63161838-C2E7-7740-9DDB-DBADB30FAF2F}" destId="{A43AABC2-830C-1E47-8F07-5BFF3DB8C750}" srcOrd="0" destOrd="0" presId="urn:microsoft.com/office/officeart/2005/8/layout/vList2"/>
    <dgm:cxn modelId="{2DCBF5CC-9F34-FB4F-9383-199F6C5B735D}" type="presParOf" srcId="{D164A167-35E6-DD42-808C-2E8F04A429DC}" destId="{D8B0309C-3EBE-9745-B5EA-FA9EC1FF7985}" srcOrd="0" destOrd="0" presId="urn:microsoft.com/office/officeart/2005/8/layout/vList2"/>
    <dgm:cxn modelId="{58956825-06EF-5B4F-88FA-6073EEDCE4E3}" type="presParOf" srcId="{D164A167-35E6-DD42-808C-2E8F04A429DC}" destId="{FF75638D-5C49-FD4E-97EF-B2F396BDF9BC}" srcOrd="1" destOrd="0" presId="urn:microsoft.com/office/officeart/2005/8/layout/vList2"/>
    <dgm:cxn modelId="{3E2135B0-D3BF-324C-B77E-CADE59F41FA9}" type="presParOf" srcId="{D164A167-35E6-DD42-808C-2E8F04A429DC}" destId="{A43AABC2-830C-1E47-8F07-5BFF3DB8C750}" srcOrd="2" destOrd="0" presId="urn:microsoft.com/office/officeart/2005/8/layout/vList2"/>
    <dgm:cxn modelId="{42EBD8C2-4847-D240-BC77-B840B3DFE6C6}" type="presParOf" srcId="{D164A167-35E6-DD42-808C-2E8F04A429DC}" destId="{480D6C11-9735-7948-813F-01E5C553C514}" srcOrd="3" destOrd="0" presId="urn:microsoft.com/office/officeart/2005/8/layout/vList2"/>
    <dgm:cxn modelId="{3CF60863-93DA-374E-B97C-E7EB221DB43A}" type="presParOf" srcId="{D164A167-35E6-DD42-808C-2E8F04A429DC}" destId="{B6345864-FF2D-9E47-A197-489BD5DBD736}" srcOrd="4" destOrd="0" presId="urn:microsoft.com/office/officeart/2005/8/layout/vList2"/>
    <dgm:cxn modelId="{7ADC87CD-3436-854A-9279-4A53544D6970}" type="presParOf" srcId="{D164A167-35E6-DD42-808C-2E8F04A429DC}" destId="{D65A2408-751C-9046-A31A-AE8C3D0789B1}" srcOrd="5" destOrd="0" presId="urn:microsoft.com/office/officeart/2005/8/layout/vList2"/>
    <dgm:cxn modelId="{EF41A48F-D5D6-C745-9129-2AF30F83BBD4}" type="presParOf" srcId="{D164A167-35E6-DD42-808C-2E8F04A429DC}" destId="{D69DAA70-9A2D-C642-BE3F-6A190F69498D}"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9.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a:solidFill>
          <a:schemeClr val="accent1">
            <a:lumMod val="60000"/>
            <a:lumOff val="40000"/>
          </a:schemeClr>
        </a:solidFill>
        <a:ln>
          <a:solidFill>
            <a:schemeClr val="tx1"/>
          </a:solidFill>
        </a:ln>
      </dgm:spPr>
      <dgm:t>
        <a:bodyPr/>
        <a:lstStyle/>
        <a:p>
          <a:r>
            <a:rPr lang="en-US" dirty="0">
              <a:solidFill>
                <a:schemeClr val="tx1"/>
              </a:solidFill>
            </a:rPr>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a:t>Optimize</a:t>
          </a:r>
          <a:endParaRPr lang="en-US" dirty="0"/>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90.xml><?xml version="1.0" encoding="utf-8"?>
<dgm:dataModel xmlns:dgm="http://schemas.openxmlformats.org/drawingml/2006/diagram" xmlns:a="http://schemas.openxmlformats.org/drawingml/2006/main">
  <dgm:ptLst>
    <dgm:pt modelId="{9CFDA3AA-5D16-9646-9955-09C08B3E4A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9680012-A371-014F-8166-4B611B3539C5}">
      <dgm:prSet/>
      <dgm:spPr>
        <a:blipFill>
          <a:blip xmlns:r="http://schemas.openxmlformats.org/officeDocument/2006/relationships" r:embed="rId1"/>
          <a:stretch>
            <a:fillRect l="-573"/>
          </a:stretch>
        </a:blipFill>
      </dgm:spPr>
      <dgm:t>
        <a:bodyPr/>
        <a:lstStyle/>
        <a:p>
          <a:r>
            <a:rPr lang="en-US">
              <a:noFill/>
            </a:rPr>
            <a:t> </a:t>
          </a:r>
        </a:p>
      </dgm:t>
    </dgm:pt>
    <dgm:pt modelId="{9422A826-2533-F549-8A26-02117D646282}" type="parTrans" cxnId="{1080EBA0-E479-3842-AD56-C26BEF5B7360}">
      <dgm:prSet/>
      <dgm:spPr/>
      <dgm:t>
        <a:bodyPr/>
        <a:lstStyle/>
        <a:p>
          <a:endParaRPr lang="en-US"/>
        </a:p>
      </dgm:t>
    </dgm:pt>
    <dgm:pt modelId="{A5312776-18C0-AD4E-8E5C-0FC4C81D86DD}" type="sibTrans" cxnId="{1080EBA0-E479-3842-AD56-C26BEF5B7360}">
      <dgm:prSet/>
      <dgm:spPr/>
      <dgm:t>
        <a:bodyPr/>
        <a:lstStyle/>
        <a:p>
          <a:endParaRPr lang="en-US"/>
        </a:p>
      </dgm:t>
    </dgm:pt>
    <dgm:pt modelId="{63161838-C2E7-7740-9DDB-DBADB30FAF2F}">
      <dgm:prSet/>
      <dgm:spPr/>
      <dgm:t>
        <a:bodyPr/>
        <a:lstStyle/>
        <a:p>
          <a:r>
            <a:rPr lang="en-US" b="0" i="0" baseline="0" dirty="0"/>
            <a:t>The expected intensity is less well defined for taller samples because the beam does not illuminate the full sample uniformly.</a:t>
          </a:r>
          <a:endParaRPr lang="en-DK" dirty="0"/>
        </a:p>
      </dgm:t>
    </dgm:pt>
    <dgm:pt modelId="{C833DFD7-D951-C548-B99B-1D15B277FB3B}" type="parTrans" cxnId="{AEA6B9FC-6D9F-8946-9BB5-49DB54547A1F}">
      <dgm:prSet/>
      <dgm:spPr/>
      <dgm:t>
        <a:bodyPr/>
        <a:lstStyle/>
        <a:p>
          <a:endParaRPr lang="en-US"/>
        </a:p>
      </dgm:t>
    </dgm:pt>
    <dgm:pt modelId="{96E5BDF0-AD03-EB4A-A1F2-D6B1497BA700}" type="sibTrans" cxnId="{AEA6B9FC-6D9F-8946-9BB5-49DB54547A1F}">
      <dgm:prSet/>
      <dgm:spPr/>
      <dgm:t>
        <a:bodyPr/>
        <a:lstStyle/>
        <a:p>
          <a:endParaRPr lang="en-US"/>
        </a:p>
      </dgm:t>
    </dgm:pt>
    <dgm:pt modelId="{F4425337-B619-7345-BEE1-AE56AEA88E09}">
      <dgm:prSet/>
      <dgm:spPr/>
      <dgm:t>
        <a:bodyPr/>
        <a:lstStyle/>
        <a:p>
          <a:r>
            <a:rPr lang="en-US" b="0" i="0" baseline="0" dirty="0"/>
            <a:t>The optimization result depends on the chosen detector windows and quality metrics.</a:t>
          </a:r>
          <a:endParaRPr lang="en-DK" dirty="0"/>
        </a:p>
      </dgm:t>
    </dgm:pt>
    <dgm:pt modelId="{5418CB45-AC52-114E-8B36-81AA1E8C9EC5}" type="parTrans" cxnId="{C94045D3-62E9-0347-BDF8-613338D62F22}">
      <dgm:prSet/>
      <dgm:spPr/>
      <dgm:t>
        <a:bodyPr/>
        <a:lstStyle/>
        <a:p>
          <a:endParaRPr lang="en-US"/>
        </a:p>
      </dgm:t>
    </dgm:pt>
    <dgm:pt modelId="{81D7CC61-15FD-5440-AA6B-E1220B0CE7DB}" type="sibTrans" cxnId="{C94045D3-62E9-0347-BDF8-613338D62F22}">
      <dgm:prSet/>
      <dgm:spPr/>
      <dgm:t>
        <a:bodyPr/>
        <a:lstStyle/>
        <a:p>
          <a:endParaRPr lang="en-US"/>
        </a:p>
      </dgm:t>
    </dgm:pt>
    <dgm:pt modelId="{D164A167-35E6-DD42-808C-2E8F04A429DC}" type="pres">
      <dgm:prSet presAssocID="{9CFDA3AA-5D16-9646-9955-09C08B3E4A18}" presName="linear" presStyleCnt="0">
        <dgm:presLayoutVars>
          <dgm:animLvl val="lvl"/>
          <dgm:resizeHandles val="exact"/>
        </dgm:presLayoutVars>
      </dgm:prSet>
      <dgm:spPr/>
    </dgm:pt>
    <dgm:pt modelId="{D8B0309C-3EBE-9745-B5EA-FA9EC1FF7985}" type="pres">
      <dgm:prSet presAssocID="{D9680012-A371-014F-8166-4B611B3539C5}" presName="parentText" presStyleLbl="node1" presStyleIdx="0" presStyleCnt="3">
        <dgm:presLayoutVars>
          <dgm:chMax val="0"/>
          <dgm:bulletEnabled val="1"/>
        </dgm:presLayoutVars>
      </dgm:prSet>
      <dgm:spPr/>
    </dgm:pt>
    <dgm:pt modelId="{FF75638D-5C49-FD4E-97EF-B2F396BDF9BC}" type="pres">
      <dgm:prSet presAssocID="{A5312776-18C0-AD4E-8E5C-0FC4C81D86DD}" presName="spacer" presStyleCnt="0"/>
      <dgm:spPr/>
    </dgm:pt>
    <dgm:pt modelId="{A43AABC2-830C-1E47-8F07-5BFF3DB8C750}" type="pres">
      <dgm:prSet presAssocID="{63161838-C2E7-7740-9DDB-DBADB30FAF2F}" presName="parentText" presStyleLbl="node1" presStyleIdx="1" presStyleCnt="3">
        <dgm:presLayoutVars>
          <dgm:chMax val="0"/>
          <dgm:bulletEnabled val="1"/>
        </dgm:presLayoutVars>
      </dgm:prSet>
      <dgm:spPr/>
    </dgm:pt>
    <dgm:pt modelId="{480D6C11-9735-7948-813F-01E5C553C514}" type="pres">
      <dgm:prSet presAssocID="{96E5BDF0-AD03-EB4A-A1F2-D6B1497BA700}" presName="spacer" presStyleCnt="0"/>
      <dgm:spPr/>
    </dgm:pt>
    <dgm:pt modelId="{B6345864-FF2D-9E47-A197-489BD5DBD736}" type="pres">
      <dgm:prSet presAssocID="{F4425337-B619-7345-BEE1-AE56AEA88E09}" presName="parentText" presStyleLbl="node1" presStyleIdx="2" presStyleCnt="3">
        <dgm:presLayoutVars>
          <dgm:chMax val="0"/>
          <dgm:bulletEnabled val="1"/>
        </dgm:presLayoutVars>
      </dgm:prSet>
      <dgm:spPr/>
    </dgm:pt>
  </dgm:ptLst>
  <dgm:cxnLst>
    <dgm:cxn modelId="{109EF706-8B4F-6140-A544-F107E2E89185}" type="presOf" srcId="{D9680012-A371-014F-8166-4B611B3539C5}" destId="{D8B0309C-3EBE-9745-B5EA-FA9EC1FF7985}" srcOrd="0" destOrd="0" presId="urn:microsoft.com/office/officeart/2005/8/layout/vList2"/>
    <dgm:cxn modelId="{47D3B418-7C1C-E345-9C70-5AE912916A6F}" type="presOf" srcId="{F4425337-B619-7345-BEE1-AE56AEA88E09}" destId="{B6345864-FF2D-9E47-A197-489BD5DBD736}" srcOrd="0" destOrd="0" presId="urn:microsoft.com/office/officeart/2005/8/layout/vList2"/>
    <dgm:cxn modelId="{1080EBA0-E479-3842-AD56-C26BEF5B7360}" srcId="{9CFDA3AA-5D16-9646-9955-09C08B3E4A18}" destId="{D9680012-A371-014F-8166-4B611B3539C5}" srcOrd="0" destOrd="0" parTransId="{9422A826-2533-F549-8A26-02117D646282}" sibTransId="{A5312776-18C0-AD4E-8E5C-0FC4C81D86DD}"/>
    <dgm:cxn modelId="{A367ADAA-E4DE-0647-A0EF-B01330E47D40}" type="presOf" srcId="{9CFDA3AA-5D16-9646-9955-09C08B3E4A18}" destId="{D164A167-35E6-DD42-808C-2E8F04A429DC}" srcOrd="0" destOrd="0" presId="urn:microsoft.com/office/officeart/2005/8/layout/vList2"/>
    <dgm:cxn modelId="{C94045D3-62E9-0347-BDF8-613338D62F22}" srcId="{9CFDA3AA-5D16-9646-9955-09C08B3E4A18}" destId="{F4425337-B619-7345-BEE1-AE56AEA88E09}" srcOrd="2" destOrd="0" parTransId="{5418CB45-AC52-114E-8B36-81AA1E8C9EC5}" sibTransId="{81D7CC61-15FD-5440-AA6B-E1220B0CE7DB}"/>
    <dgm:cxn modelId="{AEA6B9FC-6D9F-8946-9BB5-49DB54547A1F}" srcId="{9CFDA3AA-5D16-9646-9955-09C08B3E4A18}" destId="{63161838-C2E7-7740-9DDB-DBADB30FAF2F}" srcOrd="1" destOrd="0" parTransId="{C833DFD7-D951-C548-B99B-1D15B277FB3B}" sibTransId="{96E5BDF0-AD03-EB4A-A1F2-D6B1497BA700}"/>
    <dgm:cxn modelId="{3156F2FF-6C62-A04B-8C2D-835A2A7699F2}" type="presOf" srcId="{63161838-C2E7-7740-9DDB-DBADB30FAF2F}" destId="{A43AABC2-830C-1E47-8F07-5BFF3DB8C750}" srcOrd="0" destOrd="0" presId="urn:microsoft.com/office/officeart/2005/8/layout/vList2"/>
    <dgm:cxn modelId="{2DCBF5CC-9F34-FB4F-9383-199F6C5B735D}" type="presParOf" srcId="{D164A167-35E6-DD42-808C-2E8F04A429DC}" destId="{D8B0309C-3EBE-9745-B5EA-FA9EC1FF7985}" srcOrd="0" destOrd="0" presId="urn:microsoft.com/office/officeart/2005/8/layout/vList2"/>
    <dgm:cxn modelId="{58956825-06EF-5B4F-88FA-6073EEDCE4E3}" type="presParOf" srcId="{D164A167-35E6-DD42-808C-2E8F04A429DC}" destId="{FF75638D-5C49-FD4E-97EF-B2F396BDF9BC}" srcOrd="1" destOrd="0" presId="urn:microsoft.com/office/officeart/2005/8/layout/vList2"/>
    <dgm:cxn modelId="{3E2135B0-D3BF-324C-B77E-CADE59F41FA9}" type="presParOf" srcId="{D164A167-35E6-DD42-808C-2E8F04A429DC}" destId="{A43AABC2-830C-1E47-8F07-5BFF3DB8C750}" srcOrd="2" destOrd="0" presId="urn:microsoft.com/office/officeart/2005/8/layout/vList2"/>
    <dgm:cxn modelId="{42EBD8C2-4847-D240-BC77-B840B3DFE6C6}" type="presParOf" srcId="{D164A167-35E6-DD42-808C-2E8F04A429DC}" destId="{480D6C11-9735-7948-813F-01E5C553C514}" srcOrd="3" destOrd="0" presId="urn:microsoft.com/office/officeart/2005/8/layout/vList2"/>
    <dgm:cxn modelId="{3CF60863-93DA-374E-B97C-E7EB221DB43A}" type="presParOf" srcId="{D164A167-35E6-DD42-808C-2E8F04A429DC}" destId="{B6345864-FF2D-9E47-A197-489BD5DBD736}"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1.xml><?xml version="1.0" encoding="utf-8"?>
<dgm:dataModel xmlns:dgm="http://schemas.openxmlformats.org/drawingml/2006/diagram" xmlns:a="http://schemas.openxmlformats.org/drawingml/2006/main">
  <dgm:ptLst>
    <dgm:pt modelId="{9CFDA3AA-5D16-9646-9955-09C08B3E4A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D9680012-A371-014F-8166-4B611B3539C5}">
          <dgm:prSet/>
          <dgm:spPr/>
          <dgm:t>
            <a:bodyPr/>
            <a:lstStyle/>
            <a:p>
              <a:r>
                <a:rPr lang="en-US" b="0" i="0" baseline="0" dirty="0"/>
                <a:t>The </a:t>
              </a:r>
              <a14:m>
                <m:oMath xmlns:m="http://schemas.openxmlformats.org/officeDocument/2006/math">
                  <m:r>
                    <a:rPr lang="en-US" b="0" i="1" baseline="0" dirty="0" smtClean="0">
                      <a:latin typeface="Cambria Math" panose="02040503050406030204" pitchFamily="18" charset="0"/>
                    </a:rPr>
                    <m:t>4</m:t>
                  </m:r>
                  <m:r>
                    <a:rPr lang="el-GR" b="0" i="1" baseline="0" dirty="0" smtClean="0">
                      <a:latin typeface="Cambria Math" panose="02040503050406030204" pitchFamily="18" charset="0"/>
                    </a:rPr>
                    <m:t>𝜋</m:t>
                  </m:r>
                </m:oMath>
              </a14:m>
              <a:r>
                <a:rPr lang="el-GR" b="0" i="0" baseline="0" dirty="0"/>
                <a:t> </a:t>
              </a:r>
              <a:r>
                <a:rPr lang="en-US" b="0" i="0" baseline="0" dirty="0"/>
                <a:t>monitor artifact should be further investigated or corrected.</a:t>
              </a:r>
              <a:endParaRPr lang="en-DK" dirty="0"/>
            </a:p>
          </dgm:t>
        </dgm:pt>
      </mc:Choice>
      <mc:Fallback xmlns="">
        <dgm:pt modelId="{D9680012-A371-014F-8166-4B611B3539C5}">
          <dgm:prSet/>
          <dgm:spPr/>
          <dgm:t>
            <a:bodyPr/>
            <a:lstStyle/>
            <a:p>
              <a:r>
                <a:rPr lang="en-US" b="0" i="0" baseline="0" dirty="0"/>
                <a:t>The </a:t>
              </a:r>
              <a:r>
                <a:rPr lang="en-US" b="0" i="0" baseline="0" dirty="0">
                  <a:latin typeface="Cambria Math" panose="02040503050406030204" pitchFamily="18" charset="0"/>
                </a:rPr>
                <a:t>4</a:t>
              </a:r>
              <a:r>
                <a:rPr lang="el-GR" b="0" i="0" baseline="0" dirty="0">
                  <a:latin typeface="Cambria Math" panose="02040503050406030204" pitchFamily="18" charset="0"/>
                </a:rPr>
                <a:t>𝜋</a:t>
              </a:r>
              <a:r>
                <a:rPr lang="el-GR" b="0" i="0" baseline="0" dirty="0"/>
                <a:t> </a:t>
              </a:r>
              <a:r>
                <a:rPr lang="en-US" b="0" i="0" baseline="0" dirty="0"/>
                <a:t>monitor artifact should be further investigated or corrected.</a:t>
              </a:r>
              <a:endParaRPr lang="en-DK" dirty="0"/>
            </a:p>
          </dgm:t>
        </dgm:pt>
      </mc:Fallback>
    </mc:AlternateContent>
    <dgm:pt modelId="{9422A826-2533-F549-8A26-02117D646282}" type="parTrans" cxnId="{1080EBA0-E479-3842-AD56-C26BEF5B7360}">
      <dgm:prSet/>
      <dgm:spPr/>
      <dgm:t>
        <a:bodyPr/>
        <a:lstStyle/>
        <a:p>
          <a:endParaRPr lang="en-US"/>
        </a:p>
      </dgm:t>
    </dgm:pt>
    <dgm:pt modelId="{A5312776-18C0-AD4E-8E5C-0FC4C81D86DD}" type="sibTrans" cxnId="{1080EBA0-E479-3842-AD56-C26BEF5B7360}">
      <dgm:prSet/>
      <dgm:spPr/>
      <dgm:t>
        <a:bodyPr/>
        <a:lstStyle/>
        <a:p>
          <a:endParaRPr lang="en-US"/>
        </a:p>
      </dgm:t>
    </dgm:pt>
    <dgm:pt modelId="{63161838-C2E7-7740-9DDB-DBADB30FAF2F}">
      <dgm:prSet/>
      <dgm:spPr/>
      <dgm:t>
        <a:bodyPr/>
        <a:lstStyle/>
        <a:p>
          <a:r>
            <a:rPr lang="en-US" b="0" i="0" baseline="0" dirty="0"/>
            <a:t>The expected intensity is less well defined for taller samples because the beam does not illuminate the full sample uniformly.</a:t>
          </a:r>
          <a:endParaRPr lang="en-DK" dirty="0"/>
        </a:p>
      </dgm:t>
    </dgm:pt>
    <dgm:pt modelId="{C833DFD7-D951-C548-B99B-1D15B277FB3B}" type="parTrans" cxnId="{AEA6B9FC-6D9F-8946-9BB5-49DB54547A1F}">
      <dgm:prSet/>
      <dgm:spPr/>
      <dgm:t>
        <a:bodyPr/>
        <a:lstStyle/>
        <a:p>
          <a:endParaRPr lang="en-US"/>
        </a:p>
      </dgm:t>
    </dgm:pt>
    <dgm:pt modelId="{96E5BDF0-AD03-EB4A-A1F2-D6B1497BA700}" type="sibTrans" cxnId="{AEA6B9FC-6D9F-8946-9BB5-49DB54547A1F}">
      <dgm:prSet/>
      <dgm:spPr/>
      <dgm:t>
        <a:bodyPr/>
        <a:lstStyle/>
        <a:p>
          <a:endParaRPr lang="en-US"/>
        </a:p>
      </dgm:t>
    </dgm:pt>
    <dgm:pt modelId="{F4425337-B619-7345-BEE1-AE56AEA88E09}">
      <dgm:prSet/>
      <dgm:spPr/>
      <dgm:t>
        <a:bodyPr/>
        <a:lstStyle/>
        <a:p>
          <a:r>
            <a:rPr lang="en-US" b="0" i="0" baseline="0" dirty="0"/>
            <a:t>The optimization result depends on the chosen detector windows and quality metrics.</a:t>
          </a:r>
          <a:endParaRPr lang="en-DK" dirty="0"/>
        </a:p>
      </dgm:t>
    </dgm:pt>
    <dgm:pt modelId="{5418CB45-AC52-114E-8B36-81AA1E8C9EC5}" type="parTrans" cxnId="{C94045D3-62E9-0347-BDF8-613338D62F22}">
      <dgm:prSet/>
      <dgm:spPr/>
      <dgm:t>
        <a:bodyPr/>
        <a:lstStyle/>
        <a:p>
          <a:endParaRPr lang="en-US"/>
        </a:p>
      </dgm:t>
    </dgm:pt>
    <dgm:pt modelId="{81D7CC61-15FD-5440-AA6B-E1220B0CE7DB}" type="sibTrans" cxnId="{C94045D3-62E9-0347-BDF8-613338D62F22}">
      <dgm:prSet/>
      <dgm:spPr/>
      <dgm:t>
        <a:bodyPr/>
        <a:lstStyle/>
        <a:p>
          <a:endParaRPr lang="en-US"/>
        </a:p>
      </dgm:t>
    </dgm:pt>
    <dgm:pt modelId="{2E57C7DC-0252-DD46-97D5-4DFA47028F6A}">
      <dgm:prSet/>
      <dgm:spPr/>
      <dgm:t>
        <a:bodyPr/>
        <a:lstStyle/>
        <a:p>
          <a:r>
            <a:rPr lang="en-US" b="0" i="0" baseline="0" dirty="0"/>
            <a:t>McMini is intentionally minimal and does not reproduce every McStas feature.</a:t>
          </a:r>
          <a:endParaRPr lang="en-DK" dirty="0"/>
        </a:p>
      </dgm:t>
    </dgm:pt>
    <dgm:pt modelId="{D173C74C-F2BE-C646-BA2F-1D6B68366397}" type="parTrans" cxnId="{F0917BF3-100F-D34A-9242-DFDB2A313C3D}">
      <dgm:prSet/>
      <dgm:spPr/>
      <dgm:t>
        <a:bodyPr/>
        <a:lstStyle/>
        <a:p>
          <a:endParaRPr lang="en-US"/>
        </a:p>
      </dgm:t>
    </dgm:pt>
    <dgm:pt modelId="{EA0DE5B0-6E3D-4043-99E6-0442652E73FE}" type="sibTrans" cxnId="{F0917BF3-100F-D34A-9242-DFDB2A313C3D}">
      <dgm:prSet/>
      <dgm:spPr/>
      <dgm:t>
        <a:bodyPr/>
        <a:lstStyle/>
        <a:p>
          <a:endParaRPr lang="en-US"/>
        </a:p>
      </dgm:t>
    </dgm:pt>
    <dgm:pt modelId="{746ACCE5-19F3-C24B-A6B8-735450C9D62A}">
      <dgm:prSet/>
      <dgm:spPr/>
      <dgm:t>
        <a:bodyPr/>
        <a:lstStyle/>
        <a:p>
          <a:r>
            <a:rPr lang="en-US" b="0" i="0" baseline="0" dirty="0"/>
            <a:t>Some parameter scans were limited by finite Monte Carlo statistics.</a:t>
          </a:r>
          <a:endParaRPr lang="en-DK" dirty="0"/>
        </a:p>
      </dgm:t>
    </dgm:pt>
    <dgm:pt modelId="{72216703-8441-9440-BE66-02D64E699C4D}" type="parTrans" cxnId="{8833609D-3E34-E24C-9A0B-399CF15DF871}">
      <dgm:prSet/>
      <dgm:spPr/>
      <dgm:t>
        <a:bodyPr/>
        <a:lstStyle/>
        <a:p>
          <a:endParaRPr lang="en-US"/>
        </a:p>
      </dgm:t>
    </dgm:pt>
    <dgm:pt modelId="{7E6E346C-198F-3641-952F-4C3419394E75}" type="sibTrans" cxnId="{8833609D-3E34-E24C-9A0B-399CF15DF871}">
      <dgm:prSet/>
      <dgm:spPr/>
      <dgm:t>
        <a:bodyPr/>
        <a:lstStyle/>
        <a:p>
          <a:endParaRPr lang="en-US"/>
        </a:p>
      </dgm:t>
    </dgm:pt>
    <dgm:pt modelId="{D164A167-35E6-DD42-808C-2E8F04A429DC}" type="pres">
      <dgm:prSet presAssocID="{9CFDA3AA-5D16-9646-9955-09C08B3E4A18}" presName="linear" presStyleCnt="0">
        <dgm:presLayoutVars>
          <dgm:animLvl val="lvl"/>
          <dgm:resizeHandles val="exact"/>
        </dgm:presLayoutVars>
      </dgm:prSet>
      <dgm:spPr/>
    </dgm:pt>
    <dgm:pt modelId="{D8B0309C-3EBE-9745-B5EA-FA9EC1FF7985}" type="pres">
      <dgm:prSet presAssocID="{D9680012-A371-014F-8166-4B611B3539C5}" presName="parentText" presStyleLbl="node1" presStyleIdx="0" presStyleCnt="5">
        <dgm:presLayoutVars>
          <dgm:chMax val="0"/>
          <dgm:bulletEnabled val="1"/>
        </dgm:presLayoutVars>
      </dgm:prSet>
      <dgm:spPr/>
    </dgm:pt>
    <dgm:pt modelId="{FF75638D-5C49-FD4E-97EF-B2F396BDF9BC}" type="pres">
      <dgm:prSet presAssocID="{A5312776-18C0-AD4E-8E5C-0FC4C81D86DD}" presName="spacer" presStyleCnt="0"/>
      <dgm:spPr/>
    </dgm:pt>
    <dgm:pt modelId="{A43AABC2-830C-1E47-8F07-5BFF3DB8C750}" type="pres">
      <dgm:prSet presAssocID="{63161838-C2E7-7740-9DDB-DBADB30FAF2F}" presName="parentText" presStyleLbl="node1" presStyleIdx="1" presStyleCnt="5">
        <dgm:presLayoutVars>
          <dgm:chMax val="0"/>
          <dgm:bulletEnabled val="1"/>
        </dgm:presLayoutVars>
      </dgm:prSet>
      <dgm:spPr/>
    </dgm:pt>
    <dgm:pt modelId="{480D6C11-9735-7948-813F-01E5C553C514}" type="pres">
      <dgm:prSet presAssocID="{96E5BDF0-AD03-EB4A-A1F2-D6B1497BA700}" presName="spacer" presStyleCnt="0"/>
      <dgm:spPr/>
    </dgm:pt>
    <dgm:pt modelId="{B6345864-FF2D-9E47-A197-489BD5DBD736}" type="pres">
      <dgm:prSet presAssocID="{F4425337-B619-7345-BEE1-AE56AEA88E09}" presName="parentText" presStyleLbl="node1" presStyleIdx="2" presStyleCnt="5">
        <dgm:presLayoutVars>
          <dgm:chMax val="0"/>
          <dgm:bulletEnabled val="1"/>
        </dgm:presLayoutVars>
      </dgm:prSet>
      <dgm:spPr/>
    </dgm:pt>
    <dgm:pt modelId="{D65A2408-751C-9046-A31A-AE8C3D0789B1}" type="pres">
      <dgm:prSet presAssocID="{81D7CC61-15FD-5440-AA6B-E1220B0CE7DB}" presName="spacer" presStyleCnt="0"/>
      <dgm:spPr/>
    </dgm:pt>
    <dgm:pt modelId="{D69DAA70-9A2D-C642-BE3F-6A190F69498D}" type="pres">
      <dgm:prSet presAssocID="{2E57C7DC-0252-DD46-97D5-4DFA47028F6A}" presName="parentText" presStyleLbl="node1" presStyleIdx="3" presStyleCnt="5">
        <dgm:presLayoutVars>
          <dgm:chMax val="0"/>
          <dgm:bulletEnabled val="1"/>
        </dgm:presLayoutVars>
      </dgm:prSet>
      <dgm:spPr/>
    </dgm:pt>
    <dgm:pt modelId="{E5B54412-BAFF-3E4D-9313-99E3A81EEDBA}" type="pres">
      <dgm:prSet presAssocID="{EA0DE5B0-6E3D-4043-99E6-0442652E73FE}" presName="spacer" presStyleCnt="0"/>
      <dgm:spPr/>
    </dgm:pt>
    <dgm:pt modelId="{9B77B7C9-1615-104B-BD59-53C1656D7015}" type="pres">
      <dgm:prSet presAssocID="{746ACCE5-19F3-C24B-A6B8-735450C9D62A}" presName="parentText" presStyleLbl="node1" presStyleIdx="4" presStyleCnt="5">
        <dgm:presLayoutVars>
          <dgm:chMax val="0"/>
          <dgm:bulletEnabled val="1"/>
        </dgm:presLayoutVars>
      </dgm:prSet>
      <dgm:spPr/>
    </dgm:pt>
  </dgm:ptLst>
  <dgm:cxnLst>
    <dgm:cxn modelId="{109EF706-8B4F-6140-A544-F107E2E89185}" type="presOf" srcId="{D9680012-A371-014F-8166-4B611B3539C5}" destId="{D8B0309C-3EBE-9745-B5EA-FA9EC1FF7985}" srcOrd="0" destOrd="0" presId="urn:microsoft.com/office/officeart/2005/8/layout/vList2"/>
    <dgm:cxn modelId="{47D3B418-7C1C-E345-9C70-5AE912916A6F}" type="presOf" srcId="{F4425337-B619-7345-BEE1-AE56AEA88E09}" destId="{B6345864-FF2D-9E47-A197-489BD5DBD736}" srcOrd="0" destOrd="0" presId="urn:microsoft.com/office/officeart/2005/8/layout/vList2"/>
    <dgm:cxn modelId="{2EA47422-F4E2-6E41-812C-FEABA30E3D63}" type="presOf" srcId="{2E57C7DC-0252-DD46-97D5-4DFA47028F6A}" destId="{D69DAA70-9A2D-C642-BE3F-6A190F69498D}" srcOrd="0" destOrd="0" presId="urn:microsoft.com/office/officeart/2005/8/layout/vList2"/>
    <dgm:cxn modelId="{3A073D93-1C69-EA49-A6B1-CE289A575087}" type="presOf" srcId="{746ACCE5-19F3-C24B-A6B8-735450C9D62A}" destId="{9B77B7C9-1615-104B-BD59-53C1656D7015}" srcOrd="0" destOrd="0" presId="urn:microsoft.com/office/officeart/2005/8/layout/vList2"/>
    <dgm:cxn modelId="{8833609D-3E34-E24C-9A0B-399CF15DF871}" srcId="{9CFDA3AA-5D16-9646-9955-09C08B3E4A18}" destId="{746ACCE5-19F3-C24B-A6B8-735450C9D62A}" srcOrd="4" destOrd="0" parTransId="{72216703-8441-9440-BE66-02D64E699C4D}" sibTransId="{7E6E346C-198F-3641-952F-4C3419394E75}"/>
    <dgm:cxn modelId="{1080EBA0-E479-3842-AD56-C26BEF5B7360}" srcId="{9CFDA3AA-5D16-9646-9955-09C08B3E4A18}" destId="{D9680012-A371-014F-8166-4B611B3539C5}" srcOrd="0" destOrd="0" parTransId="{9422A826-2533-F549-8A26-02117D646282}" sibTransId="{A5312776-18C0-AD4E-8E5C-0FC4C81D86DD}"/>
    <dgm:cxn modelId="{A367ADAA-E4DE-0647-A0EF-B01330E47D40}" type="presOf" srcId="{9CFDA3AA-5D16-9646-9955-09C08B3E4A18}" destId="{D164A167-35E6-DD42-808C-2E8F04A429DC}" srcOrd="0" destOrd="0" presId="urn:microsoft.com/office/officeart/2005/8/layout/vList2"/>
    <dgm:cxn modelId="{C94045D3-62E9-0347-BDF8-613338D62F22}" srcId="{9CFDA3AA-5D16-9646-9955-09C08B3E4A18}" destId="{F4425337-B619-7345-BEE1-AE56AEA88E09}" srcOrd="2" destOrd="0" parTransId="{5418CB45-AC52-114E-8B36-81AA1E8C9EC5}" sibTransId="{81D7CC61-15FD-5440-AA6B-E1220B0CE7DB}"/>
    <dgm:cxn modelId="{F0917BF3-100F-D34A-9242-DFDB2A313C3D}" srcId="{9CFDA3AA-5D16-9646-9955-09C08B3E4A18}" destId="{2E57C7DC-0252-DD46-97D5-4DFA47028F6A}" srcOrd="3" destOrd="0" parTransId="{D173C74C-F2BE-C646-BA2F-1D6B68366397}" sibTransId="{EA0DE5B0-6E3D-4043-99E6-0442652E73FE}"/>
    <dgm:cxn modelId="{AEA6B9FC-6D9F-8946-9BB5-49DB54547A1F}" srcId="{9CFDA3AA-5D16-9646-9955-09C08B3E4A18}" destId="{63161838-C2E7-7740-9DDB-DBADB30FAF2F}" srcOrd="1" destOrd="0" parTransId="{C833DFD7-D951-C548-B99B-1D15B277FB3B}" sibTransId="{96E5BDF0-AD03-EB4A-A1F2-D6B1497BA700}"/>
    <dgm:cxn modelId="{3156F2FF-6C62-A04B-8C2D-835A2A7699F2}" type="presOf" srcId="{63161838-C2E7-7740-9DDB-DBADB30FAF2F}" destId="{A43AABC2-830C-1E47-8F07-5BFF3DB8C750}" srcOrd="0" destOrd="0" presId="urn:microsoft.com/office/officeart/2005/8/layout/vList2"/>
    <dgm:cxn modelId="{2DCBF5CC-9F34-FB4F-9383-199F6C5B735D}" type="presParOf" srcId="{D164A167-35E6-DD42-808C-2E8F04A429DC}" destId="{D8B0309C-3EBE-9745-B5EA-FA9EC1FF7985}" srcOrd="0" destOrd="0" presId="urn:microsoft.com/office/officeart/2005/8/layout/vList2"/>
    <dgm:cxn modelId="{58956825-06EF-5B4F-88FA-6073EEDCE4E3}" type="presParOf" srcId="{D164A167-35E6-DD42-808C-2E8F04A429DC}" destId="{FF75638D-5C49-FD4E-97EF-B2F396BDF9BC}" srcOrd="1" destOrd="0" presId="urn:microsoft.com/office/officeart/2005/8/layout/vList2"/>
    <dgm:cxn modelId="{3E2135B0-D3BF-324C-B77E-CADE59F41FA9}" type="presParOf" srcId="{D164A167-35E6-DD42-808C-2E8F04A429DC}" destId="{A43AABC2-830C-1E47-8F07-5BFF3DB8C750}" srcOrd="2" destOrd="0" presId="urn:microsoft.com/office/officeart/2005/8/layout/vList2"/>
    <dgm:cxn modelId="{42EBD8C2-4847-D240-BC77-B840B3DFE6C6}" type="presParOf" srcId="{D164A167-35E6-DD42-808C-2E8F04A429DC}" destId="{480D6C11-9735-7948-813F-01E5C553C514}" srcOrd="3" destOrd="0" presId="urn:microsoft.com/office/officeart/2005/8/layout/vList2"/>
    <dgm:cxn modelId="{3CF60863-93DA-374E-B97C-E7EB221DB43A}" type="presParOf" srcId="{D164A167-35E6-DD42-808C-2E8F04A429DC}" destId="{B6345864-FF2D-9E47-A197-489BD5DBD736}" srcOrd="4" destOrd="0" presId="urn:microsoft.com/office/officeart/2005/8/layout/vList2"/>
    <dgm:cxn modelId="{7ADC87CD-3436-854A-9279-4A53544D6970}" type="presParOf" srcId="{D164A167-35E6-DD42-808C-2E8F04A429DC}" destId="{D65A2408-751C-9046-A31A-AE8C3D0789B1}" srcOrd="5" destOrd="0" presId="urn:microsoft.com/office/officeart/2005/8/layout/vList2"/>
    <dgm:cxn modelId="{EF41A48F-D5D6-C745-9129-2AF30F83BBD4}" type="presParOf" srcId="{D164A167-35E6-DD42-808C-2E8F04A429DC}" destId="{D69DAA70-9A2D-C642-BE3F-6A190F69498D}" srcOrd="6" destOrd="0" presId="urn:microsoft.com/office/officeart/2005/8/layout/vList2"/>
    <dgm:cxn modelId="{608F1BCC-3166-2B42-9CCE-3E65CCFCA506}" type="presParOf" srcId="{D164A167-35E6-DD42-808C-2E8F04A429DC}" destId="{E5B54412-BAFF-3E4D-9313-99E3A81EEDBA}" srcOrd="7" destOrd="0" presId="urn:microsoft.com/office/officeart/2005/8/layout/vList2"/>
    <dgm:cxn modelId="{4B21EF40-98B8-BF41-9C00-34C4529F4F1A}" type="presParOf" srcId="{D164A167-35E6-DD42-808C-2E8F04A429DC}" destId="{9B77B7C9-1615-104B-BD59-53C1656D7015}"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2.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a:solidFill>
          <a:schemeClr val="accent1">
            <a:lumMod val="60000"/>
            <a:lumOff val="40000"/>
          </a:schemeClr>
        </a:solidFill>
        <a:ln>
          <a:solidFill>
            <a:schemeClr val="tx1"/>
          </a:solidFill>
        </a:ln>
      </dgm:spPr>
      <dgm:t>
        <a:bodyPr/>
        <a:lstStyle/>
        <a:p>
          <a:r>
            <a:rPr lang="en-US" dirty="0">
              <a:solidFill>
                <a:schemeClr val="tx1"/>
              </a:solidFill>
            </a:rPr>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a:t>Optimize</a:t>
          </a:r>
          <a:endParaRPr lang="en-US" dirty="0"/>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93.xml><?xml version="1.0" encoding="utf-8"?>
<dgm:dataModel xmlns:dgm="http://schemas.openxmlformats.org/drawingml/2006/diagram" xmlns:a="http://schemas.openxmlformats.org/drawingml/2006/main">
  <dgm:ptLst>
    <dgm:pt modelId="{9CFDA3AA-5D16-9646-9955-09C08B3E4A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9680012-A371-014F-8166-4B611B3539C5}">
      <dgm:prSet/>
      <dgm:spPr>
        <a:blipFill>
          <a:blip xmlns:r="http://schemas.openxmlformats.org/officeDocument/2006/relationships" r:embed="rId1"/>
          <a:stretch>
            <a:fillRect l="-573"/>
          </a:stretch>
        </a:blipFill>
      </dgm:spPr>
      <dgm:t>
        <a:bodyPr/>
        <a:lstStyle/>
        <a:p>
          <a:r>
            <a:rPr lang="en-US">
              <a:noFill/>
            </a:rPr>
            <a:t> </a:t>
          </a:r>
        </a:p>
      </dgm:t>
    </dgm:pt>
    <dgm:pt modelId="{9422A826-2533-F549-8A26-02117D646282}" type="parTrans" cxnId="{1080EBA0-E479-3842-AD56-C26BEF5B7360}">
      <dgm:prSet/>
      <dgm:spPr/>
      <dgm:t>
        <a:bodyPr/>
        <a:lstStyle/>
        <a:p>
          <a:endParaRPr lang="en-US"/>
        </a:p>
      </dgm:t>
    </dgm:pt>
    <dgm:pt modelId="{A5312776-18C0-AD4E-8E5C-0FC4C81D86DD}" type="sibTrans" cxnId="{1080EBA0-E479-3842-AD56-C26BEF5B7360}">
      <dgm:prSet/>
      <dgm:spPr/>
      <dgm:t>
        <a:bodyPr/>
        <a:lstStyle/>
        <a:p>
          <a:endParaRPr lang="en-US"/>
        </a:p>
      </dgm:t>
    </dgm:pt>
    <dgm:pt modelId="{63161838-C2E7-7740-9DDB-DBADB30FAF2F}">
      <dgm:prSet/>
      <dgm:spPr/>
      <dgm:t>
        <a:bodyPr/>
        <a:lstStyle/>
        <a:p>
          <a:r>
            <a:rPr lang="en-US" b="0" i="0" baseline="0" dirty="0"/>
            <a:t>The expected intensity is less well defined for taller samples because the beam does not illuminate the full sample uniformly.</a:t>
          </a:r>
          <a:endParaRPr lang="en-DK" dirty="0"/>
        </a:p>
      </dgm:t>
    </dgm:pt>
    <dgm:pt modelId="{C833DFD7-D951-C548-B99B-1D15B277FB3B}" type="parTrans" cxnId="{AEA6B9FC-6D9F-8946-9BB5-49DB54547A1F}">
      <dgm:prSet/>
      <dgm:spPr/>
      <dgm:t>
        <a:bodyPr/>
        <a:lstStyle/>
        <a:p>
          <a:endParaRPr lang="en-US"/>
        </a:p>
      </dgm:t>
    </dgm:pt>
    <dgm:pt modelId="{96E5BDF0-AD03-EB4A-A1F2-D6B1497BA700}" type="sibTrans" cxnId="{AEA6B9FC-6D9F-8946-9BB5-49DB54547A1F}">
      <dgm:prSet/>
      <dgm:spPr/>
      <dgm:t>
        <a:bodyPr/>
        <a:lstStyle/>
        <a:p>
          <a:endParaRPr lang="en-US"/>
        </a:p>
      </dgm:t>
    </dgm:pt>
    <dgm:pt modelId="{F4425337-B619-7345-BEE1-AE56AEA88E09}">
      <dgm:prSet/>
      <dgm:spPr/>
      <dgm:t>
        <a:bodyPr/>
        <a:lstStyle/>
        <a:p>
          <a:r>
            <a:rPr lang="en-US" b="0" i="0" baseline="0" dirty="0"/>
            <a:t>The optimization result depends on the chosen detector windows and quality metrics.</a:t>
          </a:r>
          <a:endParaRPr lang="en-DK" dirty="0"/>
        </a:p>
      </dgm:t>
    </dgm:pt>
    <dgm:pt modelId="{5418CB45-AC52-114E-8B36-81AA1E8C9EC5}" type="parTrans" cxnId="{C94045D3-62E9-0347-BDF8-613338D62F22}">
      <dgm:prSet/>
      <dgm:spPr/>
      <dgm:t>
        <a:bodyPr/>
        <a:lstStyle/>
        <a:p>
          <a:endParaRPr lang="en-US"/>
        </a:p>
      </dgm:t>
    </dgm:pt>
    <dgm:pt modelId="{81D7CC61-15FD-5440-AA6B-E1220B0CE7DB}" type="sibTrans" cxnId="{C94045D3-62E9-0347-BDF8-613338D62F22}">
      <dgm:prSet/>
      <dgm:spPr/>
      <dgm:t>
        <a:bodyPr/>
        <a:lstStyle/>
        <a:p>
          <a:endParaRPr lang="en-US"/>
        </a:p>
      </dgm:t>
    </dgm:pt>
    <dgm:pt modelId="{2E57C7DC-0252-DD46-97D5-4DFA47028F6A}">
      <dgm:prSet/>
      <dgm:spPr/>
      <dgm:t>
        <a:bodyPr/>
        <a:lstStyle/>
        <a:p>
          <a:r>
            <a:rPr lang="en-US" b="0" i="0" baseline="0" dirty="0"/>
            <a:t>McMini is intentionally minimal and does not reproduce every McStas feature.</a:t>
          </a:r>
          <a:endParaRPr lang="en-DK" dirty="0"/>
        </a:p>
      </dgm:t>
    </dgm:pt>
    <dgm:pt modelId="{D173C74C-F2BE-C646-BA2F-1D6B68366397}" type="parTrans" cxnId="{F0917BF3-100F-D34A-9242-DFDB2A313C3D}">
      <dgm:prSet/>
      <dgm:spPr/>
      <dgm:t>
        <a:bodyPr/>
        <a:lstStyle/>
        <a:p>
          <a:endParaRPr lang="en-US"/>
        </a:p>
      </dgm:t>
    </dgm:pt>
    <dgm:pt modelId="{EA0DE5B0-6E3D-4043-99E6-0442652E73FE}" type="sibTrans" cxnId="{F0917BF3-100F-D34A-9242-DFDB2A313C3D}">
      <dgm:prSet/>
      <dgm:spPr/>
      <dgm:t>
        <a:bodyPr/>
        <a:lstStyle/>
        <a:p>
          <a:endParaRPr lang="en-US"/>
        </a:p>
      </dgm:t>
    </dgm:pt>
    <dgm:pt modelId="{D164A167-35E6-DD42-808C-2E8F04A429DC}" type="pres">
      <dgm:prSet presAssocID="{9CFDA3AA-5D16-9646-9955-09C08B3E4A18}" presName="linear" presStyleCnt="0">
        <dgm:presLayoutVars>
          <dgm:animLvl val="lvl"/>
          <dgm:resizeHandles val="exact"/>
        </dgm:presLayoutVars>
      </dgm:prSet>
      <dgm:spPr/>
    </dgm:pt>
    <dgm:pt modelId="{D8B0309C-3EBE-9745-B5EA-FA9EC1FF7985}" type="pres">
      <dgm:prSet presAssocID="{D9680012-A371-014F-8166-4B611B3539C5}" presName="parentText" presStyleLbl="node1" presStyleIdx="0" presStyleCnt="4">
        <dgm:presLayoutVars>
          <dgm:chMax val="0"/>
          <dgm:bulletEnabled val="1"/>
        </dgm:presLayoutVars>
      </dgm:prSet>
      <dgm:spPr/>
    </dgm:pt>
    <dgm:pt modelId="{FF75638D-5C49-FD4E-97EF-B2F396BDF9BC}" type="pres">
      <dgm:prSet presAssocID="{A5312776-18C0-AD4E-8E5C-0FC4C81D86DD}" presName="spacer" presStyleCnt="0"/>
      <dgm:spPr/>
    </dgm:pt>
    <dgm:pt modelId="{A43AABC2-830C-1E47-8F07-5BFF3DB8C750}" type="pres">
      <dgm:prSet presAssocID="{63161838-C2E7-7740-9DDB-DBADB30FAF2F}" presName="parentText" presStyleLbl="node1" presStyleIdx="1" presStyleCnt="4">
        <dgm:presLayoutVars>
          <dgm:chMax val="0"/>
          <dgm:bulletEnabled val="1"/>
        </dgm:presLayoutVars>
      </dgm:prSet>
      <dgm:spPr/>
    </dgm:pt>
    <dgm:pt modelId="{480D6C11-9735-7948-813F-01E5C553C514}" type="pres">
      <dgm:prSet presAssocID="{96E5BDF0-AD03-EB4A-A1F2-D6B1497BA700}" presName="spacer" presStyleCnt="0"/>
      <dgm:spPr/>
    </dgm:pt>
    <dgm:pt modelId="{B6345864-FF2D-9E47-A197-489BD5DBD736}" type="pres">
      <dgm:prSet presAssocID="{F4425337-B619-7345-BEE1-AE56AEA88E09}" presName="parentText" presStyleLbl="node1" presStyleIdx="2" presStyleCnt="4">
        <dgm:presLayoutVars>
          <dgm:chMax val="0"/>
          <dgm:bulletEnabled val="1"/>
        </dgm:presLayoutVars>
      </dgm:prSet>
      <dgm:spPr/>
    </dgm:pt>
    <dgm:pt modelId="{D65A2408-751C-9046-A31A-AE8C3D0789B1}" type="pres">
      <dgm:prSet presAssocID="{81D7CC61-15FD-5440-AA6B-E1220B0CE7DB}" presName="spacer" presStyleCnt="0"/>
      <dgm:spPr/>
    </dgm:pt>
    <dgm:pt modelId="{D69DAA70-9A2D-C642-BE3F-6A190F69498D}" type="pres">
      <dgm:prSet presAssocID="{2E57C7DC-0252-DD46-97D5-4DFA47028F6A}" presName="parentText" presStyleLbl="node1" presStyleIdx="3" presStyleCnt="4">
        <dgm:presLayoutVars>
          <dgm:chMax val="0"/>
          <dgm:bulletEnabled val="1"/>
        </dgm:presLayoutVars>
      </dgm:prSet>
      <dgm:spPr/>
    </dgm:pt>
  </dgm:ptLst>
  <dgm:cxnLst>
    <dgm:cxn modelId="{109EF706-8B4F-6140-A544-F107E2E89185}" type="presOf" srcId="{D9680012-A371-014F-8166-4B611B3539C5}" destId="{D8B0309C-3EBE-9745-B5EA-FA9EC1FF7985}" srcOrd="0" destOrd="0" presId="urn:microsoft.com/office/officeart/2005/8/layout/vList2"/>
    <dgm:cxn modelId="{47D3B418-7C1C-E345-9C70-5AE912916A6F}" type="presOf" srcId="{F4425337-B619-7345-BEE1-AE56AEA88E09}" destId="{B6345864-FF2D-9E47-A197-489BD5DBD736}" srcOrd="0" destOrd="0" presId="urn:microsoft.com/office/officeart/2005/8/layout/vList2"/>
    <dgm:cxn modelId="{2EA47422-F4E2-6E41-812C-FEABA30E3D63}" type="presOf" srcId="{2E57C7DC-0252-DD46-97D5-4DFA47028F6A}" destId="{D69DAA70-9A2D-C642-BE3F-6A190F69498D}" srcOrd="0" destOrd="0" presId="urn:microsoft.com/office/officeart/2005/8/layout/vList2"/>
    <dgm:cxn modelId="{1080EBA0-E479-3842-AD56-C26BEF5B7360}" srcId="{9CFDA3AA-5D16-9646-9955-09C08B3E4A18}" destId="{D9680012-A371-014F-8166-4B611B3539C5}" srcOrd="0" destOrd="0" parTransId="{9422A826-2533-F549-8A26-02117D646282}" sibTransId="{A5312776-18C0-AD4E-8E5C-0FC4C81D86DD}"/>
    <dgm:cxn modelId="{A367ADAA-E4DE-0647-A0EF-B01330E47D40}" type="presOf" srcId="{9CFDA3AA-5D16-9646-9955-09C08B3E4A18}" destId="{D164A167-35E6-DD42-808C-2E8F04A429DC}" srcOrd="0" destOrd="0" presId="urn:microsoft.com/office/officeart/2005/8/layout/vList2"/>
    <dgm:cxn modelId="{C94045D3-62E9-0347-BDF8-613338D62F22}" srcId="{9CFDA3AA-5D16-9646-9955-09C08B3E4A18}" destId="{F4425337-B619-7345-BEE1-AE56AEA88E09}" srcOrd="2" destOrd="0" parTransId="{5418CB45-AC52-114E-8B36-81AA1E8C9EC5}" sibTransId="{81D7CC61-15FD-5440-AA6B-E1220B0CE7DB}"/>
    <dgm:cxn modelId="{F0917BF3-100F-D34A-9242-DFDB2A313C3D}" srcId="{9CFDA3AA-5D16-9646-9955-09C08B3E4A18}" destId="{2E57C7DC-0252-DD46-97D5-4DFA47028F6A}" srcOrd="3" destOrd="0" parTransId="{D173C74C-F2BE-C646-BA2F-1D6B68366397}" sibTransId="{EA0DE5B0-6E3D-4043-99E6-0442652E73FE}"/>
    <dgm:cxn modelId="{AEA6B9FC-6D9F-8946-9BB5-49DB54547A1F}" srcId="{9CFDA3AA-5D16-9646-9955-09C08B3E4A18}" destId="{63161838-C2E7-7740-9DDB-DBADB30FAF2F}" srcOrd="1" destOrd="0" parTransId="{C833DFD7-D951-C548-B99B-1D15B277FB3B}" sibTransId="{96E5BDF0-AD03-EB4A-A1F2-D6B1497BA700}"/>
    <dgm:cxn modelId="{3156F2FF-6C62-A04B-8C2D-835A2A7699F2}" type="presOf" srcId="{63161838-C2E7-7740-9DDB-DBADB30FAF2F}" destId="{A43AABC2-830C-1E47-8F07-5BFF3DB8C750}" srcOrd="0" destOrd="0" presId="urn:microsoft.com/office/officeart/2005/8/layout/vList2"/>
    <dgm:cxn modelId="{2DCBF5CC-9F34-FB4F-9383-199F6C5B735D}" type="presParOf" srcId="{D164A167-35E6-DD42-808C-2E8F04A429DC}" destId="{D8B0309C-3EBE-9745-B5EA-FA9EC1FF7985}" srcOrd="0" destOrd="0" presId="urn:microsoft.com/office/officeart/2005/8/layout/vList2"/>
    <dgm:cxn modelId="{58956825-06EF-5B4F-88FA-6073EEDCE4E3}" type="presParOf" srcId="{D164A167-35E6-DD42-808C-2E8F04A429DC}" destId="{FF75638D-5C49-FD4E-97EF-B2F396BDF9BC}" srcOrd="1" destOrd="0" presId="urn:microsoft.com/office/officeart/2005/8/layout/vList2"/>
    <dgm:cxn modelId="{3E2135B0-D3BF-324C-B77E-CADE59F41FA9}" type="presParOf" srcId="{D164A167-35E6-DD42-808C-2E8F04A429DC}" destId="{A43AABC2-830C-1E47-8F07-5BFF3DB8C750}" srcOrd="2" destOrd="0" presId="urn:microsoft.com/office/officeart/2005/8/layout/vList2"/>
    <dgm:cxn modelId="{42EBD8C2-4847-D240-BC77-B840B3DFE6C6}" type="presParOf" srcId="{D164A167-35E6-DD42-808C-2E8F04A429DC}" destId="{480D6C11-9735-7948-813F-01E5C553C514}" srcOrd="3" destOrd="0" presId="urn:microsoft.com/office/officeart/2005/8/layout/vList2"/>
    <dgm:cxn modelId="{3CF60863-93DA-374E-B97C-E7EB221DB43A}" type="presParOf" srcId="{D164A167-35E6-DD42-808C-2E8F04A429DC}" destId="{B6345864-FF2D-9E47-A197-489BD5DBD736}" srcOrd="4" destOrd="0" presId="urn:microsoft.com/office/officeart/2005/8/layout/vList2"/>
    <dgm:cxn modelId="{7ADC87CD-3436-854A-9279-4A53544D6970}" type="presParOf" srcId="{D164A167-35E6-DD42-808C-2E8F04A429DC}" destId="{D65A2408-751C-9046-A31A-AE8C3D0789B1}" srcOrd="5" destOrd="0" presId="urn:microsoft.com/office/officeart/2005/8/layout/vList2"/>
    <dgm:cxn modelId="{EF41A48F-D5D6-C745-9129-2AF30F83BBD4}" type="presParOf" srcId="{D164A167-35E6-DD42-808C-2E8F04A429DC}" destId="{D69DAA70-9A2D-C642-BE3F-6A190F69498D}"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4.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a:solidFill>
          <a:schemeClr val="accent1">
            <a:lumMod val="60000"/>
            <a:lumOff val="40000"/>
          </a:schemeClr>
        </a:solidFill>
        <a:ln>
          <a:solidFill>
            <a:schemeClr val="tx1"/>
          </a:solidFill>
        </a:ln>
      </dgm:spPr>
      <dgm:t>
        <a:bodyPr/>
        <a:lstStyle/>
        <a:p>
          <a:r>
            <a:rPr lang="en-US" dirty="0">
              <a:solidFill>
                <a:schemeClr val="tx1"/>
              </a:solidFill>
            </a:rPr>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a:t>Optimize</a:t>
          </a:r>
          <a:endParaRPr lang="en-US" dirty="0"/>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5.xml><?xml version="1.0" encoding="utf-8"?>
<dgm:dataModel xmlns:dgm="http://schemas.openxmlformats.org/drawingml/2006/diagram" xmlns:a="http://schemas.openxmlformats.org/drawingml/2006/main">
  <dgm:ptLst>
    <dgm:pt modelId="{014A9C9D-E8B6-ED41-AF89-7A7E98D3762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907CB87-88D3-774F-8127-AED88E71DFE0}">
      <dgm:prSet/>
      <dgm:spPr/>
      <dgm:t>
        <a:bodyPr/>
        <a:lstStyle/>
        <a:p>
          <a:pPr algn="ctr"/>
          <a:r>
            <a:rPr lang="en-US" b="0"/>
            <a:t>Validation</a:t>
          </a:r>
          <a:endParaRPr lang="en-DK"/>
        </a:p>
      </dgm:t>
    </dgm:pt>
    <dgm:pt modelId="{391969D9-3E7C-FA49-8A43-3FDF602527AB}" type="parTrans" cxnId="{574CC970-9E79-4E46-8026-9E0D1B9EB709}">
      <dgm:prSet/>
      <dgm:spPr/>
      <dgm:t>
        <a:bodyPr/>
        <a:lstStyle/>
        <a:p>
          <a:pPr algn="ctr"/>
          <a:endParaRPr lang="en-US"/>
        </a:p>
      </dgm:t>
    </dgm:pt>
    <dgm:pt modelId="{50EDE629-0777-F646-AE49-DB8B7D2DC17C}" type="sibTrans" cxnId="{574CC970-9E79-4E46-8026-9E0D1B9EB709}">
      <dgm:prSet/>
      <dgm:spPr/>
      <dgm:t>
        <a:bodyPr/>
        <a:lstStyle/>
        <a:p>
          <a:pPr algn="ctr"/>
          <a:endParaRPr lang="en-US"/>
        </a:p>
      </dgm:t>
    </dgm:pt>
    <dgm:pt modelId="{6C2F4580-7AEE-0744-B45D-EBE3A4BD9AE1}" type="pres">
      <dgm:prSet presAssocID="{014A9C9D-E8B6-ED41-AF89-7A7E98D3762D}" presName="linear" presStyleCnt="0">
        <dgm:presLayoutVars>
          <dgm:animLvl val="lvl"/>
          <dgm:resizeHandles val="exact"/>
        </dgm:presLayoutVars>
      </dgm:prSet>
      <dgm:spPr/>
    </dgm:pt>
    <dgm:pt modelId="{04FE8B6F-2E1B-284D-95E1-3375D73CAAD0}" type="pres">
      <dgm:prSet presAssocID="{9907CB87-88D3-774F-8127-AED88E71DFE0}" presName="parentText" presStyleLbl="node1" presStyleIdx="0" presStyleCnt="1">
        <dgm:presLayoutVars>
          <dgm:chMax val="0"/>
          <dgm:bulletEnabled val="1"/>
        </dgm:presLayoutVars>
      </dgm:prSet>
      <dgm:spPr/>
    </dgm:pt>
  </dgm:ptLst>
  <dgm:cxnLst>
    <dgm:cxn modelId="{8D64CC39-D605-204A-AA9E-0004F1BCF971}" type="presOf" srcId="{9907CB87-88D3-774F-8127-AED88E71DFE0}" destId="{04FE8B6F-2E1B-284D-95E1-3375D73CAAD0}" srcOrd="0" destOrd="0" presId="urn:microsoft.com/office/officeart/2005/8/layout/vList2"/>
    <dgm:cxn modelId="{574CC970-9E79-4E46-8026-9E0D1B9EB709}" srcId="{014A9C9D-E8B6-ED41-AF89-7A7E98D3762D}" destId="{9907CB87-88D3-774F-8127-AED88E71DFE0}" srcOrd="0" destOrd="0" parTransId="{391969D9-3E7C-FA49-8A43-3FDF602527AB}" sibTransId="{50EDE629-0777-F646-AE49-DB8B7D2DC17C}"/>
    <dgm:cxn modelId="{1E78A5CD-12E1-7C41-9385-6620177E625D}" type="presOf" srcId="{014A9C9D-E8B6-ED41-AF89-7A7E98D3762D}" destId="{6C2F4580-7AEE-0744-B45D-EBE3A4BD9AE1}" srcOrd="0" destOrd="0" presId="urn:microsoft.com/office/officeart/2005/8/layout/vList2"/>
    <dgm:cxn modelId="{1E94234A-F40E-884D-8ADC-1AB8FC4E88CC}" type="presParOf" srcId="{6C2F4580-7AEE-0744-B45D-EBE3A4BD9AE1}" destId="{04FE8B6F-2E1B-284D-95E1-3375D73CAAD0}"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6.xml><?xml version="1.0" encoding="utf-8"?>
<dgm:dataModel xmlns:dgm="http://schemas.openxmlformats.org/drawingml/2006/diagram" xmlns:a="http://schemas.openxmlformats.org/drawingml/2006/main">
  <dgm:ptLst>
    <dgm:pt modelId="{9CFDA3AA-5D16-9646-9955-09C08B3E4A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9680012-A371-014F-8166-4B611B3539C5}">
      <dgm:prSet/>
      <dgm:spPr>
        <a:blipFill>
          <a:blip xmlns:r="http://schemas.openxmlformats.org/officeDocument/2006/relationships" r:embed="rId1"/>
          <a:stretch>
            <a:fillRect l="-459"/>
          </a:stretch>
        </a:blipFill>
      </dgm:spPr>
      <dgm:t>
        <a:bodyPr/>
        <a:lstStyle/>
        <a:p>
          <a:r>
            <a:rPr lang="en-US">
              <a:noFill/>
            </a:rPr>
            <a:t> </a:t>
          </a:r>
        </a:p>
      </dgm:t>
    </dgm:pt>
    <dgm:pt modelId="{9422A826-2533-F549-8A26-02117D646282}" type="parTrans" cxnId="{1080EBA0-E479-3842-AD56-C26BEF5B7360}">
      <dgm:prSet/>
      <dgm:spPr/>
      <dgm:t>
        <a:bodyPr/>
        <a:lstStyle/>
        <a:p>
          <a:endParaRPr lang="en-US"/>
        </a:p>
      </dgm:t>
    </dgm:pt>
    <dgm:pt modelId="{A5312776-18C0-AD4E-8E5C-0FC4C81D86DD}" type="sibTrans" cxnId="{1080EBA0-E479-3842-AD56-C26BEF5B7360}">
      <dgm:prSet/>
      <dgm:spPr/>
      <dgm:t>
        <a:bodyPr/>
        <a:lstStyle/>
        <a:p>
          <a:endParaRPr lang="en-US"/>
        </a:p>
      </dgm:t>
    </dgm:pt>
    <dgm:pt modelId="{63161838-C2E7-7740-9DDB-DBADB30FAF2F}">
      <dgm:prSet/>
      <dgm:spPr/>
      <dgm:t>
        <a:bodyPr/>
        <a:lstStyle/>
        <a:p>
          <a:r>
            <a:rPr lang="en-US" b="0" i="0" baseline="0" dirty="0"/>
            <a:t>The expected intensity is less well defined for taller samples because the beam does not illuminate the full sample uniformly.</a:t>
          </a:r>
          <a:endParaRPr lang="en-DK" dirty="0"/>
        </a:p>
      </dgm:t>
    </dgm:pt>
    <dgm:pt modelId="{C833DFD7-D951-C548-B99B-1D15B277FB3B}" type="parTrans" cxnId="{AEA6B9FC-6D9F-8946-9BB5-49DB54547A1F}">
      <dgm:prSet/>
      <dgm:spPr/>
      <dgm:t>
        <a:bodyPr/>
        <a:lstStyle/>
        <a:p>
          <a:endParaRPr lang="en-US"/>
        </a:p>
      </dgm:t>
    </dgm:pt>
    <dgm:pt modelId="{96E5BDF0-AD03-EB4A-A1F2-D6B1497BA700}" type="sibTrans" cxnId="{AEA6B9FC-6D9F-8946-9BB5-49DB54547A1F}">
      <dgm:prSet/>
      <dgm:spPr/>
      <dgm:t>
        <a:bodyPr/>
        <a:lstStyle/>
        <a:p>
          <a:endParaRPr lang="en-US"/>
        </a:p>
      </dgm:t>
    </dgm:pt>
    <dgm:pt modelId="{F4425337-B619-7345-BEE1-AE56AEA88E09}">
      <dgm:prSet/>
      <dgm:spPr/>
      <dgm:t>
        <a:bodyPr/>
        <a:lstStyle/>
        <a:p>
          <a:r>
            <a:rPr lang="en-US" b="0" i="0" baseline="0" dirty="0"/>
            <a:t>The optimization result depends on the chosen detector windows and quality metrics.</a:t>
          </a:r>
          <a:endParaRPr lang="en-DK" dirty="0"/>
        </a:p>
      </dgm:t>
    </dgm:pt>
    <dgm:pt modelId="{5418CB45-AC52-114E-8B36-81AA1E8C9EC5}" type="parTrans" cxnId="{C94045D3-62E9-0347-BDF8-613338D62F22}">
      <dgm:prSet/>
      <dgm:spPr/>
      <dgm:t>
        <a:bodyPr/>
        <a:lstStyle/>
        <a:p>
          <a:endParaRPr lang="en-US"/>
        </a:p>
      </dgm:t>
    </dgm:pt>
    <dgm:pt modelId="{81D7CC61-15FD-5440-AA6B-E1220B0CE7DB}" type="sibTrans" cxnId="{C94045D3-62E9-0347-BDF8-613338D62F22}">
      <dgm:prSet/>
      <dgm:spPr/>
      <dgm:t>
        <a:bodyPr/>
        <a:lstStyle/>
        <a:p>
          <a:endParaRPr lang="en-US"/>
        </a:p>
      </dgm:t>
    </dgm:pt>
    <dgm:pt modelId="{2E57C7DC-0252-DD46-97D5-4DFA47028F6A}">
      <dgm:prSet/>
      <dgm:spPr/>
      <dgm:t>
        <a:bodyPr/>
        <a:lstStyle/>
        <a:p>
          <a:r>
            <a:rPr lang="en-US" b="0" i="0" baseline="0" dirty="0"/>
            <a:t>McMini is intentionally minimal and does not reproduce every McStas feature.</a:t>
          </a:r>
          <a:endParaRPr lang="en-DK" dirty="0"/>
        </a:p>
      </dgm:t>
    </dgm:pt>
    <dgm:pt modelId="{D173C74C-F2BE-C646-BA2F-1D6B68366397}" type="parTrans" cxnId="{F0917BF3-100F-D34A-9242-DFDB2A313C3D}">
      <dgm:prSet/>
      <dgm:spPr/>
      <dgm:t>
        <a:bodyPr/>
        <a:lstStyle/>
        <a:p>
          <a:endParaRPr lang="en-US"/>
        </a:p>
      </dgm:t>
    </dgm:pt>
    <dgm:pt modelId="{EA0DE5B0-6E3D-4043-99E6-0442652E73FE}" type="sibTrans" cxnId="{F0917BF3-100F-D34A-9242-DFDB2A313C3D}">
      <dgm:prSet/>
      <dgm:spPr/>
      <dgm:t>
        <a:bodyPr/>
        <a:lstStyle/>
        <a:p>
          <a:endParaRPr lang="en-US"/>
        </a:p>
      </dgm:t>
    </dgm:pt>
    <dgm:pt modelId="{746ACCE5-19F3-C24B-A6B8-735450C9D62A}">
      <dgm:prSet/>
      <dgm:spPr/>
      <dgm:t>
        <a:bodyPr/>
        <a:lstStyle/>
        <a:p>
          <a:r>
            <a:rPr lang="en-US" b="0" i="0" baseline="0" dirty="0"/>
            <a:t>Some parameter scans were limited by finite Monte Carlo statistics.</a:t>
          </a:r>
          <a:endParaRPr lang="en-DK" dirty="0"/>
        </a:p>
      </dgm:t>
    </dgm:pt>
    <dgm:pt modelId="{72216703-8441-9440-BE66-02D64E699C4D}" type="parTrans" cxnId="{8833609D-3E34-E24C-9A0B-399CF15DF871}">
      <dgm:prSet/>
      <dgm:spPr/>
      <dgm:t>
        <a:bodyPr/>
        <a:lstStyle/>
        <a:p>
          <a:endParaRPr lang="en-US"/>
        </a:p>
      </dgm:t>
    </dgm:pt>
    <dgm:pt modelId="{7E6E346C-198F-3641-952F-4C3419394E75}" type="sibTrans" cxnId="{8833609D-3E34-E24C-9A0B-399CF15DF871}">
      <dgm:prSet/>
      <dgm:spPr/>
      <dgm:t>
        <a:bodyPr/>
        <a:lstStyle/>
        <a:p>
          <a:endParaRPr lang="en-US"/>
        </a:p>
      </dgm:t>
    </dgm:pt>
    <dgm:pt modelId="{D164A167-35E6-DD42-808C-2E8F04A429DC}" type="pres">
      <dgm:prSet presAssocID="{9CFDA3AA-5D16-9646-9955-09C08B3E4A18}" presName="linear" presStyleCnt="0">
        <dgm:presLayoutVars>
          <dgm:animLvl val="lvl"/>
          <dgm:resizeHandles val="exact"/>
        </dgm:presLayoutVars>
      </dgm:prSet>
      <dgm:spPr/>
    </dgm:pt>
    <dgm:pt modelId="{D8B0309C-3EBE-9745-B5EA-FA9EC1FF7985}" type="pres">
      <dgm:prSet presAssocID="{D9680012-A371-014F-8166-4B611B3539C5}" presName="parentText" presStyleLbl="node1" presStyleIdx="0" presStyleCnt="5">
        <dgm:presLayoutVars>
          <dgm:chMax val="0"/>
          <dgm:bulletEnabled val="1"/>
        </dgm:presLayoutVars>
      </dgm:prSet>
      <dgm:spPr/>
    </dgm:pt>
    <dgm:pt modelId="{FF75638D-5C49-FD4E-97EF-B2F396BDF9BC}" type="pres">
      <dgm:prSet presAssocID="{A5312776-18C0-AD4E-8E5C-0FC4C81D86DD}" presName="spacer" presStyleCnt="0"/>
      <dgm:spPr/>
    </dgm:pt>
    <dgm:pt modelId="{A43AABC2-830C-1E47-8F07-5BFF3DB8C750}" type="pres">
      <dgm:prSet presAssocID="{63161838-C2E7-7740-9DDB-DBADB30FAF2F}" presName="parentText" presStyleLbl="node1" presStyleIdx="1" presStyleCnt="5">
        <dgm:presLayoutVars>
          <dgm:chMax val="0"/>
          <dgm:bulletEnabled val="1"/>
        </dgm:presLayoutVars>
      </dgm:prSet>
      <dgm:spPr/>
    </dgm:pt>
    <dgm:pt modelId="{480D6C11-9735-7948-813F-01E5C553C514}" type="pres">
      <dgm:prSet presAssocID="{96E5BDF0-AD03-EB4A-A1F2-D6B1497BA700}" presName="spacer" presStyleCnt="0"/>
      <dgm:spPr/>
    </dgm:pt>
    <dgm:pt modelId="{B6345864-FF2D-9E47-A197-489BD5DBD736}" type="pres">
      <dgm:prSet presAssocID="{F4425337-B619-7345-BEE1-AE56AEA88E09}" presName="parentText" presStyleLbl="node1" presStyleIdx="2" presStyleCnt="5">
        <dgm:presLayoutVars>
          <dgm:chMax val="0"/>
          <dgm:bulletEnabled val="1"/>
        </dgm:presLayoutVars>
      </dgm:prSet>
      <dgm:spPr/>
    </dgm:pt>
    <dgm:pt modelId="{D65A2408-751C-9046-A31A-AE8C3D0789B1}" type="pres">
      <dgm:prSet presAssocID="{81D7CC61-15FD-5440-AA6B-E1220B0CE7DB}" presName="spacer" presStyleCnt="0"/>
      <dgm:spPr/>
    </dgm:pt>
    <dgm:pt modelId="{D69DAA70-9A2D-C642-BE3F-6A190F69498D}" type="pres">
      <dgm:prSet presAssocID="{2E57C7DC-0252-DD46-97D5-4DFA47028F6A}" presName="parentText" presStyleLbl="node1" presStyleIdx="3" presStyleCnt="5">
        <dgm:presLayoutVars>
          <dgm:chMax val="0"/>
          <dgm:bulletEnabled val="1"/>
        </dgm:presLayoutVars>
      </dgm:prSet>
      <dgm:spPr/>
    </dgm:pt>
    <dgm:pt modelId="{E5B54412-BAFF-3E4D-9313-99E3A81EEDBA}" type="pres">
      <dgm:prSet presAssocID="{EA0DE5B0-6E3D-4043-99E6-0442652E73FE}" presName="spacer" presStyleCnt="0"/>
      <dgm:spPr/>
    </dgm:pt>
    <dgm:pt modelId="{9B77B7C9-1615-104B-BD59-53C1656D7015}" type="pres">
      <dgm:prSet presAssocID="{746ACCE5-19F3-C24B-A6B8-735450C9D62A}" presName="parentText" presStyleLbl="node1" presStyleIdx="4" presStyleCnt="5">
        <dgm:presLayoutVars>
          <dgm:chMax val="0"/>
          <dgm:bulletEnabled val="1"/>
        </dgm:presLayoutVars>
      </dgm:prSet>
      <dgm:spPr/>
    </dgm:pt>
  </dgm:ptLst>
  <dgm:cxnLst>
    <dgm:cxn modelId="{109EF706-8B4F-6140-A544-F107E2E89185}" type="presOf" srcId="{D9680012-A371-014F-8166-4B611B3539C5}" destId="{D8B0309C-3EBE-9745-B5EA-FA9EC1FF7985}" srcOrd="0" destOrd="0" presId="urn:microsoft.com/office/officeart/2005/8/layout/vList2"/>
    <dgm:cxn modelId="{47D3B418-7C1C-E345-9C70-5AE912916A6F}" type="presOf" srcId="{F4425337-B619-7345-BEE1-AE56AEA88E09}" destId="{B6345864-FF2D-9E47-A197-489BD5DBD736}" srcOrd="0" destOrd="0" presId="urn:microsoft.com/office/officeart/2005/8/layout/vList2"/>
    <dgm:cxn modelId="{2EA47422-F4E2-6E41-812C-FEABA30E3D63}" type="presOf" srcId="{2E57C7DC-0252-DD46-97D5-4DFA47028F6A}" destId="{D69DAA70-9A2D-C642-BE3F-6A190F69498D}" srcOrd="0" destOrd="0" presId="urn:microsoft.com/office/officeart/2005/8/layout/vList2"/>
    <dgm:cxn modelId="{3A073D93-1C69-EA49-A6B1-CE289A575087}" type="presOf" srcId="{746ACCE5-19F3-C24B-A6B8-735450C9D62A}" destId="{9B77B7C9-1615-104B-BD59-53C1656D7015}" srcOrd="0" destOrd="0" presId="urn:microsoft.com/office/officeart/2005/8/layout/vList2"/>
    <dgm:cxn modelId="{8833609D-3E34-E24C-9A0B-399CF15DF871}" srcId="{9CFDA3AA-5D16-9646-9955-09C08B3E4A18}" destId="{746ACCE5-19F3-C24B-A6B8-735450C9D62A}" srcOrd="4" destOrd="0" parTransId="{72216703-8441-9440-BE66-02D64E699C4D}" sibTransId="{7E6E346C-198F-3641-952F-4C3419394E75}"/>
    <dgm:cxn modelId="{1080EBA0-E479-3842-AD56-C26BEF5B7360}" srcId="{9CFDA3AA-5D16-9646-9955-09C08B3E4A18}" destId="{D9680012-A371-014F-8166-4B611B3539C5}" srcOrd="0" destOrd="0" parTransId="{9422A826-2533-F549-8A26-02117D646282}" sibTransId="{A5312776-18C0-AD4E-8E5C-0FC4C81D86DD}"/>
    <dgm:cxn modelId="{A367ADAA-E4DE-0647-A0EF-B01330E47D40}" type="presOf" srcId="{9CFDA3AA-5D16-9646-9955-09C08B3E4A18}" destId="{D164A167-35E6-DD42-808C-2E8F04A429DC}" srcOrd="0" destOrd="0" presId="urn:microsoft.com/office/officeart/2005/8/layout/vList2"/>
    <dgm:cxn modelId="{C94045D3-62E9-0347-BDF8-613338D62F22}" srcId="{9CFDA3AA-5D16-9646-9955-09C08B3E4A18}" destId="{F4425337-B619-7345-BEE1-AE56AEA88E09}" srcOrd="2" destOrd="0" parTransId="{5418CB45-AC52-114E-8B36-81AA1E8C9EC5}" sibTransId="{81D7CC61-15FD-5440-AA6B-E1220B0CE7DB}"/>
    <dgm:cxn modelId="{F0917BF3-100F-D34A-9242-DFDB2A313C3D}" srcId="{9CFDA3AA-5D16-9646-9955-09C08B3E4A18}" destId="{2E57C7DC-0252-DD46-97D5-4DFA47028F6A}" srcOrd="3" destOrd="0" parTransId="{D173C74C-F2BE-C646-BA2F-1D6B68366397}" sibTransId="{EA0DE5B0-6E3D-4043-99E6-0442652E73FE}"/>
    <dgm:cxn modelId="{AEA6B9FC-6D9F-8946-9BB5-49DB54547A1F}" srcId="{9CFDA3AA-5D16-9646-9955-09C08B3E4A18}" destId="{63161838-C2E7-7740-9DDB-DBADB30FAF2F}" srcOrd="1" destOrd="0" parTransId="{C833DFD7-D951-C548-B99B-1D15B277FB3B}" sibTransId="{96E5BDF0-AD03-EB4A-A1F2-D6B1497BA700}"/>
    <dgm:cxn modelId="{3156F2FF-6C62-A04B-8C2D-835A2A7699F2}" type="presOf" srcId="{63161838-C2E7-7740-9DDB-DBADB30FAF2F}" destId="{A43AABC2-830C-1E47-8F07-5BFF3DB8C750}" srcOrd="0" destOrd="0" presId="urn:microsoft.com/office/officeart/2005/8/layout/vList2"/>
    <dgm:cxn modelId="{2DCBF5CC-9F34-FB4F-9383-199F6C5B735D}" type="presParOf" srcId="{D164A167-35E6-DD42-808C-2E8F04A429DC}" destId="{D8B0309C-3EBE-9745-B5EA-FA9EC1FF7985}" srcOrd="0" destOrd="0" presId="urn:microsoft.com/office/officeart/2005/8/layout/vList2"/>
    <dgm:cxn modelId="{58956825-06EF-5B4F-88FA-6073EEDCE4E3}" type="presParOf" srcId="{D164A167-35E6-DD42-808C-2E8F04A429DC}" destId="{FF75638D-5C49-FD4E-97EF-B2F396BDF9BC}" srcOrd="1" destOrd="0" presId="urn:microsoft.com/office/officeart/2005/8/layout/vList2"/>
    <dgm:cxn modelId="{3E2135B0-D3BF-324C-B77E-CADE59F41FA9}" type="presParOf" srcId="{D164A167-35E6-DD42-808C-2E8F04A429DC}" destId="{A43AABC2-830C-1E47-8F07-5BFF3DB8C750}" srcOrd="2" destOrd="0" presId="urn:microsoft.com/office/officeart/2005/8/layout/vList2"/>
    <dgm:cxn modelId="{42EBD8C2-4847-D240-BC77-B840B3DFE6C6}" type="presParOf" srcId="{D164A167-35E6-DD42-808C-2E8F04A429DC}" destId="{480D6C11-9735-7948-813F-01E5C553C514}" srcOrd="3" destOrd="0" presId="urn:microsoft.com/office/officeart/2005/8/layout/vList2"/>
    <dgm:cxn modelId="{3CF60863-93DA-374E-B97C-E7EB221DB43A}" type="presParOf" srcId="{D164A167-35E6-DD42-808C-2E8F04A429DC}" destId="{B6345864-FF2D-9E47-A197-489BD5DBD736}" srcOrd="4" destOrd="0" presId="urn:microsoft.com/office/officeart/2005/8/layout/vList2"/>
    <dgm:cxn modelId="{7ADC87CD-3436-854A-9279-4A53544D6970}" type="presParOf" srcId="{D164A167-35E6-DD42-808C-2E8F04A429DC}" destId="{D65A2408-751C-9046-A31A-AE8C3D0789B1}" srcOrd="5" destOrd="0" presId="urn:microsoft.com/office/officeart/2005/8/layout/vList2"/>
    <dgm:cxn modelId="{EF41A48F-D5D6-C745-9129-2AF30F83BBD4}" type="presParOf" srcId="{D164A167-35E6-DD42-808C-2E8F04A429DC}" destId="{D69DAA70-9A2D-C642-BE3F-6A190F69498D}" srcOrd="6" destOrd="0" presId="urn:microsoft.com/office/officeart/2005/8/layout/vList2"/>
    <dgm:cxn modelId="{608F1BCC-3166-2B42-9CCE-3E65CCFCA506}" type="presParOf" srcId="{D164A167-35E6-DD42-808C-2E8F04A429DC}" destId="{E5B54412-BAFF-3E4D-9313-99E3A81EEDBA}" srcOrd="7" destOrd="0" presId="urn:microsoft.com/office/officeart/2005/8/layout/vList2"/>
    <dgm:cxn modelId="{4B21EF40-98B8-BF41-9C00-34C4529F4F1A}" type="presParOf" srcId="{D164A167-35E6-DD42-808C-2E8F04A429DC}" destId="{9B77B7C9-1615-104B-BD59-53C1656D7015}"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7.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a:solidFill>
          <a:schemeClr val="accent1">
            <a:lumMod val="60000"/>
            <a:lumOff val="40000"/>
          </a:schemeClr>
        </a:solidFill>
        <a:ln>
          <a:solidFill>
            <a:schemeClr val="tx1"/>
          </a:solidFill>
        </a:ln>
      </dgm:spPr>
      <dgm:t>
        <a:bodyPr/>
        <a:lstStyle/>
        <a:p>
          <a:r>
            <a:rPr lang="en-US" dirty="0">
              <a:solidFill>
                <a:schemeClr val="tx1"/>
              </a:solidFill>
            </a:rPr>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a:t>Optimize</a:t>
          </a:r>
          <a:endParaRPr lang="en-US" dirty="0"/>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98.xml><?xml version="1.0" encoding="utf-8"?>
<dgm:dataModel xmlns:dgm="http://schemas.openxmlformats.org/drawingml/2006/diagram" xmlns:a="http://schemas.openxmlformats.org/drawingml/2006/main">
  <dgm:ptLst>
    <dgm:pt modelId="{014A9C9D-E8B6-ED41-AF89-7A7E98D3762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907CB87-88D3-774F-8127-AED88E71DFE0}">
      <dgm:prSet/>
      <dgm:spPr/>
      <dgm:t>
        <a:bodyPr/>
        <a:lstStyle/>
        <a:p>
          <a:pPr algn="ctr"/>
          <a:r>
            <a:rPr lang="en-US" b="0"/>
            <a:t>Validation</a:t>
          </a:r>
          <a:endParaRPr lang="en-DK"/>
        </a:p>
      </dgm:t>
    </dgm:pt>
    <dgm:pt modelId="{391969D9-3E7C-FA49-8A43-3FDF602527AB}" type="parTrans" cxnId="{574CC970-9E79-4E46-8026-9E0D1B9EB709}">
      <dgm:prSet/>
      <dgm:spPr/>
      <dgm:t>
        <a:bodyPr/>
        <a:lstStyle/>
        <a:p>
          <a:pPr algn="ctr"/>
          <a:endParaRPr lang="en-US"/>
        </a:p>
      </dgm:t>
    </dgm:pt>
    <dgm:pt modelId="{50EDE629-0777-F646-AE49-DB8B7D2DC17C}" type="sibTrans" cxnId="{574CC970-9E79-4E46-8026-9E0D1B9EB709}">
      <dgm:prSet/>
      <dgm:spPr/>
      <dgm:t>
        <a:bodyPr/>
        <a:lstStyle/>
        <a:p>
          <a:pPr algn="ctr"/>
          <a:endParaRPr lang="en-US"/>
        </a:p>
      </dgm:t>
    </dgm:pt>
    <dgm:pt modelId="{7729431D-456E-C34C-AEAD-720414CCC562}">
      <dgm:prSet/>
      <dgm:spPr/>
      <dgm:t>
        <a:bodyPr/>
        <a:lstStyle/>
        <a:p>
          <a:pPr algn="ctr"/>
          <a:r>
            <a:rPr lang="en-US"/>
            <a:t>Physics</a:t>
          </a:r>
          <a:endParaRPr lang="en-DK"/>
        </a:p>
      </dgm:t>
    </dgm:pt>
    <dgm:pt modelId="{097AB5E8-19AF-9B40-B587-8E71BB799CAF}" type="parTrans" cxnId="{DBB99FD7-629C-B142-A644-5EABC1446C8B}">
      <dgm:prSet/>
      <dgm:spPr/>
      <dgm:t>
        <a:bodyPr/>
        <a:lstStyle/>
        <a:p>
          <a:pPr algn="ctr"/>
          <a:endParaRPr lang="en-US"/>
        </a:p>
      </dgm:t>
    </dgm:pt>
    <dgm:pt modelId="{0B0AA76C-B167-4D43-9907-E00DA6CFCD4C}" type="sibTrans" cxnId="{DBB99FD7-629C-B142-A644-5EABC1446C8B}">
      <dgm:prSet/>
      <dgm:spPr/>
      <dgm:t>
        <a:bodyPr/>
        <a:lstStyle/>
        <a:p>
          <a:pPr algn="ctr"/>
          <a:endParaRPr lang="en-US"/>
        </a:p>
      </dgm:t>
    </dgm:pt>
    <dgm:pt modelId="{6C2F4580-7AEE-0744-B45D-EBE3A4BD9AE1}" type="pres">
      <dgm:prSet presAssocID="{014A9C9D-E8B6-ED41-AF89-7A7E98D3762D}" presName="linear" presStyleCnt="0">
        <dgm:presLayoutVars>
          <dgm:animLvl val="lvl"/>
          <dgm:resizeHandles val="exact"/>
        </dgm:presLayoutVars>
      </dgm:prSet>
      <dgm:spPr/>
    </dgm:pt>
    <dgm:pt modelId="{04FE8B6F-2E1B-284D-95E1-3375D73CAAD0}" type="pres">
      <dgm:prSet presAssocID="{9907CB87-88D3-774F-8127-AED88E71DFE0}" presName="parentText" presStyleLbl="node1" presStyleIdx="0" presStyleCnt="2">
        <dgm:presLayoutVars>
          <dgm:chMax val="0"/>
          <dgm:bulletEnabled val="1"/>
        </dgm:presLayoutVars>
      </dgm:prSet>
      <dgm:spPr/>
    </dgm:pt>
    <dgm:pt modelId="{8CE22CBA-C063-F043-9265-93DB8F8EEF01}" type="pres">
      <dgm:prSet presAssocID="{50EDE629-0777-F646-AE49-DB8B7D2DC17C}" presName="spacer" presStyleCnt="0"/>
      <dgm:spPr/>
    </dgm:pt>
    <dgm:pt modelId="{F8452CE5-DC17-8142-977B-4CBECF0EEBE6}" type="pres">
      <dgm:prSet presAssocID="{7729431D-456E-C34C-AEAD-720414CCC562}" presName="parentText" presStyleLbl="node1" presStyleIdx="1" presStyleCnt="2">
        <dgm:presLayoutVars>
          <dgm:chMax val="0"/>
          <dgm:bulletEnabled val="1"/>
        </dgm:presLayoutVars>
      </dgm:prSet>
      <dgm:spPr/>
    </dgm:pt>
  </dgm:ptLst>
  <dgm:cxnLst>
    <dgm:cxn modelId="{0D97E418-336F-D742-AE7B-B50D97ACA0DA}" type="presOf" srcId="{7729431D-456E-C34C-AEAD-720414CCC562}" destId="{F8452CE5-DC17-8142-977B-4CBECF0EEBE6}" srcOrd="0" destOrd="0" presId="urn:microsoft.com/office/officeart/2005/8/layout/vList2"/>
    <dgm:cxn modelId="{8D64CC39-D605-204A-AA9E-0004F1BCF971}" type="presOf" srcId="{9907CB87-88D3-774F-8127-AED88E71DFE0}" destId="{04FE8B6F-2E1B-284D-95E1-3375D73CAAD0}" srcOrd="0" destOrd="0" presId="urn:microsoft.com/office/officeart/2005/8/layout/vList2"/>
    <dgm:cxn modelId="{574CC970-9E79-4E46-8026-9E0D1B9EB709}" srcId="{014A9C9D-E8B6-ED41-AF89-7A7E98D3762D}" destId="{9907CB87-88D3-774F-8127-AED88E71DFE0}" srcOrd="0" destOrd="0" parTransId="{391969D9-3E7C-FA49-8A43-3FDF602527AB}" sibTransId="{50EDE629-0777-F646-AE49-DB8B7D2DC17C}"/>
    <dgm:cxn modelId="{1E78A5CD-12E1-7C41-9385-6620177E625D}" type="presOf" srcId="{014A9C9D-E8B6-ED41-AF89-7A7E98D3762D}" destId="{6C2F4580-7AEE-0744-B45D-EBE3A4BD9AE1}" srcOrd="0" destOrd="0" presId="urn:microsoft.com/office/officeart/2005/8/layout/vList2"/>
    <dgm:cxn modelId="{DBB99FD7-629C-B142-A644-5EABC1446C8B}" srcId="{014A9C9D-E8B6-ED41-AF89-7A7E98D3762D}" destId="{7729431D-456E-C34C-AEAD-720414CCC562}" srcOrd="1" destOrd="0" parTransId="{097AB5E8-19AF-9B40-B587-8E71BB799CAF}" sibTransId="{0B0AA76C-B167-4D43-9907-E00DA6CFCD4C}"/>
    <dgm:cxn modelId="{1E94234A-F40E-884D-8ADC-1AB8FC4E88CC}" type="presParOf" srcId="{6C2F4580-7AEE-0744-B45D-EBE3A4BD9AE1}" destId="{04FE8B6F-2E1B-284D-95E1-3375D73CAAD0}" srcOrd="0" destOrd="0" presId="urn:microsoft.com/office/officeart/2005/8/layout/vList2"/>
    <dgm:cxn modelId="{009191F2-0304-3645-9E49-9EEF5BC2C0DB}" type="presParOf" srcId="{6C2F4580-7AEE-0744-B45D-EBE3A4BD9AE1}" destId="{8CE22CBA-C063-F043-9265-93DB8F8EEF01}" srcOrd="1" destOrd="0" presId="urn:microsoft.com/office/officeart/2005/8/layout/vList2"/>
    <dgm:cxn modelId="{39DE883B-32B8-9946-A05B-532D7CA7E46A}" type="presParOf" srcId="{6C2F4580-7AEE-0744-B45D-EBE3A4BD9AE1}" destId="{F8452CE5-DC17-8142-977B-4CBECF0EEBE6}"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9.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a:solidFill>
          <a:schemeClr val="accent1">
            <a:lumMod val="60000"/>
            <a:lumOff val="40000"/>
          </a:schemeClr>
        </a:solidFill>
        <a:ln>
          <a:solidFill>
            <a:schemeClr val="tx1"/>
          </a:solidFill>
        </a:ln>
      </dgm:spPr>
      <dgm:t>
        <a:bodyPr/>
        <a:lstStyle/>
        <a:p>
          <a:r>
            <a:rPr lang="en-US" dirty="0">
              <a:solidFill>
                <a:schemeClr val="tx1"/>
              </a:solidFill>
            </a:rPr>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a:t>Optimize</a:t>
          </a:r>
          <a:endParaRPr lang="en-US" dirty="0"/>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00.xml><?xml version="1.0" encoding="utf-8"?>
<dgm:dataModel xmlns:dgm="http://schemas.openxmlformats.org/drawingml/2006/diagram" xmlns:a="http://schemas.openxmlformats.org/drawingml/2006/main">
  <dgm:ptLst>
    <dgm:pt modelId="{014A9C9D-E8B6-ED41-AF89-7A7E98D3762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907CB87-88D3-774F-8127-AED88E71DFE0}">
      <dgm:prSet/>
      <dgm:spPr/>
      <dgm:t>
        <a:bodyPr/>
        <a:lstStyle/>
        <a:p>
          <a:pPr algn="ctr"/>
          <a:r>
            <a:rPr lang="en-US" b="0"/>
            <a:t>Validation</a:t>
          </a:r>
          <a:endParaRPr lang="en-DK"/>
        </a:p>
      </dgm:t>
    </dgm:pt>
    <dgm:pt modelId="{391969D9-3E7C-FA49-8A43-3FDF602527AB}" type="parTrans" cxnId="{574CC970-9E79-4E46-8026-9E0D1B9EB709}">
      <dgm:prSet/>
      <dgm:spPr/>
      <dgm:t>
        <a:bodyPr/>
        <a:lstStyle/>
        <a:p>
          <a:pPr algn="ctr"/>
          <a:endParaRPr lang="en-US"/>
        </a:p>
      </dgm:t>
    </dgm:pt>
    <dgm:pt modelId="{50EDE629-0777-F646-AE49-DB8B7D2DC17C}" type="sibTrans" cxnId="{574CC970-9E79-4E46-8026-9E0D1B9EB709}">
      <dgm:prSet/>
      <dgm:spPr/>
      <dgm:t>
        <a:bodyPr/>
        <a:lstStyle/>
        <a:p>
          <a:pPr algn="ctr"/>
          <a:endParaRPr lang="en-US"/>
        </a:p>
      </dgm:t>
    </dgm:pt>
    <dgm:pt modelId="{7729431D-456E-C34C-AEAD-720414CCC562}">
      <dgm:prSet/>
      <dgm:spPr/>
      <dgm:t>
        <a:bodyPr/>
        <a:lstStyle/>
        <a:p>
          <a:pPr algn="ctr"/>
          <a:r>
            <a:rPr lang="en-US"/>
            <a:t>Physics</a:t>
          </a:r>
          <a:endParaRPr lang="en-DK"/>
        </a:p>
      </dgm:t>
    </dgm:pt>
    <dgm:pt modelId="{097AB5E8-19AF-9B40-B587-8E71BB799CAF}" type="parTrans" cxnId="{DBB99FD7-629C-B142-A644-5EABC1446C8B}">
      <dgm:prSet/>
      <dgm:spPr/>
      <dgm:t>
        <a:bodyPr/>
        <a:lstStyle/>
        <a:p>
          <a:pPr algn="ctr"/>
          <a:endParaRPr lang="en-US"/>
        </a:p>
      </dgm:t>
    </dgm:pt>
    <dgm:pt modelId="{0B0AA76C-B167-4D43-9907-E00DA6CFCD4C}" type="sibTrans" cxnId="{DBB99FD7-629C-B142-A644-5EABC1446C8B}">
      <dgm:prSet/>
      <dgm:spPr/>
      <dgm:t>
        <a:bodyPr/>
        <a:lstStyle/>
        <a:p>
          <a:pPr algn="ctr"/>
          <a:endParaRPr lang="en-US"/>
        </a:p>
      </dgm:t>
    </dgm:pt>
    <dgm:pt modelId="{B93FB6C6-6D55-C943-8FBB-38EE6B6F6EF5}">
      <dgm:prSet/>
      <dgm:spPr/>
      <dgm:t>
        <a:bodyPr/>
        <a:lstStyle/>
        <a:p>
          <a:pPr algn="ctr"/>
          <a:r>
            <a:rPr lang="en-US" b="0"/>
            <a:t>Optimization</a:t>
          </a:r>
          <a:endParaRPr lang="en-DK"/>
        </a:p>
      </dgm:t>
    </dgm:pt>
    <dgm:pt modelId="{077A0502-2419-0243-9010-B162F9C67FCE}" type="parTrans" cxnId="{7E028267-B3AB-5644-A63C-5E7E624415DB}">
      <dgm:prSet/>
      <dgm:spPr/>
      <dgm:t>
        <a:bodyPr/>
        <a:lstStyle/>
        <a:p>
          <a:pPr algn="ctr"/>
          <a:endParaRPr lang="en-US"/>
        </a:p>
      </dgm:t>
    </dgm:pt>
    <dgm:pt modelId="{A62004FD-6B66-B546-BAFD-A5ADD10B7D9A}" type="sibTrans" cxnId="{7E028267-B3AB-5644-A63C-5E7E624415DB}">
      <dgm:prSet/>
      <dgm:spPr/>
      <dgm:t>
        <a:bodyPr/>
        <a:lstStyle/>
        <a:p>
          <a:pPr algn="ctr"/>
          <a:endParaRPr lang="en-US"/>
        </a:p>
      </dgm:t>
    </dgm:pt>
    <dgm:pt modelId="{6C2F4580-7AEE-0744-B45D-EBE3A4BD9AE1}" type="pres">
      <dgm:prSet presAssocID="{014A9C9D-E8B6-ED41-AF89-7A7E98D3762D}" presName="linear" presStyleCnt="0">
        <dgm:presLayoutVars>
          <dgm:animLvl val="lvl"/>
          <dgm:resizeHandles val="exact"/>
        </dgm:presLayoutVars>
      </dgm:prSet>
      <dgm:spPr/>
    </dgm:pt>
    <dgm:pt modelId="{04FE8B6F-2E1B-284D-95E1-3375D73CAAD0}" type="pres">
      <dgm:prSet presAssocID="{9907CB87-88D3-774F-8127-AED88E71DFE0}" presName="parentText" presStyleLbl="node1" presStyleIdx="0" presStyleCnt="3">
        <dgm:presLayoutVars>
          <dgm:chMax val="0"/>
          <dgm:bulletEnabled val="1"/>
        </dgm:presLayoutVars>
      </dgm:prSet>
      <dgm:spPr/>
    </dgm:pt>
    <dgm:pt modelId="{8CE22CBA-C063-F043-9265-93DB8F8EEF01}" type="pres">
      <dgm:prSet presAssocID="{50EDE629-0777-F646-AE49-DB8B7D2DC17C}" presName="spacer" presStyleCnt="0"/>
      <dgm:spPr/>
    </dgm:pt>
    <dgm:pt modelId="{F8452CE5-DC17-8142-977B-4CBECF0EEBE6}" type="pres">
      <dgm:prSet presAssocID="{7729431D-456E-C34C-AEAD-720414CCC562}" presName="parentText" presStyleLbl="node1" presStyleIdx="1" presStyleCnt="3">
        <dgm:presLayoutVars>
          <dgm:chMax val="0"/>
          <dgm:bulletEnabled val="1"/>
        </dgm:presLayoutVars>
      </dgm:prSet>
      <dgm:spPr/>
    </dgm:pt>
    <dgm:pt modelId="{287FB8BE-0649-FB45-B914-C1AB02C5D99C}" type="pres">
      <dgm:prSet presAssocID="{0B0AA76C-B167-4D43-9907-E00DA6CFCD4C}" presName="spacer" presStyleCnt="0"/>
      <dgm:spPr/>
    </dgm:pt>
    <dgm:pt modelId="{0BD6B559-7FF6-BD43-8A20-794A9A201559}" type="pres">
      <dgm:prSet presAssocID="{B93FB6C6-6D55-C943-8FBB-38EE6B6F6EF5}" presName="parentText" presStyleLbl="node1" presStyleIdx="2" presStyleCnt="3">
        <dgm:presLayoutVars>
          <dgm:chMax val="0"/>
          <dgm:bulletEnabled val="1"/>
        </dgm:presLayoutVars>
      </dgm:prSet>
      <dgm:spPr/>
    </dgm:pt>
  </dgm:ptLst>
  <dgm:cxnLst>
    <dgm:cxn modelId="{0D97E418-336F-D742-AE7B-B50D97ACA0DA}" type="presOf" srcId="{7729431D-456E-C34C-AEAD-720414CCC562}" destId="{F8452CE5-DC17-8142-977B-4CBECF0EEBE6}" srcOrd="0" destOrd="0" presId="urn:microsoft.com/office/officeart/2005/8/layout/vList2"/>
    <dgm:cxn modelId="{8D64CC39-D605-204A-AA9E-0004F1BCF971}" type="presOf" srcId="{9907CB87-88D3-774F-8127-AED88E71DFE0}" destId="{04FE8B6F-2E1B-284D-95E1-3375D73CAAD0}" srcOrd="0" destOrd="0" presId="urn:microsoft.com/office/officeart/2005/8/layout/vList2"/>
    <dgm:cxn modelId="{7E028267-B3AB-5644-A63C-5E7E624415DB}" srcId="{014A9C9D-E8B6-ED41-AF89-7A7E98D3762D}" destId="{B93FB6C6-6D55-C943-8FBB-38EE6B6F6EF5}" srcOrd="2" destOrd="0" parTransId="{077A0502-2419-0243-9010-B162F9C67FCE}" sibTransId="{A62004FD-6B66-B546-BAFD-A5ADD10B7D9A}"/>
    <dgm:cxn modelId="{574CC970-9E79-4E46-8026-9E0D1B9EB709}" srcId="{014A9C9D-E8B6-ED41-AF89-7A7E98D3762D}" destId="{9907CB87-88D3-774F-8127-AED88E71DFE0}" srcOrd="0" destOrd="0" parTransId="{391969D9-3E7C-FA49-8A43-3FDF602527AB}" sibTransId="{50EDE629-0777-F646-AE49-DB8B7D2DC17C}"/>
    <dgm:cxn modelId="{60910074-8531-4E4E-99B7-58029DC8E8DE}" type="presOf" srcId="{B93FB6C6-6D55-C943-8FBB-38EE6B6F6EF5}" destId="{0BD6B559-7FF6-BD43-8A20-794A9A201559}" srcOrd="0" destOrd="0" presId="urn:microsoft.com/office/officeart/2005/8/layout/vList2"/>
    <dgm:cxn modelId="{1E78A5CD-12E1-7C41-9385-6620177E625D}" type="presOf" srcId="{014A9C9D-E8B6-ED41-AF89-7A7E98D3762D}" destId="{6C2F4580-7AEE-0744-B45D-EBE3A4BD9AE1}" srcOrd="0" destOrd="0" presId="urn:microsoft.com/office/officeart/2005/8/layout/vList2"/>
    <dgm:cxn modelId="{DBB99FD7-629C-B142-A644-5EABC1446C8B}" srcId="{014A9C9D-E8B6-ED41-AF89-7A7E98D3762D}" destId="{7729431D-456E-C34C-AEAD-720414CCC562}" srcOrd="1" destOrd="0" parTransId="{097AB5E8-19AF-9B40-B587-8E71BB799CAF}" sibTransId="{0B0AA76C-B167-4D43-9907-E00DA6CFCD4C}"/>
    <dgm:cxn modelId="{1E94234A-F40E-884D-8ADC-1AB8FC4E88CC}" type="presParOf" srcId="{6C2F4580-7AEE-0744-B45D-EBE3A4BD9AE1}" destId="{04FE8B6F-2E1B-284D-95E1-3375D73CAAD0}" srcOrd="0" destOrd="0" presId="urn:microsoft.com/office/officeart/2005/8/layout/vList2"/>
    <dgm:cxn modelId="{009191F2-0304-3645-9E49-9EEF5BC2C0DB}" type="presParOf" srcId="{6C2F4580-7AEE-0744-B45D-EBE3A4BD9AE1}" destId="{8CE22CBA-C063-F043-9265-93DB8F8EEF01}" srcOrd="1" destOrd="0" presId="urn:microsoft.com/office/officeart/2005/8/layout/vList2"/>
    <dgm:cxn modelId="{39DE883B-32B8-9946-A05B-532D7CA7E46A}" type="presParOf" srcId="{6C2F4580-7AEE-0744-B45D-EBE3A4BD9AE1}" destId="{F8452CE5-DC17-8142-977B-4CBECF0EEBE6}" srcOrd="2" destOrd="0" presId="urn:microsoft.com/office/officeart/2005/8/layout/vList2"/>
    <dgm:cxn modelId="{CA859DDD-7182-E74E-8E16-F74FF9444F14}" type="presParOf" srcId="{6C2F4580-7AEE-0744-B45D-EBE3A4BD9AE1}" destId="{287FB8BE-0649-FB45-B914-C1AB02C5D99C}" srcOrd="3" destOrd="0" presId="urn:microsoft.com/office/officeart/2005/8/layout/vList2"/>
    <dgm:cxn modelId="{B4E0C682-7414-6E4D-83C7-00534B03AA35}" type="presParOf" srcId="{6C2F4580-7AEE-0744-B45D-EBE3A4BD9AE1}" destId="{0BD6B559-7FF6-BD43-8A20-794A9A201559}"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1.xml><?xml version="1.0" encoding="utf-8"?>
<dgm:dataModel xmlns:dgm="http://schemas.openxmlformats.org/drawingml/2006/diagram" xmlns:a="http://schemas.openxmlformats.org/drawingml/2006/main">
  <dgm:ptLst>
    <dgm:pt modelId="{C0B90F4A-594A-1542-81A3-C38DBF435CD5}" type="doc">
      <dgm:prSet loTypeId="urn:microsoft.com/office/officeart/2005/8/layout/hChevron3" loCatId="process" qsTypeId="urn:microsoft.com/office/officeart/2005/8/quickstyle/simple2" qsCatId="simple" csTypeId="urn:microsoft.com/office/officeart/2005/8/colors/accent0_2" csCatId="mainScheme" phldr="1"/>
      <dgm:spPr/>
    </dgm:pt>
    <dgm:pt modelId="{DA525916-670A-3B44-AD23-696D1AE0BC8C}">
      <dgm:prSet phldrT="[Text]"/>
      <dgm:spPr/>
      <dgm:t>
        <a:bodyPr/>
        <a:lstStyle/>
        <a:p>
          <a:r>
            <a:rPr lang="en-US" dirty="0"/>
            <a:t>Intro</a:t>
          </a:r>
        </a:p>
      </dgm:t>
    </dgm:pt>
    <dgm:pt modelId="{0E79E9C6-969B-7047-8014-B434E9F1A051}" type="parTrans" cxnId="{89EE89F5-BE09-8643-A5C3-F3EEF790391C}">
      <dgm:prSet/>
      <dgm:spPr/>
      <dgm:t>
        <a:bodyPr/>
        <a:lstStyle/>
        <a:p>
          <a:endParaRPr lang="en-US"/>
        </a:p>
      </dgm:t>
    </dgm:pt>
    <dgm:pt modelId="{57AE4616-2A92-9C4B-9FCD-4C5A99CA3D73}" type="sibTrans" cxnId="{89EE89F5-BE09-8643-A5C3-F3EEF790391C}">
      <dgm:prSet phldrT="1" phldr="0"/>
      <dgm:spPr/>
      <dgm:t>
        <a:bodyPr/>
        <a:lstStyle/>
        <a:p>
          <a:endParaRPr lang="en-US"/>
        </a:p>
      </dgm:t>
    </dgm:pt>
    <dgm:pt modelId="{334134CB-DBCA-2D4D-B34E-E8231D109815}">
      <dgm:prSet phldrT="[Text]"/>
      <dgm:spPr/>
      <dgm:t>
        <a:bodyPr/>
        <a:lstStyle/>
        <a:p>
          <a:r>
            <a:rPr lang="en-US" dirty="0"/>
            <a:t>Theory</a:t>
          </a:r>
        </a:p>
      </dgm:t>
    </dgm:pt>
    <dgm:pt modelId="{060F3E53-88B0-044C-9B20-2A97CEAB5048}" type="parTrans" cxnId="{E32ABE8F-E369-7E41-B338-186D5CA18DF1}">
      <dgm:prSet/>
      <dgm:spPr/>
      <dgm:t>
        <a:bodyPr/>
        <a:lstStyle/>
        <a:p>
          <a:endParaRPr lang="en-US"/>
        </a:p>
      </dgm:t>
    </dgm:pt>
    <dgm:pt modelId="{755E3EA2-1F0D-7B4A-BE92-B7D108EA819F}" type="sibTrans" cxnId="{E32ABE8F-E369-7E41-B338-186D5CA18DF1}">
      <dgm:prSet phldrT="2" phldr="0"/>
      <dgm:spPr/>
      <dgm:t>
        <a:bodyPr/>
        <a:lstStyle/>
        <a:p>
          <a:endParaRPr lang="en-US"/>
        </a:p>
      </dgm:t>
    </dgm:pt>
    <dgm:pt modelId="{A0A5A557-DB90-174E-95B3-458D6F0065F5}">
      <dgm:prSet phldrT="[Text]"/>
      <dgm:spPr/>
      <dgm:t>
        <a:bodyPr/>
        <a:lstStyle/>
        <a:p>
          <a:r>
            <a:rPr lang="en-US" dirty="0"/>
            <a:t>McMini</a:t>
          </a:r>
        </a:p>
      </dgm:t>
    </dgm:pt>
    <dgm:pt modelId="{1DCCBA51-5507-D346-8EA4-538F3FA624FC}" type="parTrans" cxnId="{957A80A6-4097-2A40-AF0A-C5AED1DFAC0D}">
      <dgm:prSet/>
      <dgm:spPr/>
      <dgm:t>
        <a:bodyPr/>
        <a:lstStyle/>
        <a:p>
          <a:endParaRPr lang="en-US"/>
        </a:p>
      </dgm:t>
    </dgm:pt>
    <dgm:pt modelId="{44B19803-C48F-1C44-AFFB-D7A315F9A5F9}" type="sibTrans" cxnId="{957A80A6-4097-2A40-AF0A-C5AED1DFAC0D}">
      <dgm:prSet phldrT="3" phldr="0"/>
      <dgm:spPr/>
      <dgm:t>
        <a:bodyPr/>
        <a:lstStyle/>
        <a:p>
          <a:endParaRPr lang="en-US"/>
        </a:p>
      </dgm:t>
    </dgm:pt>
    <dgm:pt modelId="{ADDD1DB6-F0A8-3741-8678-5B610413583E}">
      <dgm:prSet phldrT="[Text]"/>
      <dgm:spPr/>
      <dgm:t>
        <a:bodyPr/>
        <a:lstStyle/>
        <a:p>
          <a:r>
            <a:rPr lang="en-US"/>
            <a:t>Validation</a:t>
          </a:r>
          <a:endParaRPr lang="en-US" dirty="0"/>
        </a:p>
      </dgm:t>
    </dgm:pt>
    <dgm:pt modelId="{038C34D3-9223-3542-BA58-83582EF91173}" type="parTrans" cxnId="{F192EA57-B91E-E645-A831-E08DE2035714}">
      <dgm:prSet/>
      <dgm:spPr/>
      <dgm:t>
        <a:bodyPr/>
        <a:lstStyle/>
        <a:p>
          <a:endParaRPr lang="en-US"/>
        </a:p>
      </dgm:t>
    </dgm:pt>
    <dgm:pt modelId="{A16EF83F-E5FE-CA4B-80D0-8E7EAE68217A}" type="sibTrans" cxnId="{F192EA57-B91E-E645-A831-E08DE2035714}">
      <dgm:prSet phldrT="4" phldr="0"/>
      <dgm:spPr/>
      <dgm:t>
        <a:bodyPr/>
        <a:lstStyle/>
        <a:p>
          <a:endParaRPr lang="en-US"/>
        </a:p>
      </dgm:t>
    </dgm:pt>
    <dgm:pt modelId="{1211044B-E2BC-4A43-8A22-171D70C9E62E}">
      <dgm:prSet phldrT="[Text]"/>
      <dgm:spPr>
        <a:solidFill>
          <a:schemeClr val="accent1">
            <a:lumMod val="60000"/>
            <a:lumOff val="40000"/>
          </a:schemeClr>
        </a:solidFill>
        <a:ln>
          <a:solidFill>
            <a:schemeClr val="tx1"/>
          </a:solidFill>
        </a:ln>
      </dgm:spPr>
      <dgm:t>
        <a:bodyPr/>
        <a:lstStyle/>
        <a:p>
          <a:r>
            <a:rPr lang="en-US" dirty="0">
              <a:solidFill>
                <a:schemeClr val="tx1"/>
              </a:solidFill>
            </a:rPr>
            <a:t>Conclusion</a:t>
          </a:r>
        </a:p>
      </dgm:t>
    </dgm:pt>
    <dgm:pt modelId="{AAA45F5B-A3DD-5644-8D22-B69B4E30CC70}" type="parTrans" cxnId="{0FB604AC-1F69-5842-A8BD-7EF0EF3FB9BB}">
      <dgm:prSet/>
      <dgm:spPr/>
      <dgm:t>
        <a:bodyPr/>
        <a:lstStyle/>
        <a:p>
          <a:endParaRPr lang="en-US"/>
        </a:p>
      </dgm:t>
    </dgm:pt>
    <dgm:pt modelId="{D23C6A7E-34B4-B747-A0F9-1DEE08645E49}" type="sibTrans" cxnId="{0FB604AC-1F69-5842-A8BD-7EF0EF3FB9BB}">
      <dgm:prSet phldrT="8" phldr="0"/>
      <dgm:spPr/>
      <dgm:t>
        <a:bodyPr/>
        <a:lstStyle/>
        <a:p>
          <a:endParaRPr lang="en-US"/>
        </a:p>
      </dgm:t>
    </dgm:pt>
    <dgm:pt modelId="{7C232576-5A3B-1A4B-96BA-170BA9F65728}">
      <dgm:prSet phldrT="[Text]"/>
      <dgm:spPr/>
      <dgm:t>
        <a:bodyPr/>
        <a:lstStyle/>
        <a:p>
          <a:r>
            <a:rPr lang="en-US" dirty="0"/>
            <a:t>Thin-limit</a:t>
          </a:r>
        </a:p>
      </dgm:t>
    </dgm:pt>
    <dgm:pt modelId="{4D5E52E8-7A72-344C-9071-5991EF219978}" type="parTrans" cxnId="{F2D1786E-9C1F-024E-A263-9C7EDA9EF493}">
      <dgm:prSet/>
      <dgm:spPr/>
      <dgm:t>
        <a:bodyPr/>
        <a:lstStyle/>
        <a:p>
          <a:endParaRPr lang="en-US"/>
        </a:p>
      </dgm:t>
    </dgm:pt>
    <dgm:pt modelId="{C287B4D9-A17D-4F49-8377-93CF57C987B4}" type="sibTrans" cxnId="{F2D1786E-9C1F-024E-A263-9C7EDA9EF493}">
      <dgm:prSet phldrT="5" phldr="0"/>
      <dgm:spPr/>
      <dgm:t>
        <a:bodyPr/>
        <a:lstStyle/>
        <a:p>
          <a:endParaRPr lang="en-US"/>
        </a:p>
      </dgm:t>
    </dgm:pt>
    <dgm:pt modelId="{35D8F2EF-1D1C-564E-9053-D5EDDF9B1584}">
      <dgm:prSet phldrT="[Text]"/>
      <dgm:spPr/>
      <dgm:t>
        <a:bodyPr/>
        <a:lstStyle/>
        <a:p>
          <a:r>
            <a:rPr lang="en-US" dirty="0"/>
            <a:t>CAMEA</a:t>
          </a:r>
        </a:p>
      </dgm:t>
    </dgm:pt>
    <dgm:pt modelId="{3EE2E3BB-235F-3D42-A6BA-29FE2665FC3A}" type="parTrans" cxnId="{3D34BFFA-E157-B54F-8137-B3448C6864CE}">
      <dgm:prSet/>
      <dgm:spPr/>
      <dgm:t>
        <a:bodyPr/>
        <a:lstStyle/>
        <a:p>
          <a:endParaRPr lang="en-US"/>
        </a:p>
      </dgm:t>
    </dgm:pt>
    <dgm:pt modelId="{205DFE50-E3B6-FE48-85CE-FF54DEB58C01}" type="sibTrans" cxnId="{3D34BFFA-E157-B54F-8137-B3448C6864CE}">
      <dgm:prSet phldrT="6" phldr="0"/>
      <dgm:spPr/>
      <dgm:t>
        <a:bodyPr/>
        <a:lstStyle/>
        <a:p>
          <a:endParaRPr lang="en-US"/>
        </a:p>
      </dgm:t>
    </dgm:pt>
    <dgm:pt modelId="{0B25A4FB-01F7-7641-A49A-AAB3E3A7461C}">
      <dgm:prSet phldrT="[Text]"/>
      <dgm:spPr/>
      <dgm:t>
        <a:bodyPr/>
        <a:lstStyle/>
        <a:p>
          <a:r>
            <a:rPr lang="en-US"/>
            <a:t>Optimize</a:t>
          </a:r>
          <a:endParaRPr lang="en-US" dirty="0"/>
        </a:p>
      </dgm:t>
    </dgm:pt>
    <dgm:pt modelId="{B26152DE-6CA9-0C4E-8705-81226026BCEE}" type="parTrans" cxnId="{46B6D816-CD30-464B-AF07-45AE866C99E0}">
      <dgm:prSet/>
      <dgm:spPr/>
      <dgm:t>
        <a:bodyPr/>
        <a:lstStyle/>
        <a:p>
          <a:endParaRPr lang="en-US"/>
        </a:p>
      </dgm:t>
    </dgm:pt>
    <dgm:pt modelId="{F40BDF67-906B-DF4E-99E6-55CCF6E0FB8A}" type="sibTrans" cxnId="{46B6D816-CD30-464B-AF07-45AE866C99E0}">
      <dgm:prSet phldrT="7" phldr="0"/>
      <dgm:spPr/>
      <dgm:t>
        <a:bodyPr/>
        <a:lstStyle/>
        <a:p>
          <a:endParaRPr lang="en-US"/>
        </a:p>
      </dgm:t>
    </dgm:pt>
    <dgm:pt modelId="{97C153ED-5849-804C-B203-C6EECB019417}" type="pres">
      <dgm:prSet presAssocID="{C0B90F4A-594A-1542-81A3-C38DBF435CD5}" presName="Name0" presStyleCnt="0">
        <dgm:presLayoutVars>
          <dgm:dir/>
          <dgm:resizeHandles val="exact"/>
        </dgm:presLayoutVars>
      </dgm:prSet>
      <dgm:spPr/>
    </dgm:pt>
    <dgm:pt modelId="{4BCAEB30-8C6F-ED4E-AD5C-411970781C46}" type="pres">
      <dgm:prSet presAssocID="{DA525916-670A-3B44-AD23-696D1AE0BC8C}" presName="parTxOnly" presStyleLbl="node1" presStyleIdx="0" presStyleCnt="8">
        <dgm:presLayoutVars>
          <dgm:bulletEnabled val="1"/>
        </dgm:presLayoutVars>
      </dgm:prSet>
      <dgm:spPr/>
    </dgm:pt>
    <dgm:pt modelId="{7A492E14-581D-FE4D-9C8A-7C394ED3708D}" type="pres">
      <dgm:prSet presAssocID="{57AE4616-2A92-9C4B-9FCD-4C5A99CA3D73}" presName="parSpace" presStyleCnt="0"/>
      <dgm:spPr/>
    </dgm:pt>
    <dgm:pt modelId="{4FB35C9E-1F83-534A-8AB0-E419E5DDD393}" type="pres">
      <dgm:prSet presAssocID="{334134CB-DBCA-2D4D-B34E-E8231D109815}" presName="parTxOnly" presStyleLbl="node1" presStyleIdx="1" presStyleCnt="8">
        <dgm:presLayoutVars>
          <dgm:bulletEnabled val="1"/>
        </dgm:presLayoutVars>
      </dgm:prSet>
      <dgm:spPr/>
    </dgm:pt>
    <dgm:pt modelId="{8409FE14-AB0B-BE4E-AE80-26FAA5B07A05}" type="pres">
      <dgm:prSet presAssocID="{755E3EA2-1F0D-7B4A-BE92-B7D108EA819F}" presName="parSpace" presStyleCnt="0"/>
      <dgm:spPr/>
    </dgm:pt>
    <dgm:pt modelId="{0A9736A6-08B2-134B-8529-DA4ADA84783C}" type="pres">
      <dgm:prSet presAssocID="{A0A5A557-DB90-174E-95B3-458D6F0065F5}" presName="parTxOnly" presStyleLbl="node1" presStyleIdx="2" presStyleCnt="8">
        <dgm:presLayoutVars>
          <dgm:bulletEnabled val="1"/>
        </dgm:presLayoutVars>
      </dgm:prSet>
      <dgm:spPr/>
    </dgm:pt>
    <dgm:pt modelId="{6EE76C6D-44CF-EE42-8C4E-8C6D0A8BCF40}" type="pres">
      <dgm:prSet presAssocID="{44B19803-C48F-1C44-AFFB-D7A315F9A5F9}" presName="parSpace" presStyleCnt="0"/>
      <dgm:spPr/>
    </dgm:pt>
    <dgm:pt modelId="{9439AD26-78E2-3245-9BEE-DB84EC59F846}" type="pres">
      <dgm:prSet presAssocID="{ADDD1DB6-F0A8-3741-8678-5B610413583E}" presName="parTxOnly" presStyleLbl="node1" presStyleIdx="3" presStyleCnt="8">
        <dgm:presLayoutVars>
          <dgm:bulletEnabled val="1"/>
        </dgm:presLayoutVars>
      </dgm:prSet>
      <dgm:spPr/>
    </dgm:pt>
    <dgm:pt modelId="{ACBBF993-E292-074C-BE0C-DA83107FB4CB}" type="pres">
      <dgm:prSet presAssocID="{A16EF83F-E5FE-CA4B-80D0-8E7EAE68217A}" presName="parSpace" presStyleCnt="0"/>
      <dgm:spPr/>
    </dgm:pt>
    <dgm:pt modelId="{FCF6A4CC-11BA-F641-9637-27B1A4CA6187}" type="pres">
      <dgm:prSet presAssocID="{7C232576-5A3B-1A4B-96BA-170BA9F65728}" presName="parTxOnly" presStyleLbl="node1" presStyleIdx="4" presStyleCnt="8">
        <dgm:presLayoutVars>
          <dgm:bulletEnabled val="1"/>
        </dgm:presLayoutVars>
      </dgm:prSet>
      <dgm:spPr/>
    </dgm:pt>
    <dgm:pt modelId="{BB4D9098-55A3-BB4F-8250-4DFCD600FEE0}" type="pres">
      <dgm:prSet presAssocID="{C287B4D9-A17D-4F49-8377-93CF57C987B4}" presName="parSpace" presStyleCnt="0"/>
      <dgm:spPr/>
    </dgm:pt>
    <dgm:pt modelId="{45B193D2-4FAD-084D-857A-4920603C1E56}" type="pres">
      <dgm:prSet presAssocID="{35D8F2EF-1D1C-564E-9053-D5EDDF9B1584}" presName="parTxOnly" presStyleLbl="node1" presStyleIdx="5" presStyleCnt="8">
        <dgm:presLayoutVars>
          <dgm:bulletEnabled val="1"/>
        </dgm:presLayoutVars>
      </dgm:prSet>
      <dgm:spPr/>
    </dgm:pt>
    <dgm:pt modelId="{899947D9-D17B-F546-9F36-E3B9D4A5E404}" type="pres">
      <dgm:prSet presAssocID="{205DFE50-E3B6-FE48-85CE-FF54DEB58C01}" presName="parSpace" presStyleCnt="0"/>
      <dgm:spPr/>
    </dgm:pt>
    <dgm:pt modelId="{6A6CA4D9-57A6-A34A-BC9B-F1A8CA22FAA6}" type="pres">
      <dgm:prSet presAssocID="{0B25A4FB-01F7-7641-A49A-AAB3E3A7461C}" presName="parTxOnly" presStyleLbl="node1" presStyleIdx="6" presStyleCnt="8">
        <dgm:presLayoutVars>
          <dgm:bulletEnabled val="1"/>
        </dgm:presLayoutVars>
      </dgm:prSet>
      <dgm:spPr/>
    </dgm:pt>
    <dgm:pt modelId="{25B1B1AF-7A54-9140-A963-1EA2AF28A524}" type="pres">
      <dgm:prSet presAssocID="{F40BDF67-906B-DF4E-99E6-55CCF6E0FB8A}" presName="parSpace" presStyleCnt="0"/>
      <dgm:spPr/>
    </dgm:pt>
    <dgm:pt modelId="{63A068E0-2EE9-B348-9D95-58C22591E7D8}" type="pres">
      <dgm:prSet presAssocID="{1211044B-E2BC-4A43-8A22-171D70C9E62E}" presName="parTxOnly" presStyleLbl="node1" presStyleIdx="7" presStyleCnt="8">
        <dgm:presLayoutVars>
          <dgm:bulletEnabled val="1"/>
        </dgm:presLayoutVars>
      </dgm:prSet>
      <dgm:spPr/>
    </dgm:pt>
  </dgm:ptLst>
  <dgm:cxnLst>
    <dgm:cxn modelId="{445BAB0B-8FFD-054C-AB38-AF920BCE216B}" type="presOf" srcId="{C0B90F4A-594A-1542-81A3-C38DBF435CD5}" destId="{97C153ED-5849-804C-B203-C6EECB019417}" srcOrd="0" destOrd="0" presId="urn:microsoft.com/office/officeart/2005/8/layout/hChevron3"/>
    <dgm:cxn modelId="{13882D10-09A2-B444-A017-85E2940A9113}" type="presOf" srcId="{DA525916-670A-3B44-AD23-696D1AE0BC8C}" destId="{4BCAEB30-8C6F-ED4E-AD5C-411970781C46}" srcOrd="0" destOrd="0" presId="urn:microsoft.com/office/officeart/2005/8/layout/hChevron3"/>
    <dgm:cxn modelId="{46B6D816-CD30-464B-AF07-45AE866C99E0}" srcId="{C0B90F4A-594A-1542-81A3-C38DBF435CD5}" destId="{0B25A4FB-01F7-7641-A49A-AAB3E3A7461C}" srcOrd="6" destOrd="0" parTransId="{B26152DE-6CA9-0C4E-8705-81226026BCEE}" sibTransId="{F40BDF67-906B-DF4E-99E6-55CCF6E0FB8A}"/>
    <dgm:cxn modelId="{8015FC21-3EFA-A049-89EB-369CF1BD54E3}" type="presOf" srcId="{ADDD1DB6-F0A8-3741-8678-5B610413583E}" destId="{9439AD26-78E2-3245-9BEE-DB84EC59F846}" srcOrd="0" destOrd="0" presId="urn:microsoft.com/office/officeart/2005/8/layout/hChevron3"/>
    <dgm:cxn modelId="{FF13DD2E-E2CB-9C43-8786-65CFE13790E4}" type="presOf" srcId="{35D8F2EF-1D1C-564E-9053-D5EDDF9B1584}" destId="{45B193D2-4FAD-084D-857A-4920603C1E56}" srcOrd="0" destOrd="0" presId="urn:microsoft.com/office/officeart/2005/8/layout/hChevron3"/>
    <dgm:cxn modelId="{227CD336-F194-AC45-95A8-AC5CA28DBF01}" type="presOf" srcId="{1211044B-E2BC-4A43-8A22-171D70C9E62E}" destId="{63A068E0-2EE9-B348-9D95-58C22591E7D8}" srcOrd="0" destOrd="0" presId="urn:microsoft.com/office/officeart/2005/8/layout/hChevron3"/>
    <dgm:cxn modelId="{F192EA57-B91E-E645-A831-E08DE2035714}" srcId="{C0B90F4A-594A-1542-81A3-C38DBF435CD5}" destId="{ADDD1DB6-F0A8-3741-8678-5B610413583E}" srcOrd="3" destOrd="0" parTransId="{038C34D3-9223-3542-BA58-83582EF91173}" sibTransId="{A16EF83F-E5FE-CA4B-80D0-8E7EAE68217A}"/>
    <dgm:cxn modelId="{86C3165D-82A9-5D4C-BCCC-4CF2F910230B}" type="presOf" srcId="{7C232576-5A3B-1A4B-96BA-170BA9F65728}" destId="{FCF6A4CC-11BA-F641-9637-27B1A4CA6187}" srcOrd="0" destOrd="0" presId="urn:microsoft.com/office/officeart/2005/8/layout/hChevron3"/>
    <dgm:cxn modelId="{57CB6C64-2648-6048-8913-10E650723A6C}" type="presOf" srcId="{334134CB-DBCA-2D4D-B34E-E8231D109815}" destId="{4FB35C9E-1F83-534A-8AB0-E419E5DDD393}" srcOrd="0" destOrd="0" presId="urn:microsoft.com/office/officeart/2005/8/layout/hChevron3"/>
    <dgm:cxn modelId="{F2D1786E-9C1F-024E-A263-9C7EDA9EF493}" srcId="{C0B90F4A-594A-1542-81A3-C38DBF435CD5}" destId="{7C232576-5A3B-1A4B-96BA-170BA9F65728}" srcOrd="4" destOrd="0" parTransId="{4D5E52E8-7A72-344C-9071-5991EF219978}" sibTransId="{C287B4D9-A17D-4F49-8377-93CF57C987B4}"/>
    <dgm:cxn modelId="{E32ABE8F-E369-7E41-B338-186D5CA18DF1}" srcId="{C0B90F4A-594A-1542-81A3-C38DBF435CD5}" destId="{334134CB-DBCA-2D4D-B34E-E8231D109815}" srcOrd="1" destOrd="0" parTransId="{060F3E53-88B0-044C-9B20-2A97CEAB5048}" sibTransId="{755E3EA2-1F0D-7B4A-BE92-B7D108EA819F}"/>
    <dgm:cxn modelId="{957A80A6-4097-2A40-AF0A-C5AED1DFAC0D}" srcId="{C0B90F4A-594A-1542-81A3-C38DBF435CD5}" destId="{A0A5A557-DB90-174E-95B3-458D6F0065F5}" srcOrd="2" destOrd="0" parTransId="{1DCCBA51-5507-D346-8EA4-538F3FA624FC}" sibTransId="{44B19803-C48F-1C44-AFFB-D7A315F9A5F9}"/>
    <dgm:cxn modelId="{0FB604AC-1F69-5842-A8BD-7EF0EF3FB9BB}" srcId="{C0B90F4A-594A-1542-81A3-C38DBF435CD5}" destId="{1211044B-E2BC-4A43-8A22-171D70C9E62E}" srcOrd="7" destOrd="0" parTransId="{AAA45F5B-A3DD-5644-8D22-B69B4E30CC70}" sibTransId="{D23C6A7E-34B4-B747-A0F9-1DEE08645E49}"/>
    <dgm:cxn modelId="{BC24F4C2-0622-E240-93B1-29F99DFCC7ED}" type="presOf" srcId="{A0A5A557-DB90-174E-95B3-458D6F0065F5}" destId="{0A9736A6-08B2-134B-8529-DA4ADA84783C}" srcOrd="0" destOrd="0" presId="urn:microsoft.com/office/officeart/2005/8/layout/hChevron3"/>
    <dgm:cxn modelId="{1A7C01E5-A0C2-C14D-AF2E-ACF95D2999C3}" type="presOf" srcId="{0B25A4FB-01F7-7641-A49A-AAB3E3A7461C}" destId="{6A6CA4D9-57A6-A34A-BC9B-F1A8CA22FAA6}" srcOrd="0" destOrd="0" presId="urn:microsoft.com/office/officeart/2005/8/layout/hChevron3"/>
    <dgm:cxn modelId="{89EE89F5-BE09-8643-A5C3-F3EEF790391C}" srcId="{C0B90F4A-594A-1542-81A3-C38DBF435CD5}" destId="{DA525916-670A-3B44-AD23-696D1AE0BC8C}" srcOrd="0" destOrd="0" parTransId="{0E79E9C6-969B-7047-8014-B434E9F1A051}" sibTransId="{57AE4616-2A92-9C4B-9FCD-4C5A99CA3D73}"/>
    <dgm:cxn modelId="{3D34BFFA-E157-B54F-8137-B3448C6864CE}" srcId="{C0B90F4A-594A-1542-81A3-C38DBF435CD5}" destId="{35D8F2EF-1D1C-564E-9053-D5EDDF9B1584}" srcOrd="5" destOrd="0" parTransId="{3EE2E3BB-235F-3D42-A6BA-29FE2665FC3A}" sibTransId="{205DFE50-E3B6-FE48-85CE-FF54DEB58C01}"/>
    <dgm:cxn modelId="{BB386531-B42B-2D47-9759-BB243F818D62}" type="presParOf" srcId="{97C153ED-5849-804C-B203-C6EECB019417}" destId="{4BCAEB30-8C6F-ED4E-AD5C-411970781C46}" srcOrd="0" destOrd="0" presId="urn:microsoft.com/office/officeart/2005/8/layout/hChevron3"/>
    <dgm:cxn modelId="{442F3138-C21F-544A-8099-B18C8EAF6A1B}" type="presParOf" srcId="{97C153ED-5849-804C-B203-C6EECB019417}" destId="{7A492E14-581D-FE4D-9C8A-7C394ED3708D}" srcOrd="1" destOrd="0" presId="urn:microsoft.com/office/officeart/2005/8/layout/hChevron3"/>
    <dgm:cxn modelId="{63BF4386-D645-904F-87E8-5F50A4F62B70}" type="presParOf" srcId="{97C153ED-5849-804C-B203-C6EECB019417}" destId="{4FB35C9E-1F83-534A-8AB0-E419E5DDD393}" srcOrd="2" destOrd="0" presId="urn:microsoft.com/office/officeart/2005/8/layout/hChevron3"/>
    <dgm:cxn modelId="{215668B7-73F9-7D45-8FFE-3021E308338E}" type="presParOf" srcId="{97C153ED-5849-804C-B203-C6EECB019417}" destId="{8409FE14-AB0B-BE4E-AE80-26FAA5B07A05}" srcOrd="3" destOrd="0" presId="urn:microsoft.com/office/officeart/2005/8/layout/hChevron3"/>
    <dgm:cxn modelId="{99435AC3-95EE-224A-B12C-50656F7B9D07}" type="presParOf" srcId="{97C153ED-5849-804C-B203-C6EECB019417}" destId="{0A9736A6-08B2-134B-8529-DA4ADA84783C}" srcOrd="4" destOrd="0" presId="urn:microsoft.com/office/officeart/2005/8/layout/hChevron3"/>
    <dgm:cxn modelId="{241531E8-D24C-F449-8A96-64858576C8F9}" type="presParOf" srcId="{97C153ED-5849-804C-B203-C6EECB019417}" destId="{6EE76C6D-44CF-EE42-8C4E-8C6D0A8BCF40}" srcOrd="5" destOrd="0" presId="urn:microsoft.com/office/officeart/2005/8/layout/hChevron3"/>
    <dgm:cxn modelId="{F413B992-96BF-8B45-9A77-95963C1C43F0}" type="presParOf" srcId="{97C153ED-5849-804C-B203-C6EECB019417}" destId="{9439AD26-78E2-3245-9BEE-DB84EC59F846}" srcOrd="6" destOrd="0" presId="urn:microsoft.com/office/officeart/2005/8/layout/hChevron3"/>
    <dgm:cxn modelId="{C2038CFF-6BF0-BE47-9122-6C3B03AB4EB8}" type="presParOf" srcId="{97C153ED-5849-804C-B203-C6EECB019417}" destId="{ACBBF993-E292-074C-BE0C-DA83107FB4CB}" srcOrd="7" destOrd="0" presId="urn:microsoft.com/office/officeart/2005/8/layout/hChevron3"/>
    <dgm:cxn modelId="{D6D74889-BEDD-724B-904B-D153A3696ABF}" type="presParOf" srcId="{97C153ED-5849-804C-B203-C6EECB019417}" destId="{FCF6A4CC-11BA-F641-9637-27B1A4CA6187}" srcOrd="8" destOrd="0" presId="urn:microsoft.com/office/officeart/2005/8/layout/hChevron3"/>
    <dgm:cxn modelId="{19A37A8C-A973-CB46-9C52-8F981406195A}" type="presParOf" srcId="{97C153ED-5849-804C-B203-C6EECB019417}" destId="{BB4D9098-55A3-BB4F-8250-4DFCD600FEE0}" srcOrd="9" destOrd="0" presId="urn:microsoft.com/office/officeart/2005/8/layout/hChevron3"/>
    <dgm:cxn modelId="{62C9DD75-303D-EC41-990A-84F9068FD1FF}" type="presParOf" srcId="{97C153ED-5849-804C-B203-C6EECB019417}" destId="{45B193D2-4FAD-084D-857A-4920603C1E56}" srcOrd="10" destOrd="0" presId="urn:microsoft.com/office/officeart/2005/8/layout/hChevron3"/>
    <dgm:cxn modelId="{C9BFA370-0C53-B044-8475-6E81F02D2F6A}" type="presParOf" srcId="{97C153ED-5849-804C-B203-C6EECB019417}" destId="{899947D9-D17B-F546-9F36-E3B9D4A5E404}" srcOrd="11" destOrd="0" presId="urn:microsoft.com/office/officeart/2005/8/layout/hChevron3"/>
    <dgm:cxn modelId="{18DF1CA5-C544-724F-9149-E47601067C09}" type="presParOf" srcId="{97C153ED-5849-804C-B203-C6EECB019417}" destId="{6A6CA4D9-57A6-A34A-BC9B-F1A8CA22FAA6}" srcOrd="12" destOrd="0" presId="urn:microsoft.com/office/officeart/2005/8/layout/hChevron3"/>
    <dgm:cxn modelId="{4D60ABF0-80F7-9847-AB92-687E0D1C02B0}" type="presParOf" srcId="{97C153ED-5849-804C-B203-C6EECB019417}" destId="{25B1B1AF-7A54-9140-A963-1EA2AF28A524}" srcOrd="13" destOrd="0" presId="urn:microsoft.com/office/officeart/2005/8/layout/hChevron3"/>
    <dgm:cxn modelId="{24A4A8A2-3087-9E47-8475-C7ADD7114368}" type="presParOf" srcId="{97C153ED-5849-804C-B203-C6EECB019417}" destId="{63A068E0-2EE9-B348-9D95-58C22591E7D8}" srcOrd="14"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02.xml><?xml version="1.0" encoding="utf-8"?>
<dgm:dataModel xmlns:dgm="http://schemas.openxmlformats.org/drawingml/2006/diagram" xmlns:a="http://schemas.openxmlformats.org/drawingml/2006/main">
  <dgm:ptLst>
    <dgm:pt modelId="{6885ADF8-7DBC-544F-BE9B-2CCEE495CAFD}"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mc:Choice xmlns:a14="http://schemas.microsoft.com/office/drawing/2010/main" Requires="a14">
        <dgm:pt modelId="{310BC684-A4E1-8E4E-B522-52D520A4BEAE}">
          <dgm:prSet/>
          <dgm:spPr/>
          <dgm:t>
            <a:bodyPr/>
            <a:lstStyle/>
            <a:p>
              <a14:m>
                <m:oMathPara xmlns:m="http://schemas.openxmlformats.org/officeDocument/2006/math">
                  <m:oMathParaPr>
                    <m:jc m:val="centerGroup"/>
                  </m:oMathParaPr>
                  <m:oMath xmlns:m="http://schemas.openxmlformats.org/officeDocument/2006/math">
                    <m:f>
                      <m:fPr>
                        <m:ctrlPr>
                          <a:rPr lang="en-DK" b="0" i="1" smtClean="0"/>
                        </m:ctrlPr>
                      </m:fPr>
                      <m:num>
                        <m:r>
                          <a:rPr lang="en-DK" b="0" i="1"/>
                          <m:t>𝑑</m:t>
                        </m:r>
                        <m:r>
                          <a:rPr lang="en-DK" b="0" i="1"/>
                          <m:t>𝜎</m:t>
                        </m:r>
                      </m:num>
                      <m:den>
                        <m:r>
                          <a:rPr lang="en-DK" b="0" i="1"/>
                          <m:t>𝑑</m:t>
                        </m:r>
                        <m:r>
                          <m:rPr>
                            <m:sty m:val="p"/>
                          </m:rPr>
                          <a:rPr lang="en-DK" b="0" i="1"/>
                          <m:t>Ω</m:t>
                        </m:r>
                      </m:den>
                    </m:f>
                    <m:r>
                      <a:rPr lang="en-DK" b="0" i="1"/>
                      <m:t>=</m:t>
                    </m:r>
                    <m:f>
                      <m:fPr>
                        <m:ctrlPr>
                          <a:rPr lang="en-DK" b="0" i="1"/>
                        </m:ctrlPr>
                      </m:fPr>
                      <m:num>
                        <m:r>
                          <a:rPr lang="en-DK" b="0" i="1"/>
                          <m:t>1</m:t>
                        </m:r>
                      </m:num>
                      <m:den>
                        <m:r>
                          <m:rPr>
                            <m:sty m:val="p"/>
                          </m:rPr>
                          <a:rPr lang="en-DK" b="0" i="1"/>
                          <m:t>Ψ</m:t>
                        </m:r>
                      </m:den>
                    </m:f>
                    <m:f>
                      <m:fPr>
                        <m:ctrlPr>
                          <a:rPr lang="en-DK" b="0" i="1"/>
                        </m:ctrlPr>
                      </m:fPr>
                      <m:num>
                        <m:sSup>
                          <m:sSupPr>
                            <m:ctrlPr>
                              <a:rPr lang="da-DK" b="0" i="1" smtClean="0">
                                <a:latin typeface="Cambria Math" panose="02040503050406030204" pitchFamily="18" charset="0"/>
                              </a:rPr>
                            </m:ctrlPr>
                          </m:sSupPr>
                          <m:e>
                            <m:r>
                              <a:rPr lang="da-DK" b="0" i="1" smtClean="0">
                                <a:latin typeface="Cambria Math" panose="02040503050406030204" pitchFamily="18" charset="0"/>
                              </a:rPr>
                              <m:t>𝑑</m:t>
                            </m:r>
                          </m:e>
                          <m:sup>
                            <m:r>
                              <a:rPr lang="da-DK" b="0" i="1" smtClean="0">
                                <a:latin typeface="Cambria Math" panose="02040503050406030204" pitchFamily="18" charset="0"/>
                              </a:rPr>
                              <m:t>2</m:t>
                            </m:r>
                          </m:sup>
                        </m:sSup>
                        <m:r>
                          <a:rPr lang="da-DK" b="0" i="1" smtClean="0">
                            <a:latin typeface="Cambria Math" panose="02040503050406030204" pitchFamily="18" charset="0"/>
                          </a:rPr>
                          <m:t>𝑁</m:t>
                        </m:r>
                      </m:num>
                      <m:den>
                        <m:r>
                          <a:rPr lang="da-DK" b="0" i="1" smtClean="0">
                            <a:latin typeface="Cambria Math" panose="02040503050406030204" pitchFamily="18" charset="0"/>
                          </a:rPr>
                          <m:t>𝑑</m:t>
                        </m:r>
                        <m:r>
                          <m:rPr>
                            <m:sty m:val="p"/>
                          </m:rPr>
                          <a:rPr lang="el-GR" b="0" i="1" smtClean="0">
                            <a:latin typeface="Cambria Math" panose="02040503050406030204" pitchFamily="18" charset="0"/>
                            <a:ea typeface="Cambria Math" panose="02040503050406030204" pitchFamily="18" charset="0"/>
                          </a:rPr>
                          <m:t>Ω</m:t>
                        </m:r>
                        <m:r>
                          <a:rPr lang="en-DK" b="0" i="1"/>
                          <m:t>𝑑𝑡</m:t>
                        </m:r>
                      </m:den>
                    </m:f>
                  </m:oMath>
                </m:oMathPara>
              </a14:m>
              <a:endParaRPr lang="en-DK" dirty="0"/>
            </a:p>
          </dgm:t>
        </dgm:pt>
      </mc:Choice>
      <mc:Fallback>
        <dgm:pt modelId="{310BC684-A4E1-8E4E-B522-52D520A4BEAE}">
          <dgm:prSet/>
          <dgm:spPr/>
          <dgm:t>
            <a:bodyPr/>
            <a:lstStyle/>
            <a:p>
              <a:r>
                <a:rPr lang="en-DK" b="0" i="0"/>
                <a:t>𝑑𝜎/𝑑Ω=1/Ψ </a:t>
              </a:r>
              <a:r>
                <a:rPr lang="da-DK" b="0" i="0">
                  <a:latin typeface="Cambria Math" panose="02040503050406030204" pitchFamily="18" charset="0"/>
                </a:rPr>
                <a:t> </a:t>
              </a:r>
              <a:r>
                <a:rPr lang="en-DK" b="0" i="0">
                  <a:latin typeface="Cambria Math" panose="02040503050406030204" pitchFamily="18" charset="0"/>
                </a:rPr>
                <a:t>(</a:t>
              </a:r>
              <a:r>
                <a:rPr lang="da-DK" b="0" i="0">
                  <a:latin typeface="Cambria Math" panose="02040503050406030204" pitchFamily="18" charset="0"/>
                </a:rPr>
                <a:t>𝑑^2 𝑁</a:t>
              </a:r>
              <a:r>
                <a:rPr lang="en-DK" b="0" i="0">
                  <a:latin typeface="Cambria Math" panose="02040503050406030204" pitchFamily="18" charset="0"/>
                </a:rPr>
                <a:t>)/</a:t>
              </a:r>
              <a:r>
                <a:rPr lang="da-DK" b="0" i="0">
                  <a:latin typeface="Cambria Math" panose="02040503050406030204" pitchFamily="18" charset="0"/>
                </a:rPr>
                <a:t>𝑑</a:t>
              </a:r>
              <a:r>
                <a:rPr lang="el-GR" b="0" i="0">
                  <a:latin typeface="Cambria Math" panose="02040503050406030204" pitchFamily="18" charset="0"/>
                  <a:ea typeface="Cambria Math" panose="02040503050406030204" pitchFamily="18" charset="0"/>
                </a:rPr>
                <a:t>Ω</a:t>
              </a:r>
              <a:r>
                <a:rPr lang="en-DK" b="0" i="0"/>
                <a:t>𝑑𝑡</a:t>
              </a:r>
              <a:endParaRPr lang="en-DK" dirty="0"/>
            </a:p>
          </dgm:t>
        </dgm:pt>
      </mc:Fallback>
    </mc:AlternateContent>
    <dgm:pt modelId="{A8613F0F-A852-A54D-9555-BDD3468B0A4C}" type="parTrans" cxnId="{0E1DC2A6-9F24-9B4C-8801-51CE306A7034}">
      <dgm:prSet/>
      <dgm:spPr/>
      <dgm:t>
        <a:bodyPr/>
        <a:lstStyle/>
        <a:p>
          <a:endParaRPr lang="en-US"/>
        </a:p>
      </dgm:t>
    </dgm:pt>
    <dgm:pt modelId="{AD8037F7-50F3-F44B-9C2C-7D72D56D55DB}" type="sibTrans" cxnId="{0E1DC2A6-9F24-9B4C-8801-51CE306A7034}">
      <dgm:prSet/>
      <dgm:spPr/>
      <dgm:t>
        <a:bodyPr/>
        <a:lstStyle/>
        <a:p>
          <a:endParaRPr lang="en-US"/>
        </a:p>
      </dgm:t>
    </dgm:pt>
    <dgm:pt modelId="{86A171E2-A53D-0543-862C-F2B552F9D928}">
      <dgm:prSet/>
      <dgm:spPr/>
      <dgm:t>
        <a:bodyPr/>
        <a:lstStyle/>
        <a:p>
          <a:r>
            <a:rPr lang="en-US" b="0" dirty="0"/>
            <a:t>Differential scattering cross section</a:t>
          </a:r>
          <a:endParaRPr lang="en-DK" dirty="0"/>
        </a:p>
      </dgm:t>
    </dgm:pt>
    <dgm:pt modelId="{DFA8B98D-3E04-434F-9629-B74EB97EE6C8}" type="parTrans" cxnId="{24DA46C3-1AFC-D949-96AF-A4CCC1714074}">
      <dgm:prSet/>
      <dgm:spPr/>
      <dgm:t>
        <a:bodyPr/>
        <a:lstStyle/>
        <a:p>
          <a:endParaRPr lang="en-US"/>
        </a:p>
      </dgm:t>
    </dgm:pt>
    <dgm:pt modelId="{B961D61E-01BB-4F4D-ABE8-56EBB4E9F830}" type="sibTrans" cxnId="{24DA46C3-1AFC-D949-96AF-A4CCC1714074}">
      <dgm:prSet/>
      <dgm:spPr/>
      <dgm:t>
        <a:bodyPr/>
        <a:lstStyle/>
        <a:p>
          <a:endParaRPr lang="en-US"/>
        </a:p>
      </dgm:t>
    </dgm:pt>
    <mc:AlternateContent xmlns:mc="http://schemas.openxmlformats.org/markup-compatibility/2006">
      <mc:Choice xmlns:a14="http://schemas.microsoft.com/office/drawing/2010/main" Requires="a14">
        <dgm:pt modelId="{D34AC789-755B-C048-9047-AAA5E9B75720}">
          <dgm:prSet/>
          <dgm:spPr/>
          <dgm:t>
            <a:bodyPr/>
            <a:lstStyle/>
            <a:p>
              <a14:m>
                <m:oMathPara xmlns:m="http://schemas.openxmlformats.org/officeDocument/2006/math">
                  <m:oMathParaPr>
                    <m:jc m:val="centerGroup"/>
                  </m:oMathParaPr>
                  <m:oMath xmlns:m="http://schemas.openxmlformats.org/officeDocument/2006/math">
                    <m:r>
                      <a:rPr lang="en-DK" b="0" i="1" smtClean="0"/>
                      <m:t>𝑃</m:t>
                    </m:r>
                    <m:d>
                      <m:dPr>
                        <m:ctrlPr>
                          <a:rPr lang="en-DK" b="0" i="1"/>
                        </m:ctrlPr>
                      </m:dPr>
                      <m:e>
                        <m:r>
                          <a:rPr lang="en-DK" b="0" i="1"/>
                          <m:t>𝑠</m:t>
                        </m:r>
                      </m:e>
                    </m:d>
                    <m:r>
                      <a:rPr lang="en-DK" b="0" i="1"/>
                      <m:t>=</m:t>
                    </m:r>
                    <m:sSup>
                      <m:sSupPr>
                        <m:ctrlPr>
                          <a:rPr lang="en-DK" b="0" i="1"/>
                        </m:ctrlPr>
                      </m:sSupPr>
                      <m:e>
                        <m:r>
                          <a:rPr lang="en-DK" b="0" i="1"/>
                          <m:t>𝑒</m:t>
                        </m:r>
                      </m:e>
                      <m:sup>
                        <m:r>
                          <a:rPr lang="en-DK" b="0" i="1"/>
                          <m:t>−</m:t>
                        </m:r>
                        <m:sSub>
                          <m:sSubPr>
                            <m:ctrlPr>
                              <a:rPr lang="en-DK" b="0" i="1"/>
                            </m:ctrlPr>
                          </m:sSubPr>
                          <m:e>
                            <m:r>
                              <m:rPr>
                                <m:sty m:val="p"/>
                              </m:rPr>
                              <a:rPr lang="en-DK" i="1"/>
                              <m:t>Σ</m:t>
                            </m:r>
                          </m:e>
                          <m:sub>
                            <m:r>
                              <m:rPr>
                                <m:sty m:val="p"/>
                              </m:rPr>
                              <a:rPr lang="en-DK" b="0" i="0"/>
                              <m:t>t</m:t>
                            </m:r>
                          </m:sub>
                        </m:sSub>
                        <m:r>
                          <a:rPr lang="en-DK" b="0" i="1"/>
                          <m:t>𝑠</m:t>
                        </m:r>
                      </m:sup>
                    </m:sSup>
                  </m:oMath>
                </m:oMathPara>
              </a14:m>
              <a:endParaRPr lang="en-DK"/>
            </a:p>
          </dgm:t>
        </dgm:pt>
      </mc:Choice>
      <mc:Fallback>
        <dgm:pt modelId="{D34AC789-755B-C048-9047-AAA5E9B75720}">
          <dgm:prSet/>
          <dgm:spPr/>
          <dgm:t>
            <a:bodyPr/>
            <a:lstStyle/>
            <a:p>
              <a:r>
                <a:rPr lang="en-DK" b="0" i="0"/>
                <a:t>𝑃(𝑠)=𝑒^(−</a:t>
              </a:r>
              <a:r>
                <a:rPr lang="en-DK" i="0"/>
                <a:t>Σ</a:t>
              </a:r>
              <a:r>
                <a:rPr lang="en-DK" b="0" i="0"/>
                <a:t>_t 𝑠)</a:t>
              </a:r>
              <a:endParaRPr lang="en-DK"/>
            </a:p>
          </dgm:t>
        </dgm:pt>
      </mc:Fallback>
    </mc:AlternateContent>
    <dgm:pt modelId="{0588A7F8-BE58-6C4A-A333-09B437D49117}" type="parTrans" cxnId="{92C441DD-F185-1248-92EF-FECC5BCCCD8B}">
      <dgm:prSet/>
      <dgm:spPr/>
      <dgm:t>
        <a:bodyPr/>
        <a:lstStyle/>
        <a:p>
          <a:endParaRPr lang="en-US"/>
        </a:p>
      </dgm:t>
    </dgm:pt>
    <dgm:pt modelId="{F0FD8579-302E-E04F-9DAB-4AA21E2225DB}" type="sibTrans" cxnId="{92C441DD-F185-1248-92EF-FECC5BCCCD8B}">
      <dgm:prSet/>
      <dgm:spPr/>
      <dgm:t>
        <a:bodyPr/>
        <a:lstStyle/>
        <a:p>
          <a:endParaRPr lang="en-US"/>
        </a:p>
      </dgm:t>
    </dgm:pt>
    <dgm:pt modelId="{E49EED5E-BA1A-824C-B713-A0C524944DF2}">
      <dgm:prSet/>
      <dgm:spPr/>
      <dgm:t>
        <a:bodyPr/>
        <a:lstStyle/>
        <a:p>
          <a:r>
            <a:rPr lang="en-US" b="0" dirty="0"/>
            <a:t>Lambert-beer law for attenu</a:t>
          </a:r>
          <a:r>
            <a:rPr lang="en-US" dirty="0"/>
            <a:t>ation</a:t>
          </a:r>
          <a:endParaRPr lang="en-DK" dirty="0"/>
        </a:p>
      </dgm:t>
    </dgm:pt>
    <dgm:pt modelId="{308717E1-9718-FD44-83DC-D4ECF15AAB1D}" type="parTrans" cxnId="{61581A90-BACE-2A40-BE48-EDFF3E1A1B7D}">
      <dgm:prSet/>
      <dgm:spPr/>
      <dgm:t>
        <a:bodyPr/>
        <a:lstStyle/>
        <a:p>
          <a:endParaRPr lang="en-US"/>
        </a:p>
      </dgm:t>
    </dgm:pt>
    <dgm:pt modelId="{ACED7650-422F-2B45-8EF6-F85B6F07808A}" type="sibTrans" cxnId="{61581A90-BACE-2A40-BE48-EDFF3E1A1B7D}">
      <dgm:prSet/>
      <dgm:spPr/>
      <dgm:t>
        <a:bodyPr/>
        <a:lstStyle/>
        <a:p>
          <a:endParaRPr lang="en-US"/>
        </a:p>
      </dgm:t>
    </dgm:pt>
    <mc:AlternateContent xmlns:mc="http://schemas.openxmlformats.org/markup-compatibility/2006">
      <mc:Choice xmlns:a14="http://schemas.microsoft.com/office/drawing/2010/main" Requires="a14">
        <dgm:pt modelId="{D6B07F0D-587A-7B44-A987-FF7E27F4A7C4}">
          <dgm:prSet phldrT="[Text]"/>
          <dgm:spPr/>
          <dgm:t>
            <a:bodyPr/>
            <a:lstStyle/>
            <a:p>
              <a14:m>
                <m:oMathPara xmlns:m="http://schemas.openxmlformats.org/officeDocument/2006/math">
                  <m:oMathParaPr>
                    <m:jc m:val="centerGroup"/>
                  </m:oMathParaPr>
                  <m:oMath xmlns:m="http://schemas.openxmlformats.org/officeDocument/2006/math">
                    <m:r>
                      <a:rPr lang="da-DK" b="0" i="1" smtClean="0">
                        <a:latin typeface="Cambria Math" panose="02040503050406030204" pitchFamily="18" charset="0"/>
                      </a:rPr>
                      <m:t>2</m:t>
                    </m:r>
                    <m:r>
                      <a:rPr lang="da-DK" b="0" i="1" smtClean="0">
                        <a:latin typeface="Cambria Math" panose="02040503050406030204" pitchFamily="18" charset="0"/>
                      </a:rPr>
                      <m:t>𝑑</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ea typeface="Cambria Math" panose="02040503050406030204" pitchFamily="18" charset="0"/>
                          </a:rPr>
                          <m:t>𝜃</m:t>
                        </m:r>
                        <m:r>
                          <a:rPr lang="da-DK" b="0" i="1" smtClean="0">
                            <a:latin typeface="Cambria Math" panose="02040503050406030204" pitchFamily="18" charset="0"/>
                            <a:ea typeface="Cambria Math" panose="02040503050406030204" pitchFamily="18" charset="0"/>
                          </a:rPr>
                          <m:t>=</m:t>
                        </m:r>
                        <m:r>
                          <a:rPr lang="da-DK" b="0" i="1" smtClean="0">
                            <a:latin typeface="Cambria Math" panose="02040503050406030204" pitchFamily="18" charset="0"/>
                            <a:ea typeface="Cambria Math" panose="02040503050406030204" pitchFamily="18" charset="0"/>
                          </a:rPr>
                          <m:t>𝑛</m:t>
                        </m:r>
                        <m:r>
                          <a:rPr lang="da-DK" b="0" i="1" smtClean="0">
                            <a:latin typeface="Cambria Math" panose="02040503050406030204" pitchFamily="18" charset="0"/>
                            <a:ea typeface="Cambria Math" panose="02040503050406030204" pitchFamily="18" charset="0"/>
                          </a:rPr>
                          <m:t>𝜆</m:t>
                        </m:r>
                      </m:e>
                    </m:func>
                  </m:oMath>
                </m:oMathPara>
              </a14:m>
              <a:endParaRPr lang="en-US" dirty="0"/>
            </a:p>
          </dgm:t>
        </dgm:pt>
      </mc:Choice>
      <mc:Fallback>
        <dgm:pt modelId="{D6B07F0D-587A-7B44-A987-FF7E27F4A7C4}">
          <dgm:prSet phldrT="[Text]"/>
          <dgm:spPr/>
          <dgm:t>
            <a:bodyPr/>
            <a:lstStyle/>
            <a:p>
              <a:r>
                <a:rPr lang="da-DK" b="0" i="0">
                  <a:latin typeface="Cambria Math" panose="02040503050406030204" pitchFamily="18" charset="0"/>
                </a:rPr>
                <a:t>2𝑑</a:t>
              </a:r>
              <a:r>
                <a:rPr lang="en-US" b="0" i="0">
                  <a:latin typeface="Cambria Math" panose="02040503050406030204" pitchFamily="18" charset="0"/>
                </a:rPr>
                <a:t> sin⁡〖</a:t>
              </a:r>
              <a:r>
                <a:rPr lang="en-US" b="0" i="0">
                  <a:latin typeface="Cambria Math" panose="02040503050406030204" pitchFamily="18" charset="0"/>
                  <a:ea typeface="Cambria Math" panose="02040503050406030204" pitchFamily="18" charset="0"/>
                </a:rPr>
                <a:t>𝜃</a:t>
              </a:r>
              <a:r>
                <a:rPr lang="da-DK" b="0" i="0">
                  <a:latin typeface="Cambria Math" panose="02040503050406030204" pitchFamily="18" charset="0"/>
                  <a:ea typeface="Cambria Math" panose="02040503050406030204" pitchFamily="18" charset="0"/>
                </a:rPr>
                <a:t>=𝑛𝜆</a:t>
              </a:r>
              <a:r>
                <a:rPr lang="en-US" b="0" i="0">
                  <a:latin typeface="Cambria Math" panose="02040503050406030204" pitchFamily="18" charset="0"/>
                  <a:ea typeface="Cambria Math" panose="02040503050406030204" pitchFamily="18" charset="0"/>
                </a:rPr>
                <a:t>〗</a:t>
              </a:r>
              <a:endParaRPr lang="en-US" dirty="0"/>
            </a:p>
          </dgm:t>
        </dgm:pt>
      </mc:Fallback>
    </mc:AlternateContent>
    <dgm:pt modelId="{B3DD3388-2859-7E41-A11C-E8EBF9A89E7C}" type="parTrans" cxnId="{459F32DD-8E9F-A946-9CE3-44A8946AA4AA}">
      <dgm:prSet/>
      <dgm:spPr/>
      <dgm:t>
        <a:bodyPr/>
        <a:lstStyle/>
        <a:p>
          <a:endParaRPr lang="en-US"/>
        </a:p>
      </dgm:t>
    </dgm:pt>
    <dgm:pt modelId="{BEA308E8-DB05-EA4C-98DC-2452109B9B80}" type="sibTrans" cxnId="{459F32DD-8E9F-A946-9CE3-44A8946AA4AA}">
      <dgm:prSet/>
      <dgm:spPr/>
      <dgm:t>
        <a:bodyPr/>
        <a:lstStyle/>
        <a:p>
          <a:endParaRPr lang="en-US"/>
        </a:p>
      </dgm:t>
    </dgm:pt>
    <dgm:pt modelId="{C736839D-6857-8F41-9E54-B4AE14CF8663}">
      <dgm:prSet phldrT="[Text]"/>
      <dgm:spPr/>
      <dgm:t>
        <a:bodyPr/>
        <a:lstStyle/>
        <a:p>
          <a:r>
            <a:rPr lang="en-US" dirty="0"/>
            <a:t>Bragg's Law</a:t>
          </a:r>
        </a:p>
      </dgm:t>
    </dgm:pt>
    <dgm:pt modelId="{AF761FB6-130F-1041-887D-F57263C4905F}" type="parTrans" cxnId="{33F81B7C-0F03-4147-A851-0F71F67AEC17}">
      <dgm:prSet/>
      <dgm:spPr/>
      <dgm:t>
        <a:bodyPr/>
        <a:lstStyle/>
        <a:p>
          <a:endParaRPr lang="en-US"/>
        </a:p>
      </dgm:t>
    </dgm:pt>
    <dgm:pt modelId="{B3E1307B-7600-724E-8622-EE1C5F95D2F0}" type="sibTrans" cxnId="{33F81B7C-0F03-4147-A851-0F71F67AEC17}">
      <dgm:prSet/>
      <dgm:spPr/>
      <dgm:t>
        <a:bodyPr/>
        <a:lstStyle/>
        <a:p>
          <a:endParaRPr lang="en-US"/>
        </a:p>
      </dgm:t>
    </dgm:pt>
    <mc:AlternateContent xmlns:mc="http://schemas.openxmlformats.org/markup-compatibility/2006">
      <mc:Choice xmlns:a14="http://schemas.microsoft.com/office/drawing/2010/main" Requires="a14">
        <dgm:pt modelId="{F9CE3393-496D-2841-81BD-E9CF0E8B2E4A}">
          <dgm:prSet phldrT="[Text]"/>
          <dgm:spPr/>
          <dgm:t>
            <a:bodyPr/>
            <a:lstStyle/>
            <a:p>
              <a14:m>
                <m:oMathPara xmlns:m="http://schemas.openxmlformats.org/officeDocument/2006/math">
                  <m:oMathParaPr>
                    <m:jc m:val="centerGroup"/>
                  </m:oMathParaPr>
                  <m:oMath xmlns:m="http://schemas.openxmlformats.org/officeDocument/2006/math">
                    <m:r>
                      <a:rPr lang="da-DK" b="0" i="1" smtClean="0">
                        <a:latin typeface="Cambria Math" panose="02040503050406030204" pitchFamily="18" charset="0"/>
                      </a:rPr>
                      <m:t>𝑑</m:t>
                    </m:r>
                    <m:r>
                      <m:rPr>
                        <m:sty m:val="p"/>
                      </m:rPr>
                      <a:rPr lang="el-GR" b="0" i="1" smtClean="0">
                        <a:latin typeface="Cambria Math" panose="02040503050406030204" pitchFamily="18" charset="0"/>
                        <a:ea typeface="Cambria Math" panose="02040503050406030204" pitchFamily="18" charset="0"/>
                      </a:rPr>
                      <m:t>Ω</m:t>
                    </m:r>
                    <m:r>
                      <a:rPr lang="da-DK"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cos</m:t>
                        </m:r>
                      </m:fName>
                      <m:e>
                        <m:r>
                          <a:rPr lang="en-US" b="0" i="1" smtClean="0">
                            <a:latin typeface="Cambria Math" panose="02040503050406030204" pitchFamily="18" charset="0"/>
                            <a:ea typeface="Cambria Math" panose="02040503050406030204" pitchFamily="18" charset="0"/>
                          </a:rPr>
                          <m:t>𝜃</m:t>
                        </m:r>
                      </m:e>
                    </m:func>
                    <m:r>
                      <a:rPr lang="da-DK"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𝜃</m:t>
                    </m:r>
                    <m:r>
                      <a:rPr lang="da-DK" b="0" i="1" smtClean="0">
                        <a:latin typeface="Cambria Math" panose="02040503050406030204" pitchFamily="18" charset="0"/>
                        <a:ea typeface="Cambria Math" panose="02040503050406030204" pitchFamily="18" charset="0"/>
                      </a:rPr>
                      <m:t>𝑑</m:t>
                    </m:r>
                    <m:r>
                      <a:rPr lang="da-DK" b="0" i="1" smtClean="0">
                        <a:latin typeface="Cambria Math" panose="02040503050406030204" pitchFamily="18" charset="0"/>
                        <a:ea typeface="Cambria Math" panose="02040503050406030204" pitchFamily="18" charset="0"/>
                      </a:rPr>
                      <m:t>𝜑</m:t>
                    </m:r>
                  </m:oMath>
                </m:oMathPara>
              </a14:m>
              <a:endParaRPr lang="en-US" dirty="0"/>
            </a:p>
          </dgm:t>
        </dgm:pt>
      </mc:Choice>
      <mc:Fallback>
        <dgm:pt modelId="{F9CE3393-496D-2841-81BD-E9CF0E8B2E4A}">
          <dgm:prSet phldrT="[Text]"/>
          <dgm:spPr/>
          <dgm:t>
            <a:bodyPr/>
            <a:lstStyle/>
            <a:p>
              <a:r>
                <a:rPr lang="da-DK" b="0" i="0">
                  <a:latin typeface="Cambria Math" panose="02040503050406030204" pitchFamily="18" charset="0"/>
                </a:rPr>
                <a:t>𝑑</a:t>
              </a:r>
              <a:r>
                <a:rPr lang="el-GR" b="0" i="0">
                  <a:latin typeface="Cambria Math" panose="02040503050406030204" pitchFamily="18" charset="0"/>
                  <a:ea typeface="Cambria Math" panose="02040503050406030204" pitchFamily="18" charset="0"/>
                </a:rPr>
                <a:t>Ω</a:t>
              </a:r>
              <a:r>
                <a:rPr lang="da-DK" b="0" i="0">
                  <a:latin typeface="Cambria Math" panose="02040503050406030204" pitchFamily="18" charset="0"/>
                  <a:ea typeface="Cambria Math" panose="02040503050406030204" pitchFamily="18" charset="0"/>
                </a:rPr>
                <a:t>=</a:t>
              </a:r>
              <a:r>
                <a:rPr lang="en-US" b="0" i="0">
                  <a:latin typeface="Cambria Math" panose="02040503050406030204" pitchFamily="18" charset="0"/>
                  <a:ea typeface="Cambria Math" panose="02040503050406030204" pitchFamily="18" charset="0"/>
                </a:rPr>
                <a:t>cos⁡𝜃</a:t>
              </a:r>
              <a:r>
                <a:rPr lang="da-DK" b="0" i="0">
                  <a:latin typeface="Cambria Math" panose="02040503050406030204" pitchFamily="18" charset="0"/>
                  <a:ea typeface="Cambria Math" panose="02040503050406030204" pitchFamily="18" charset="0"/>
                </a:rPr>
                <a:t> 𝑑</a:t>
              </a:r>
              <a:r>
                <a:rPr lang="en-US" b="0" i="0">
                  <a:latin typeface="Cambria Math" panose="02040503050406030204" pitchFamily="18" charset="0"/>
                  <a:ea typeface="Cambria Math" panose="02040503050406030204" pitchFamily="18" charset="0"/>
                </a:rPr>
                <a:t>𝜃</a:t>
              </a:r>
              <a:r>
                <a:rPr lang="da-DK" b="0" i="0">
                  <a:latin typeface="Cambria Math" panose="02040503050406030204" pitchFamily="18" charset="0"/>
                  <a:ea typeface="Cambria Math" panose="02040503050406030204" pitchFamily="18" charset="0"/>
                </a:rPr>
                <a:t>𝑑𝜑</a:t>
              </a:r>
              <a:endParaRPr lang="en-US" dirty="0"/>
            </a:p>
          </dgm:t>
        </dgm:pt>
      </mc:Fallback>
    </mc:AlternateContent>
    <dgm:pt modelId="{4EF469AB-ECE3-2847-8744-ADE3DEFC0D28}" type="parTrans" cxnId="{20D27F5A-A169-EB45-8F58-9D0BE796F56D}">
      <dgm:prSet/>
      <dgm:spPr/>
      <dgm:t>
        <a:bodyPr/>
        <a:lstStyle/>
        <a:p>
          <a:endParaRPr lang="en-US"/>
        </a:p>
      </dgm:t>
    </dgm:pt>
    <dgm:pt modelId="{869CB6E0-33E5-9348-8126-7F9C58848ED7}" type="sibTrans" cxnId="{20D27F5A-A169-EB45-8F58-9D0BE796F56D}">
      <dgm:prSet/>
      <dgm:spPr/>
      <dgm:t>
        <a:bodyPr/>
        <a:lstStyle/>
        <a:p>
          <a:endParaRPr lang="en-US"/>
        </a:p>
      </dgm:t>
    </dgm:pt>
    <dgm:pt modelId="{8910A251-7EB3-BD4F-99D0-564AA60570F1}">
      <dgm:prSet phldrT="[Text]"/>
      <dgm:spPr/>
      <dgm:t>
        <a:bodyPr/>
        <a:lstStyle/>
        <a:p>
          <a:r>
            <a:rPr lang="en-US" dirty="0"/>
            <a:t>Differential solid angle</a:t>
          </a:r>
        </a:p>
      </dgm:t>
    </dgm:pt>
    <dgm:pt modelId="{49DC26DA-FDB4-3B4D-AC6D-B38EB9416115}" type="parTrans" cxnId="{E8DA3727-367A-6942-9358-502DB2E0515A}">
      <dgm:prSet/>
      <dgm:spPr/>
      <dgm:t>
        <a:bodyPr/>
        <a:lstStyle/>
        <a:p>
          <a:endParaRPr lang="en-US"/>
        </a:p>
      </dgm:t>
    </dgm:pt>
    <dgm:pt modelId="{1FDA8A2B-D697-6446-AA0D-B4ACA08C45DA}" type="sibTrans" cxnId="{E8DA3727-367A-6942-9358-502DB2E0515A}">
      <dgm:prSet/>
      <dgm:spPr/>
      <dgm:t>
        <a:bodyPr/>
        <a:lstStyle/>
        <a:p>
          <a:endParaRPr lang="en-US"/>
        </a:p>
      </dgm:t>
    </dgm:pt>
    <mc:AlternateContent xmlns:mc="http://schemas.openxmlformats.org/markup-compatibility/2006">
      <mc:Choice xmlns:a14="http://schemas.microsoft.com/office/drawing/2010/main" Requires="a14">
        <dgm:pt modelId="{16D5A24B-5B6D-EF4D-B98F-374489FAFA00}">
          <dgm:prSet phldrT="[Text]"/>
          <dgm:spPr/>
          <dgm:t>
            <a:bodyPr/>
            <a:lstStyle/>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da-DK"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da-DK" b="0" i="1" smtClean="0">
                            <a:latin typeface="Cambria Math" panose="02040503050406030204" pitchFamily="18" charset="0"/>
                            <a:ea typeface="Cambria Math" panose="02040503050406030204" pitchFamily="18" charset="0"/>
                          </a:rPr>
                          <m:t>2</m:t>
                        </m:r>
                        <m:r>
                          <a:rPr lang="da-DK" b="0" i="1" smtClean="0">
                            <a:latin typeface="Cambria Math" panose="02040503050406030204" pitchFamily="18" charset="0"/>
                            <a:ea typeface="Cambria Math" panose="02040503050406030204" pitchFamily="18" charset="0"/>
                          </a:rPr>
                          <m:t>𝜋</m:t>
                        </m:r>
                        <m:r>
                          <a:rPr lang="da-DK" b="0" i="1" smtClean="0">
                            <a:latin typeface="Cambria Math" panose="02040503050406030204" pitchFamily="18" charset="0"/>
                            <a:ea typeface="Cambria Math" panose="02040503050406030204" pitchFamily="18" charset="0"/>
                          </a:rPr>
                          <m:t>ℏ</m:t>
                        </m:r>
                      </m:num>
                      <m:den>
                        <m:sSub>
                          <m:sSubPr>
                            <m:ctrlPr>
                              <a:rPr lang="en-US" b="0" i="1" smtClean="0">
                                <a:latin typeface="Cambria Math" panose="02040503050406030204" pitchFamily="18" charset="0"/>
                                <a:ea typeface="Cambria Math" panose="02040503050406030204" pitchFamily="18" charset="0"/>
                              </a:rPr>
                            </m:ctrlPr>
                          </m:sSubPr>
                          <m:e>
                            <m:r>
                              <a:rPr lang="da-DK" b="0" i="1" smtClean="0">
                                <a:latin typeface="Cambria Math" panose="02040503050406030204" pitchFamily="18" charset="0"/>
                                <a:ea typeface="Cambria Math" panose="02040503050406030204" pitchFamily="18" charset="0"/>
                              </a:rPr>
                              <m:t>𝑚</m:t>
                            </m:r>
                          </m:e>
                          <m:sub>
                            <m:r>
                              <a:rPr lang="da-DK" b="0" i="1" smtClean="0">
                                <a:latin typeface="Cambria Math" panose="02040503050406030204" pitchFamily="18" charset="0"/>
                                <a:ea typeface="Cambria Math" panose="02040503050406030204" pitchFamily="18" charset="0"/>
                              </a:rPr>
                              <m:t>𝑛</m:t>
                            </m:r>
                          </m:sub>
                        </m:sSub>
                        <m:r>
                          <a:rPr lang="da-DK" b="0" i="1" smtClean="0">
                            <a:latin typeface="Cambria Math" panose="02040503050406030204" pitchFamily="18" charset="0"/>
                            <a:ea typeface="Cambria Math" panose="02040503050406030204" pitchFamily="18" charset="0"/>
                          </a:rPr>
                          <m:t>𝑣</m:t>
                        </m:r>
                      </m:den>
                    </m:f>
                  </m:oMath>
                </m:oMathPara>
              </a14:m>
              <a:endParaRPr lang="en-US" dirty="0"/>
            </a:p>
          </dgm:t>
        </dgm:pt>
      </mc:Choice>
      <mc:Fallback>
        <dgm:pt modelId="{16D5A24B-5B6D-EF4D-B98F-374489FAFA00}">
          <dgm:prSet phldrT="[Text]"/>
          <dgm:spPr/>
          <dgm:t>
            <a:bodyPr/>
            <a:lstStyle/>
            <a:p>
              <a:r>
                <a:rPr lang="en-US" i="0">
                  <a:latin typeface="Cambria Math" panose="02040503050406030204" pitchFamily="18" charset="0"/>
                  <a:ea typeface="Cambria Math" panose="02040503050406030204" pitchFamily="18" charset="0"/>
                </a:rPr>
                <a:t>𝜆</a:t>
              </a:r>
              <a:r>
                <a:rPr lang="da-DK" b="0" i="0">
                  <a:latin typeface="Cambria Math" panose="02040503050406030204" pitchFamily="18" charset="0"/>
                  <a:ea typeface="Cambria Math" panose="02040503050406030204" pitchFamily="18" charset="0"/>
                </a:rPr>
                <a:t>=2𝜋ℏ</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𝑚</a:t>
              </a:r>
              <a:r>
                <a:rPr lang="en-US" b="0" i="0">
                  <a:latin typeface="Cambria Math" panose="02040503050406030204" pitchFamily="18" charset="0"/>
                  <a:ea typeface="Cambria Math" panose="02040503050406030204" pitchFamily="18" charset="0"/>
                </a:rPr>
                <a:t>_</a:t>
              </a:r>
              <a:r>
                <a:rPr lang="da-DK" b="0" i="0">
                  <a:latin typeface="Cambria Math" panose="02040503050406030204" pitchFamily="18" charset="0"/>
                  <a:ea typeface="Cambria Math" panose="02040503050406030204" pitchFamily="18" charset="0"/>
                </a:rPr>
                <a:t>𝑛 𝑣</a:t>
              </a:r>
              <a:r>
                <a:rPr lang="en-US" b="0" i="0">
                  <a:latin typeface="Cambria Math" panose="02040503050406030204" pitchFamily="18" charset="0"/>
                  <a:ea typeface="Cambria Math" panose="02040503050406030204" pitchFamily="18" charset="0"/>
                </a:rPr>
                <a:t>)</a:t>
              </a:r>
              <a:endParaRPr lang="en-US" dirty="0"/>
            </a:p>
          </dgm:t>
        </dgm:pt>
      </mc:Fallback>
    </mc:AlternateContent>
    <dgm:pt modelId="{9A58EFFD-8100-7C4F-9F63-7D31878D61F8}" type="parTrans" cxnId="{2247877D-349B-1346-B088-8348D375AF20}">
      <dgm:prSet/>
      <dgm:spPr/>
      <dgm:t>
        <a:bodyPr/>
        <a:lstStyle/>
        <a:p>
          <a:endParaRPr lang="en-US"/>
        </a:p>
      </dgm:t>
    </dgm:pt>
    <dgm:pt modelId="{46098151-28E2-B140-BAB0-A926F5E5E831}" type="sibTrans" cxnId="{2247877D-349B-1346-B088-8348D375AF20}">
      <dgm:prSet/>
      <dgm:spPr/>
      <dgm:t>
        <a:bodyPr/>
        <a:lstStyle/>
        <a:p>
          <a:endParaRPr lang="en-US"/>
        </a:p>
      </dgm:t>
    </dgm:pt>
    <dgm:pt modelId="{8FC0DADC-CE3D-FE4B-9BD6-6004172B06E7}">
      <dgm:prSet phldrT="[Text]"/>
      <dgm:spPr/>
      <dgm:t>
        <a:bodyPr/>
        <a:lstStyle/>
        <a:p>
          <a:r>
            <a:rPr lang="en-US" dirty="0"/>
            <a:t>De Broglie-wavelength</a:t>
          </a:r>
        </a:p>
      </dgm:t>
    </dgm:pt>
    <dgm:pt modelId="{D0E23CBD-BEE8-2E4B-BC82-7706D184F9BD}" type="parTrans" cxnId="{979D917C-80D2-214E-926C-8F270E9BF093}">
      <dgm:prSet/>
      <dgm:spPr/>
      <dgm:t>
        <a:bodyPr/>
        <a:lstStyle/>
        <a:p>
          <a:endParaRPr lang="en-US"/>
        </a:p>
      </dgm:t>
    </dgm:pt>
    <dgm:pt modelId="{5836D4D1-A9D0-1E4F-B1A1-ABE2370268DA}" type="sibTrans" cxnId="{979D917C-80D2-214E-926C-8F270E9BF093}">
      <dgm:prSet/>
      <dgm:spPr/>
      <dgm:t>
        <a:bodyPr/>
        <a:lstStyle/>
        <a:p>
          <a:endParaRPr lang="en-US"/>
        </a:p>
      </dgm:t>
    </dgm:pt>
    <dgm:pt modelId="{865B48E9-AD5B-E54E-8A26-85CF5E4C9EEE}" type="pres">
      <dgm:prSet presAssocID="{6885ADF8-7DBC-544F-BE9B-2CCEE495CAFD}" presName="Name0" presStyleCnt="0">
        <dgm:presLayoutVars>
          <dgm:dir/>
          <dgm:animLvl val="lvl"/>
          <dgm:resizeHandles val="exact"/>
        </dgm:presLayoutVars>
      </dgm:prSet>
      <dgm:spPr/>
    </dgm:pt>
    <dgm:pt modelId="{A6415F98-FC98-D140-9E92-4981CA98137F}" type="pres">
      <dgm:prSet presAssocID="{310BC684-A4E1-8E4E-B522-52D520A4BEAE}" presName="linNode" presStyleCnt="0"/>
      <dgm:spPr/>
    </dgm:pt>
    <dgm:pt modelId="{ACFA591C-2EA9-1E4F-82BF-95337907D488}" type="pres">
      <dgm:prSet presAssocID="{310BC684-A4E1-8E4E-B522-52D520A4BEAE}" presName="parentText" presStyleLbl="node1" presStyleIdx="0" presStyleCnt="5">
        <dgm:presLayoutVars>
          <dgm:chMax val="1"/>
          <dgm:bulletEnabled val="1"/>
        </dgm:presLayoutVars>
      </dgm:prSet>
      <dgm:spPr/>
    </dgm:pt>
    <dgm:pt modelId="{65ABBD29-0C32-0647-9639-07AD86BB1F77}" type="pres">
      <dgm:prSet presAssocID="{310BC684-A4E1-8E4E-B522-52D520A4BEAE}" presName="descendantText" presStyleLbl="alignAccFollowNode1" presStyleIdx="0" presStyleCnt="5">
        <dgm:presLayoutVars>
          <dgm:bulletEnabled val="1"/>
        </dgm:presLayoutVars>
      </dgm:prSet>
      <dgm:spPr/>
    </dgm:pt>
    <dgm:pt modelId="{72C26CA5-D085-904D-8B8B-3CAA3C8A0410}" type="pres">
      <dgm:prSet presAssocID="{AD8037F7-50F3-F44B-9C2C-7D72D56D55DB}" presName="sp" presStyleCnt="0"/>
      <dgm:spPr/>
    </dgm:pt>
    <dgm:pt modelId="{2A30388D-DBAA-4544-9779-CF757655E304}" type="pres">
      <dgm:prSet presAssocID="{D34AC789-755B-C048-9047-AAA5E9B75720}" presName="linNode" presStyleCnt="0"/>
      <dgm:spPr/>
    </dgm:pt>
    <dgm:pt modelId="{60C01366-B242-EE49-A7FF-7F0E43CBE1F4}" type="pres">
      <dgm:prSet presAssocID="{D34AC789-755B-C048-9047-AAA5E9B75720}" presName="parentText" presStyleLbl="node1" presStyleIdx="1" presStyleCnt="5">
        <dgm:presLayoutVars>
          <dgm:chMax val="1"/>
          <dgm:bulletEnabled val="1"/>
        </dgm:presLayoutVars>
      </dgm:prSet>
      <dgm:spPr/>
    </dgm:pt>
    <dgm:pt modelId="{BFC53F62-D39B-9446-AA72-F415CB796914}" type="pres">
      <dgm:prSet presAssocID="{D34AC789-755B-C048-9047-AAA5E9B75720}" presName="descendantText" presStyleLbl="alignAccFollowNode1" presStyleIdx="1" presStyleCnt="5">
        <dgm:presLayoutVars>
          <dgm:bulletEnabled val="1"/>
        </dgm:presLayoutVars>
      </dgm:prSet>
      <dgm:spPr/>
    </dgm:pt>
    <dgm:pt modelId="{5B67C101-B0D5-AE49-A534-CEADEFDB7719}" type="pres">
      <dgm:prSet presAssocID="{F0FD8579-302E-E04F-9DAB-4AA21E2225DB}" presName="sp" presStyleCnt="0"/>
      <dgm:spPr/>
    </dgm:pt>
    <dgm:pt modelId="{50059F14-1D4B-E94D-AE26-9BC9EA3EB2D1}" type="pres">
      <dgm:prSet presAssocID="{D6B07F0D-587A-7B44-A987-FF7E27F4A7C4}" presName="linNode" presStyleCnt="0"/>
      <dgm:spPr/>
    </dgm:pt>
    <dgm:pt modelId="{230D83B3-370A-A04B-950E-55F0A31EF6A9}" type="pres">
      <dgm:prSet presAssocID="{D6B07F0D-587A-7B44-A987-FF7E27F4A7C4}" presName="parentText" presStyleLbl="node1" presStyleIdx="2" presStyleCnt="5">
        <dgm:presLayoutVars>
          <dgm:chMax val="1"/>
          <dgm:bulletEnabled val="1"/>
        </dgm:presLayoutVars>
      </dgm:prSet>
      <dgm:spPr/>
    </dgm:pt>
    <dgm:pt modelId="{A3D9A89D-9024-F541-A87E-42E977C5E287}" type="pres">
      <dgm:prSet presAssocID="{D6B07F0D-587A-7B44-A987-FF7E27F4A7C4}" presName="descendantText" presStyleLbl="alignAccFollowNode1" presStyleIdx="2" presStyleCnt="5">
        <dgm:presLayoutVars>
          <dgm:bulletEnabled val="1"/>
        </dgm:presLayoutVars>
      </dgm:prSet>
      <dgm:spPr/>
    </dgm:pt>
    <dgm:pt modelId="{B2DA587A-D98F-3A4F-9B32-EA594E1F92E7}" type="pres">
      <dgm:prSet presAssocID="{BEA308E8-DB05-EA4C-98DC-2452109B9B80}" presName="sp" presStyleCnt="0"/>
      <dgm:spPr/>
    </dgm:pt>
    <dgm:pt modelId="{0DA8D502-14CE-4A40-9F46-D5B5F9267220}" type="pres">
      <dgm:prSet presAssocID="{F9CE3393-496D-2841-81BD-E9CF0E8B2E4A}" presName="linNode" presStyleCnt="0"/>
      <dgm:spPr/>
    </dgm:pt>
    <dgm:pt modelId="{016AA4A2-5528-9941-90AE-5FBFBD18F133}" type="pres">
      <dgm:prSet presAssocID="{F9CE3393-496D-2841-81BD-E9CF0E8B2E4A}" presName="parentText" presStyleLbl="node1" presStyleIdx="3" presStyleCnt="5">
        <dgm:presLayoutVars>
          <dgm:chMax val="1"/>
          <dgm:bulletEnabled val="1"/>
        </dgm:presLayoutVars>
      </dgm:prSet>
      <dgm:spPr/>
    </dgm:pt>
    <dgm:pt modelId="{EBB349FA-D5A5-EA41-BDB3-B70F82DC5180}" type="pres">
      <dgm:prSet presAssocID="{F9CE3393-496D-2841-81BD-E9CF0E8B2E4A}" presName="descendantText" presStyleLbl="alignAccFollowNode1" presStyleIdx="3" presStyleCnt="5">
        <dgm:presLayoutVars>
          <dgm:bulletEnabled val="1"/>
        </dgm:presLayoutVars>
      </dgm:prSet>
      <dgm:spPr/>
    </dgm:pt>
    <dgm:pt modelId="{3C3738BF-CBFA-F243-83A3-031680F0E440}" type="pres">
      <dgm:prSet presAssocID="{869CB6E0-33E5-9348-8126-7F9C58848ED7}" presName="sp" presStyleCnt="0"/>
      <dgm:spPr/>
    </dgm:pt>
    <dgm:pt modelId="{CD4E735A-2146-7B40-986C-3E126B49BCDB}" type="pres">
      <dgm:prSet presAssocID="{16D5A24B-5B6D-EF4D-B98F-374489FAFA00}" presName="linNode" presStyleCnt="0"/>
      <dgm:spPr/>
    </dgm:pt>
    <dgm:pt modelId="{914E2079-F17A-6B49-8075-A161EA9B96DE}" type="pres">
      <dgm:prSet presAssocID="{16D5A24B-5B6D-EF4D-B98F-374489FAFA00}" presName="parentText" presStyleLbl="node1" presStyleIdx="4" presStyleCnt="5">
        <dgm:presLayoutVars>
          <dgm:chMax val="1"/>
          <dgm:bulletEnabled val="1"/>
        </dgm:presLayoutVars>
      </dgm:prSet>
      <dgm:spPr/>
    </dgm:pt>
    <dgm:pt modelId="{D2610660-F4A3-F640-A15D-F458E26EE35B}" type="pres">
      <dgm:prSet presAssocID="{16D5A24B-5B6D-EF4D-B98F-374489FAFA00}" presName="descendantText" presStyleLbl="alignAccFollowNode1" presStyleIdx="4" presStyleCnt="5">
        <dgm:presLayoutVars>
          <dgm:bulletEnabled val="1"/>
        </dgm:presLayoutVars>
      </dgm:prSet>
      <dgm:spPr/>
    </dgm:pt>
  </dgm:ptLst>
  <dgm:cxnLst>
    <dgm:cxn modelId="{C0B04302-4F32-FB4E-A75E-3D0442B1EF1F}" type="presOf" srcId="{D34AC789-755B-C048-9047-AAA5E9B75720}" destId="{60C01366-B242-EE49-A7FF-7F0E43CBE1F4}" srcOrd="0" destOrd="0" presId="urn:microsoft.com/office/officeart/2005/8/layout/vList5"/>
    <dgm:cxn modelId="{6BECF206-73AE-D240-B0F5-CFDA15B8C07E}" type="presOf" srcId="{D6B07F0D-587A-7B44-A987-FF7E27F4A7C4}" destId="{230D83B3-370A-A04B-950E-55F0A31EF6A9}" srcOrd="0" destOrd="0" presId="urn:microsoft.com/office/officeart/2005/8/layout/vList5"/>
    <dgm:cxn modelId="{04A7EF18-6BDE-4E4A-9ABD-439E887599C1}" type="presOf" srcId="{8910A251-7EB3-BD4F-99D0-564AA60570F1}" destId="{EBB349FA-D5A5-EA41-BDB3-B70F82DC5180}" srcOrd="0" destOrd="0" presId="urn:microsoft.com/office/officeart/2005/8/layout/vList5"/>
    <dgm:cxn modelId="{E8DA3727-367A-6942-9358-502DB2E0515A}" srcId="{F9CE3393-496D-2841-81BD-E9CF0E8B2E4A}" destId="{8910A251-7EB3-BD4F-99D0-564AA60570F1}" srcOrd="0" destOrd="0" parTransId="{49DC26DA-FDB4-3B4D-AC6D-B38EB9416115}" sibTransId="{1FDA8A2B-D697-6446-AA0D-B4ACA08C45DA}"/>
    <dgm:cxn modelId="{1CBCF43B-39E4-2341-83F1-00B92DD7CBF8}" type="presOf" srcId="{310BC684-A4E1-8E4E-B522-52D520A4BEAE}" destId="{ACFA591C-2EA9-1E4F-82BF-95337907D488}" srcOrd="0" destOrd="0" presId="urn:microsoft.com/office/officeart/2005/8/layout/vList5"/>
    <dgm:cxn modelId="{AAB2D74C-B971-6C42-B0D7-0CCCF5B4BB76}" type="presOf" srcId="{6885ADF8-7DBC-544F-BE9B-2CCEE495CAFD}" destId="{865B48E9-AD5B-E54E-8A26-85CF5E4C9EEE}" srcOrd="0" destOrd="0" presId="urn:microsoft.com/office/officeart/2005/8/layout/vList5"/>
    <dgm:cxn modelId="{4FB00655-11E7-9E48-BEAC-C6E43CEBA4D1}" type="presOf" srcId="{C736839D-6857-8F41-9E54-B4AE14CF8663}" destId="{A3D9A89D-9024-F541-A87E-42E977C5E287}" srcOrd="0" destOrd="0" presId="urn:microsoft.com/office/officeart/2005/8/layout/vList5"/>
    <dgm:cxn modelId="{20D27F5A-A169-EB45-8F58-9D0BE796F56D}" srcId="{6885ADF8-7DBC-544F-BE9B-2CCEE495CAFD}" destId="{F9CE3393-496D-2841-81BD-E9CF0E8B2E4A}" srcOrd="3" destOrd="0" parTransId="{4EF469AB-ECE3-2847-8744-ADE3DEFC0D28}" sibTransId="{869CB6E0-33E5-9348-8126-7F9C58848ED7}"/>
    <dgm:cxn modelId="{0E797A73-9A79-E746-95FA-84B20D09B658}" type="presOf" srcId="{E49EED5E-BA1A-824C-B713-A0C524944DF2}" destId="{BFC53F62-D39B-9446-AA72-F415CB796914}" srcOrd="0" destOrd="0" presId="urn:microsoft.com/office/officeart/2005/8/layout/vList5"/>
    <dgm:cxn modelId="{33F81B7C-0F03-4147-A851-0F71F67AEC17}" srcId="{D6B07F0D-587A-7B44-A987-FF7E27F4A7C4}" destId="{C736839D-6857-8F41-9E54-B4AE14CF8663}" srcOrd="0" destOrd="0" parTransId="{AF761FB6-130F-1041-887D-F57263C4905F}" sibTransId="{B3E1307B-7600-724E-8622-EE1C5F95D2F0}"/>
    <dgm:cxn modelId="{E4EC7A7C-656F-9F4D-8CC5-0F7BA7B66CE3}" type="presOf" srcId="{16D5A24B-5B6D-EF4D-B98F-374489FAFA00}" destId="{914E2079-F17A-6B49-8075-A161EA9B96DE}" srcOrd="0" destOrd="0" presId="urn:microsoft.com/office/officeart/2005/8/layout/vList5"/>
    <dgm:cxn modelId="{979D917C-80D2-214E-926C-8F270E9BF093}" srcId="{16D5A24B-5B6D-EF4D-B98F-374489FAFA00}" destId="{8FC0DADC-CE3D-FE4B-9BD6-6004172B06E7}" srcOrd="0" destOrd="0" parTransId="{D0E23CBD-BEE8-2E4B-BC82-7706D184F9BD}" sibTransId="{5836D4D1-A9D0-1E4F-B1A1-ABE2370268DA}"/>
    <dgm:cxn modelId="{2247877D-349B-1346-B088-8348D375AF20}" srcId="{6885ADF8-7DBC-544F-BE9B-2CCEE495CAFD}" destId="{16D5A24B-5B6D-EF4D-B98F-374489FAFA00}" srcOrd="4" destOrd="0" parTransId="{9A58EFFD-8100-7C4F-9F63-7D31878D61F8}" sibTransId="{46098151-28E2-B140-BAB0-A926F5E5E831}"/>
    <dgm:cxn modelId="{79C9E688-99AD-5543-A6FD-A4EE32C36DB0}" type="presOf" srcId="{86A171E2-A53D-0543-862C-F2B552F9D928}" destId="{65ABBD29-0C32-0647-9639-07AD86BB1F77}" srcOrd="0" destOrd="0" presId="urn:microsoft.com/office/officeart/2005/8/layout/vList5"/>
    <dgm:cxn modelId="{61581A90-BACE-2A40-BE48-EDFF3E1A1B7D}" srcId="{D34AC789-755B-C048-9047-AAA5E9B75720}" destId="{E49EED5E-BA1A-824C-B713-A0C524944DF2}" srcOrd="0" destOrd="0" parTransId="{308717E1-9718-FD44-83DC-D4ECF15AAB1D}" sibTransId="{ACED7650-422F-2B45-8EF6-F85B6F07808A}"/>
    <dgm:cxn modelId="{0E1DC2A6-9F24-9B4C-8801-51CE306A7034}" srcId="{6885ADF8-7DBC-544F-BE9B-2CCEE495CAFD}" destId="{310BC684-A4E1-8E4E-B522-52D520A4BEAE}" srcOrd="0" destOrd="0" parTransId="{A8613F0F-A852-A54D-9555-BDD3468B0A4C}" sibTransId="{AD8037F7-50F3-F44B-9C2C-7D72D56D55DB}"/>
    <dgm:cxn modelId="{24DA46C3-1AFC-D949-96AF-A4CCC1714074}" srcId="{310BC684-A4E1-8E4E-B522-52D520A4BEAE}" destId="{86A171E2-A53D-0543-862C-F2B552F9D928}" srcOrd="0" destOrd="0" parTransId="{DFA8B98D-3E04-434F-9629-B74EB97EE6C8}" sibTransId="{B961D61E-01BB-4F4D-ABE8-56EBB4E9F830}"/>
    <dgm:cxn modelId="{459F32DD-8E9F-A946-9CE3-44A8946AA4AA}" srcId="{6885ADF8-7DBC-544F-BE9B-2CCEE495CAFD}" destId="{D6B07F0D-587A-7B44-A987-FF7E27F4A7C4}" srcOrd="2" destOrd="0" parTransId="{B3DD3388-2859-7E41-A11C-E8EBF9A89E7C}" sibTransId="{BEA308E8-DB05-EA4C-98DC-2452109B9B80}"/>
    <dgm:cxn modelId="{92C441DD-F185-1248-92EF-FECC5BCCCD8B}" srcId="{6885ADF8-7DBC-544F-BE9B-2CCEE495CAFD}" destId="{D34AC789-755B-C048-9047-AAA5E9B75720}" srcOrd="1" destOrd="0" parTransId="{0588A7F8-BE58-6C4A-A333-09B437D49117}" sibTransId="{F0FD8579-302E-E04F-9DAB-4AA21E2225DB}"/>
    <dgm:cxn modelId="{E799C2EA-562B-1146-8D59-19F82842D8AA}" type="presOf" srcId="{F9CE3393-496D-2841-81BD-E9CF0E8B2E4A}" destId="{016AA4A2-5528-9941-90AE-5FBFBD18F133}" srcOrd="0" destOrd="0" presId="urn:microsoft.com/office/officeart/2005/8/layout/vList5"/>
    <dgm:cxn modelId="{AB83B7F1-8FEB-B647-80D8-AA5542B7E98C}" type="presOf" srcId="{8FC0DADC-CE3D-FE4B-9BD6-6004172B06E7}" destId="{D2610660-F4A3-F640-A15D-F458E26EE35B}" srcOrd="0" destOrd="0" presId="urn:microsoft.com/office/officeart/2005/8/layout/vList5"/>
    <dgm:cxn modelId="{7172DF30-B76C-2941-9920-4963C527BF28}" type="presParOf" srcId="{865B48E9-AD5B-E54E-8A26-85CF5E4C9EEE}" destId="{A6415F98-FC98-D140-9E92-4981CA98137F}" srcOrd="0" destOrd="0" presId="urn:microsoft.com/office/officeart/2005/8/layout/vList5"/>
    <dgm:cxn modelId="{9C5EB0B5-2F3E-D34D-AD31-7B3B774931FB}" type="presParOf" srcId="{A6415F98-FC98-D140-9E92-4981CA98137F}" destId="{ACFA591C-2EA9-1E4F-82BF-95337907D488}" srcOrd="0" destOrd="0" presId="urn:microsoft.com/office/officeart/2005/8/layout/vList5"/>
    <dgm:cxn modelId="{84CA29DB-9F4B-564F-A387-A27DA5E9F26C}" type="presParOf" srcId="{A6415F98-FC98-D140-9E92-4981CA98137F}" destId="{65ABBD29-0C32-0647-9639-07AD86BB1F77}" srcOrd="1" destOrd="0" presId="urn:microsoft.com/office/officeart/2005/8/layout/vList5"/>
    <dgm:cxn modelId="{00A5ED71-4816-7340-AAC5-BFA6C538E38A}" type="presParOf" srcId="{865B48E9-AD5B-E54E-8A26-85CF5E4C9EEE}" destId="{72C26CA5-D085-904D-8B8B-3CAA3C8A0410}" srcOrd="1" destOrd="0" presId="urn:microsoft.com/office/officeart/2005/8/layout/vList5"/>
    <dgm:cxn modelId="{5D808219-EF0C-0D47-A41E-77F2A3CEE5EA}" type="presParOf" srcId="{865B48E9-AD5B-E54E-8A26-85CF5E4C9EEE}" destId="{2A30388D-DBAA-4544-9779-CF757655E304}" srcOrd="2" destOrd="0" presId="urn:microsoft.com/office/officeart/2005/8/layout/vList5"/>
    <dgm:cxn modelId="{053FA4DD-B9F6-2446-9C68-61A337415F75}" type="presParOf" srcId="{2A30388D-DBAA-4544-9779-CF757655E304}" destId="{60C01366-B242-EE49-A7FF-7F0E43CBE1F4}" srcOrd="0" destOrd="0" presId="urn:microsoft.com/office/officeart/2005/8/layout/vList5"/>
    <dgm:cxn modelId="{E1E7606F-595C-5044-BADA-18DA3F0C8C33}" type="presParOf" srcId="{2A30388D-DBAA-4544-9779-CF757655E304}" destId="{BFC53F62-D39B-9446-AA72-F415CB796914}" srcOrd="1" destOrd="0" presId="urn:microsoft.com/office/officeart/2005/8/layout/vList5"/>
    <dgm:cxn modelId="{402BEB61-4F42-3C4B-9C75-6E7964FCCB6E}" type="presParOf" srcId="{865B48E9-AD5B-E54E-8A26-85CF5E4C9EEE}" destId="{5B67C101-B0D5-AE49-A534-CEADEFDB7719}" srcOrd="3" destOrd="0" presId="urn:microsoft.com/office/officeart/2005/8/layout/vList5"/>
    <dgm:cxn modelId="{5D676F0D-1B50-8546-A80F-52B5C5FDA39F}" type="presParOf" srcId="{865B48E9-AD5B-E54E-8A26-85CF5E4C9EEE}" destId="{50059F14-1D4B-E94D-AE26-9BC9EA3EB2D1}" srcOrd="4" destOrd="0" presId="urn:microsoft.com/office/officeart/2005/8/layout/vList5"/>
    <dgm:cxn modelId="{50295AD6-6541-124B-824A-5E261F2DCB6F}" type="presParOf" srcId="{50059F14-1D4B-E94D-AE26-9BC9EA3EB2D1}" destId="{230D83B3-370A-A04B-950E-55F0A31EF6A9}" srcOrd="0" destOrd="0" presId="urn:microsoft.com/office/officeart/2005/8/layout/vList5"/>
    <dgm:cxn modelId="{D63A9E8F-D235-9D4E-A67E-9EAF03E845EF}" type="presParOf" srcId="{50059F14-1D4B-E94D-AE26-9BC9EA3EB2D1}" destId="{A3D9A89D-9024-F541-A87E-42E977C5E287}" srcOrd="1" destOrd="0" presId="urn:microsoft.com/office/officeart/2005/8/layout/vList5"/>
    <dgm:cxn modelId="{D4AC3DF6-E1CE-9D49-ACAB-8BC88B47EF48}" type="presParOf" srcId="{865B48E9-AD5B-E54E-8A26-85CF5E4C9EEE}" destId="{B2DA587A-D98F-3A4F-9B32-EA594E1F92E7}" srcOrd="5" destOrd="0" presId="urn:microsoft.com/office/officeart/2005/8/layout/vList5"/>
    <dgm:cxn modelId="{7FB42678-8014-0949-B321-F5CF8AA76D2A}" type="presParOf" srcId="{865B48E9-AD5B-E54E-8A26-85CF5E4C9EEE}" destId="{0DA8D502-14CE-4A40-9F46-D5B5F9267220}" srcOrd="6" destOrd="0" presId="urn:microsoft.com/office/officeart/2005/8/layout/vList5"/>
    <dgm:cxn modelId="{FF2019A2-0A19-2A4A-9464-7AAED1CCC321}" type="presParOf" srcId="{0DA8D502-14CE-4A40-9F46-D5B5F9267220}" destId="{016AA4A2-5528-9941-90AE-5FBFBD18F133}" srcOrd="0" destOrd="0" presId="urn:microsoft.com/office/officeart/2005/8/layout/vList5"/>
    <dgm:cxn modelId="{85BA0AA8-ECF6-E74E-AA75-C8B0062AA5CC}" type="presParOf" srcId="{0DA8D502-14CE-4A40-9F46-D5B5F9267220}" destId="{EBB349FA-D5A5-EA41-BDB3-B70F82DC5180}" srcOrd="1" destOrd="0" presId="urn:microsoft.com/office/officeart/2005/8/layout/vList5"/>
    <dgm:cxn modelId="{F88660ED-27CF-5C49-B9E9-04FEE65B2E29}" type="presParOf" srcId="{865B48E9-AD5B-E54E-8A26-85CF5E4C9EEE}" destId="{3C3738BF-CBFA-F243-83A3-031680F0E440}" srcOrd="7" destOrd="0" presId="urn:microsoft.com/office/officeart/2005/8/layout/vList5"/>
    <dgm:cxn modelId="{7DB2C697-5673-9648-839C-FEE73BFE49BE}" type="presParOf" srcId="{865B48E9-AD5B-E54E-8A26-85CF5E4C9EEE}" destId="{CD4E735A-2146-7B40-986C-3E126B49BCDB}" srcOrd="8" destOrd="0" presId="urn:microsoft.com/office/officeart/2005/8/layout/vList5"/>
    <dgm:cxn modelId="{B58109D7-4253-6146-8A03-1C7E602E236A}" type="presParOf" srcId="{CD4E735A-2146-7B40-986C-3E126B49BCDB}" destId="{914E2079-F17A-6B49-8075-A161EA9B96DE}" srcOrd="0" destOrd="0" presId="urn:microsoft.com/office/officeart/2005/8/layout/vList5"/>
    <dgm:cxn modelId="{704ED898-1BD6-8443-AE59-6011275B3C0D}" type="presParOf" srcId="{CD4E735A-2146-7B40-986C-3E126B49BCDB}" destId="{D2610660-F4A3-F640-A15D-F458E26EE35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3.xml><?xml version="1.0" encoding="utf-8"?>
<dgm:dataModel xmlns:dgm="http://schemas.openxmlformats.org/drawingml/2006/diagram" xmlns:a="http://schemas.openxmlformats.org/drawingml/2006/main">
  <dgm:ptLst>
    <dgm:pt modelId="{6885ADF8-7DBC-544F-BE9B-2CCEE495CAFD}"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310BC684-A4E1-8E4E-B522-52D520A4BEAE}">
      <dgm:prSet/>
      <dgm:spPr>
        <a:blipFill>
          <a:blip xmlns:r="http://schemas.openxmlformats.org/officeDocument/2006/relationships" r:embed="rId1"/>
          <a:stretch>
            <a:fillRect/>
          </a:stretch>
        </a:blipFill>
      </dgm:spPr>
      <dgm:t>
        <a:bodyPr/>
        <a:lstStyle/>
        <a:p>
          <a:r>
            <a:rPr lang="en-US">
              <a:noFill/>
            </a:rPr>
            <a:t> </a:t>
          </a:r>
        </a:p>
      </dgm:t>
    </dgm:pt>
    <dgm:pt modelId="{A8613F0F-A852-A54D-9555-BDD3468B0A4C}" type="parTrans" cxnId="{0E1DC2A6-9F24-9B4C-8801-51CE306A7034}">
      <dgm:prSet/>
      <dgm:spPr/>
      <dgm:t>
        <a:bodyPr/>
        <a:lstStyle/>
        <a:p>
          <a:endParaRPr lang="en-US"/>
        </a:p>
      </dgm:t>
    </dgm:pt>
    <dgm:pt modelId="{AD8037F7-50F3-F44B-9C2C-7D72D56D55DB}" type="sibTrans" cxnId="{0E1DC2A6-9F24-9B4C-8801-51CE306A7034}">
      <dgm:prSet/>
      <dgm:spPr/>
      <dgm:t>
        <a:bodyPr/>
        <a:lstStyle/>
        <a:p>
          <a:endParaRPr lang="en-US"/>
        </a:p>
      </dgm:t>
    </dgm:pt>
    <dgm:pt modelId="{86A171E2-A53D-0543-862C-F2B552F9D928}">
      <dgm:prSet/>
      <dgm:spPr/>
      <dgm:t>
        <a:bodyPr/>
        <a:lstStyle/>
        <a:p>
          <a:r>
            <a:rPr lang="en-US" b="0" dirty="0"/>
            <a:t>Differential scattering cross section</a:t>
          </a:r>
          <a:endParaRPr lang="en-DK" dirty="0"/>
        </a:p>
      </dgm:t>
    </dgm:pt>
    <dgm:pt modelId="{DFA8B98D-3E04-434F-9629-B74EB97EE6C8}" type="parTrans" cxnId="{24DA46C3-1AFC-D949-96AF-A4CCC1714074}">
      <dgm:prSet/>
      <dgm:spPr/>
      <dgm:t>
        <a:bodyPr/>
        <a:lstStyle/>
        <a:p>
          <a:endParaRPr lang="en-US"/>
        </a:p>
      </dgm:t>
    </dgm:pt>
    <dgm:pt modelId="{B961D61E-01BB-4F4D-ABE8-56EBB4E9F830}" type="sibTrans" cxnId="{24DA46C3-1AFC-D949-96AF-A4CCC1714074}">
      <dgm:prSet/>
      <dgm:spPr/>
      <dgm:t>
        <a:bodyPr/>
        <a:lstStyle/>
        <a:p>
          <a:endParaRPr lang="en-US"/>
        </a:p>
      </dgm:t>
    </dgm:pt>
    <dgm:pt modelId="{D34AC789-755B-C048-9047-AAA5E9B75720}">
      <dgm:prSet/>
      <dgm:spPr>
        <a:blipFill>
          <a:blip xmlns:r="http://schemas.openxmlformats.org/officeDocument/2006/relationships" r:embed="rId2"/>
          <a:stretch>
            <a:fillRect/>
          </a:stretch>
        </a:blipFill>
      </dgm:spPr>
      <dgm:t>
        <a:bodyPr/>
        <a:lstStyle/>
        <a:p>
          <a:r>
            <a:rPr lang="en-US">
              <a:noFill/>
            </a:rPr>
            <a:t> </a:t>
          </a:r>
        </a:p>
      </dgm:t>
    </dgm:pt>
    <dgm:pt modelId="{0588A7F8-BE58-6C4A-A333-09B437D49117}" type="parTrans" cxnId="{92C441DD-F185-1248-92EF-FECC5BCCCD8B}">
      <dgm:prSet/>
      <dgm:spPr/>
      <dgm:t>
        <a:bodyPr/>
        <a:lstStyle/>
        <a:p>
          <a:endParaRPr lang="en-US"/>
        </a:p>
      </dgm:t>
    </dgm:pt>
    <dgm:pt modelId="{F0FD8579-302E-E04F-9DAB-4AA21E2225DB}" type="sibTrans" cxnId="{92C441DD-F185-1248-92EF-FECC5BCCCD8B}">
      <dgm:prSet/>
      <dgm:spPr/>
      <dgm:t>
        <a:bodyPr/>
        <a:lstStyle/>
        <a:p>
          <a:endParaRPr lang="en-US"/>
        </a:p>
      </dgm:t>
    </dgm:pt>
    <dgm:pt modelId="{E49EED5E-BA1A-824C-B713-A0C524944DF2}">
      <dgm:prSet/>
      <dgm:spPr/>
      <dgm:t>
        <a:bodyPr/>
        <a:lstStyle/>
        <a:p>
          <a:r>
            <a:rPr lang="en-US" b="0" dirty="0"/>
            <a:t>Lambert-beer law for attenu</a:t>
          </a:r>
          <a:r>
            <a:rPr lang="en-US" dirty="0"/>
            <a:t>ation</a:t>
          </a:r>
          <a:endParaRPr lang="en-DK" dirty="0"/>
        </a:p>
      </dgm:t>
    </dgm:pt>
    <dgm:pt modelId="{308717E1-9718-FD44-83DC-D4ECF15AAB1D}" type="parTrans" cxnId="{61581A90-BACE-2A40-BE48-EDFF3E1A1B7D}">
      <dgm:prSet/>
      <dgm:spPr/>
      <dgm:t>
        <a:bodyPr/>
        <a:lstStyle/>
        <a:p>
          <a:endParaRPr lang="en-US"/>
        </a:p>
      </dgm:t>
    </dgm:pt>
    <dgm:pt modelId="{ACED7650-422F-2B45-8EF6-F85B6F07808A}" type="sibTrans" cxnId="{61581A90-BACE-2A40-BE48-EDFF3E1A1B7D}">
      <dgm:prSet/>
      <dgm:spPr/>
      <dgm:t>
        <a:bodyPr/>
        <a:lstStyle/>
        <a:p>
          <a:endParaRPr lang="en-US"/>
        </a:p>
      </dgm:t>
    </dgm:pt>
    <dgm:pt modelId="{D6B07F0D-587A-7B44-A987-FF7E27F4A7C4}">
      <dgm:prSet phldrT="[Text]"/>
      <dgm:spPr>
        <a:blipFill>
          <a:blip xmlns:r="http://schemas.openxmlformats.org/officeDocument/2006/relationships" r:embed="rId3"/>
          <a:stretch>
            <a:fillRect/>
          </a:stretch>
        </a:blipFill>
      </dgm:spPr>
      <dgm:t>
        <a:bodyPr/>
        <a:lstStyle/>
        <a:p>
          <a:r>
            <a:rPr lang="en-US">
              <a:noFill/>
            </a:rPr>
            <a:t> </a:t>
          </a:r>
        </a:p>
      </dgm:t>
    </dgm:pt>
    <dgm:pt modelId="{B3DD3388-2859-7E41-A11C-E8EBF9A89E7C}" type="parTrans" cxnId="{459F32DD-8E9F-A946-9CE3-44A8946AA4AA}">
      <dgm:prSet/>
      <dgm:spPr/>
      <dgm:t>
        <a:bodyPr/>
        <a:lstStyle/>
        <a:p>
          <a:endParaRPr lang="en-US"/>
        </a:p>
      </dgm:t>
    </dgm:pt>
    <dgm:pt modelId="{BEA308E8-DB05-EA4C-98DC-2452109B9B80}" type="sibTrans" cxnId="{459F32DD-8E9F-A946-9CE3-44A8946AA4AA}">
      <dgm:prSet/>
      <dgm:spPr/>
      <dgm:t>
        <a:bodyPr/>
        <a:lstStyle/>
        <a:p>
          <a:endParaRPr lang="en-US"/>
        </a:p>
      </dgm:t>
    </dgm:pt>
    <dgm:pt modelId="{C736839D-6857-8F41-9E54-B4AE14CF8663}">
      <dgm:prSet phldrT="[Text]"/>
      <dgm:spPr/>
      <dgm:t>
        <a:bodyPr/>
        <a:lstStyle/>
        <a:p>
          <a:r>
            <a:rPr lang="en-US" dirty="0"/>
            <a:t>Bragg's Law</a:t>
          </a:r>
        </a:p>
      </dgm:t>
    </dgm:pt>
    <dgm:pt modelId="{AF761FB6-130F-1041-887D-F57263C4905F}" type="parTrans" cxnId="{33F81B7C-0F03-4147-A851-0F71F67AEC17}">
      <dgm:prSet/>
      <dgm:spPr/>
      <dgm:t>
        <a:bodyPr/>
        <a:lstStyle/>
        <a:p>
          <a:endParaRPr lang="en-US"/>
        </a:p>
      </dgm:t>
    </dgm:pt>
    <dgm:pt modelId="{B3E1307B-7600-724E-8622-EE1C5F95D2F0}" type="sibTrans" cxnId="{33F81B7C-0F03-4147-A851-0F71F67AEC17}">
      <dgm:prSet/>
      <dgm:spPr/>
      <dgm:t>
        <a:bodyPr/>
        <a:lstStyle/>
        <a:p>
          <a:endParaRPr lang="en-US"/>
        </a:p>
      </dgm:t>
    </dgm:pt>
    <dgm:pt modelId="{F9CE3393-496D-2841-81BD-E9CF0E8B2E4A}">
      <dgm:prSet phldrT="[Text]"/>
      <dgm:spPr>
        <a:blipFill>
          <a:blip xmlns:r="http://schemas.openxmlformats.org/officeDocument/2006/relationships" r:embed="rId4"/>
          <a:stretch>
            <a:fillRect/>
          </a:stretch>
        </a:blipFill>
      </dgm:spPr>
      <dgm:t>
        <a:bodyPr/>
        <a:lstStyle/>
        <a:p>
          <a:r>
            <a:rPr lang="en-US">
              <a:noFill/>
            </a:rPr>
            <a:t> </a:t>
          </a:r>
        </a:p>
      </dgm:t>
    </dgm:pt>
    <dgm:pt modelId="{4EF469AB-ECE3-2847-8744-ADE3DEFC0D28}" type="parTrans" cxnId="{20D27F5A-A169-EB45-8F58-9D0BE796F56D}">
      <dgm:prSet/>
      <dgm:spPr/>
      <dgm:t>
        <a:bodyPr/>
        <a:lstStyle/>
        <a:p>
          <a:endParaRPr lang="en-US"/>
        </a:p>
      </dgm:t>
    </dgm:pt>
    <dgm:pt modelId="{869CB6E0-33E5-9348-8126-7F9C58848ED7}" type="sibTrans" cxnId="{20D27F5A-A169-EB45-8F58-9D0BE796F56D}">
      <dgm:prSet/>
      <dgm:spPr/>
      <dgm:t>
        <a:bodyPr/>
        <a:lstStyle/>
        <a:p>
          <a:endParaRPr lang="en-US"/>
        </a:p>
      </dgm:t>
    </dgm:pt>
    <dgm:pt modelId="{8910A251-7EB3-BD4F-99D0-564AA60570F1}">
      <dgm:prSet phldrT="[Text]"/>
      <dgm:spPr/>
      <dgm:t>
        <a:bodyPr/>
        <a:lstStyle/>
        <a:p>
          <a:r>
            <a:rPr lang="en-US" dirty="0"/>
            <a:t>Differential solid angle</a:t>
          </a:r>
        </a:p>
      </dgm:t>
    </dgm:pt>
    <dgm:pt modelId="{49DC26DA-FDB4-3B4D-AC6D-B38EB9416115}" type="parTrans" cxnId="{E8DA3727-367A-6942-9358-502DB2E0515A}">
      <dgm:prSet/>
      <dgm:spPr/>
      <dgm:t>
        <a:bodyPr/>
        <a:lstStyle/>
        <a:p>
          <a:endParaRPr lang="en-US"/>
        </a:p>
      </dgm:t>
    </dgm:pt>
    <dgm:pt modelId="{1FDA8A2B-D697-6446-AA0D-B4ACA08C45DA}" type="sibTrans" cxnId="{E8DA3727-367A-6942-9358-502DB2E0515A}">
      <dgm:prSet/>
      <dgm:spPr/>
      <dgm:t>
        <a:bodyPr/>
        <a:lstStyle/>
        <a:p>
          <a:endParaRPr lang="en-US"/>
        </a:p>
      </dgm:t>
    </dgm:pt>
    <dgm:pt modelId="{16D5A24B-5B6D-EF4D-B98F-374489FAFA00}">
      <dgm:prSet phldrT="[Text]"/>
      <dgm:spPr>
        <a:blipFill>
          <a:blip xmlns:r="http://schemas.openxmlformats.org/officeDocument/2006/relationships" r:embed="rId5"/>
          <a:stretch>
            <a:fillRect/>
          </a:stretch>
        </a:blipFill>
      </dgm:spPr>
      <dgm:t>
        <a:bodyPr/>
        <a:lstStyle/>
        <a:p>
          <a:r>
            <a:rPr lang="en-US">
              <a:noFill/>
            </a:rPr>
            <a:t> </a:t>
          </a:r>
        </a:p>
      </dgm:t>
    </dgm:pt>
    <dgm:pt modelId="{9A58EFFD-8100-7C4F-9F63-7D31878D61F8}" type="parTrans" cxnId="{2247877D-349B-1346-B088-8348D375AF20}">
      <dgm:prSet/>
      <dgm:spPr/>
      <dgm:t>
        <a:bodyPr/>
        <a:lstStyle/>
        <a:p>
          <a:endParaRPr lang="en-US"/>
        </a:p>
      </dgm:t>
    </dgm:pt>
    <dgm:pt modelId="{46098151-28E2-B140-BAB0-A926F5E5E831}" type="sibTrans" cxnId="{2247877D-349B-1346-B088-8348D375AF20}">
      <dgm:prSet/>
      <dgm:spPr/>
      <dgm:t>
        <a:bodyPr/>
        <a:lstStyle/>
        <a:p>
          <a:endParaRPr lang="en-US"/>
        </a:p>
      </dgm:t>
    </dgm:pt>
    <dgm:pt modelId="{8FC0DADC-CE3D-FE4B-9BD6-6004172B06E7}">
      <dgm:prSet phldrT="[Text]"/>
      <dgm:spPr/>
      <dgm:t>
        <a:bodyPr/>
        <a:lstStyle/>
        <a:p>
          <a:r>
            <a:rPr lang="en-US" dirty="0"/>
            <a:t>De Broglie-wavelength</a:t>
          </a:r>
        </a:p>
      </dgm:t>
    </dgm:pt>
    <dgm:pt modelId="{D0E23CBD-BEE8-2E4B-BC82-7706D184F9BD}" type="parTrans" cxnId="{979D917C-80D2-214E-926C-8F270E9BF093}">
      <dgm:prSet/>
      <dgm:spPr/>
      <dgm:t>
        <a:bodyPr/>
        <a:lstStyle/>
        <a:p>
          <a:endParaRPr lang="en-US"/>
        </a:p>
      </dgm:t>
    </dgm:pt>
    <dgm:pt modelId="{5836D4D1-A9D0-1E4F-B1A1-ABE2370268DA}" type="sibTrans" cxnId="{979D917C-80D2-214E-926C-8F270E9BF093}">
      <dgm:prSet/>
      <dgm:spPr/>
      <dgm:t>
        <a:bodyPr/>
        <a:lstStyle/>
        <a:p>
          <a:endParaRPr lang="en-US"/>
        </a:p>
      </dgm:t>
    </dgm:pt>
    <dgm:pt modelId="{865B48E9-AD5B-E54E-8A26-85CF5E4C9EEE}" type="pres">
      <dgm:prSet presAssocID="{6885ADF8-7DBC-544F-BE9B-2CCEE495CAFD}" presName="Name0" presStyleCnt="0">
        <dgm:presLayoutVars>
          <dgm:dir/>
          <dgm:animLvl val="lvl"/>
          <dgm:resizeHandles val="exact"/>
        </dgm:presLayoutVars>
      </dgm:prSet>
      <dgm:spPr/>
    </dgm:pt>
    <dgm:pt modelId="{A6415F98-FC98-D140-9E92-4981CA98137F}" type="pres">
      <dgm:prSet presAssocID="{310BC684-A4E1-8E4E-B522-52D520A4BEAE}" presName="linNode" presStyleCnt="0"/>
      <dgm:spPr/>
    </dgm:pt>
    <dgm:pt modelId="{ACFA591C-2EA9-1E4F-82BF-95337907D488}" type="pres">
      <dgm:prSet presAssocID="{310BC684-A4E1-8E4E-B522-52D520A4BEAE}" presName="parentText" presStyleLbl="node1" presStyleIdx="0" presStyleCnt="5">
        <dgm:presLayoutVars>
          <dgm:chMax val="1"/>
          <dgm:bulletEnabled val="1"/>
        </dgm:presLayoutVars>
      </dgm:prSet>
      <dgm:spPr/>
    </dgm:pt>
    <dgm:pt modelId="{65ABBD29-0C32-0647-9639-07AD86BB1F77}" type="pres">
      <dgm:prSet presAssocID="{310BC684-A4E1-8E4E-B522-52D520A4BEAE}" presName="descendantText" presStyleLbl="alignAccFollowNode1" presStyleIdx="0" presStyleCnt="5">
        <dgm:presLayoutVars>
          <dgm:bulletEnabled val="1"/>
        </dgm:presLayoutVars>
      </dgm:prSet>
      <dgm:spPr/>
    </dgm:pt>
    <dgm:pt modelId="{72C26CA5-D085-904D-8B8B-3CAA3C8A0410}" type="pres">
      <dgm:prSet presAssocID="{AD8037F7-50F3-F44B-9C2C-7D72D56D55DB}" presName="sp" presStyleCnt="0"/>
      <dgm:spPr/>
    </dgm:pt>
    <dgm:pt modelId="{2A30388D-DBAA-4544-9779-CF757655E304}" type="pres">
      <dgm:prSet presAssocID="{D34AC789-755B-C048-9047-AAA5E9B75720}" presName="linNode" presStyleCnt="0"/>
      <dgm:spPr/>
    </dgm:pt>
    <dgm:pt modelId="{60C01366-B242-EE49-A7FF-7F0E43CBE1F4}" type="pres">
      <dgm:prSet presAssocID="{D34AC789-755B-C048-9047-AAA5E9B75720}" presName="parentText" presStyleLbl="node1" presStyleIdx="1" presStyleCnt="5">
        <dgm:presLayoutVars>
          <dgm:chMax val="1"/>
          <dgm:bulletEnabled val="1"/>
        </dgm:presLayoutVars>
      </dgm:prSet>
      <dgm:spPr/>
    </dgm:pt>
    <dgm:pt modelId="{BFC53F62-D39B-9446-AA72-F415CB796914}" type="pres">
      <dgm:prSet presAssocID="{D34AC789-755B-C048-9047-AAA5E9B75720}" presName="descendantText" presStyleLbl="alignAccFollowNode1" presStyleIdx="1" presStyleCnt="5">
        <dgm:presLayoutVars>
          <dgm:bulletEnabled val="1"/>
        </dgm:presLayoutVars>
      </dgm:prSet>
      <dgm:spPr/>
    </dgm:pt>
    <dgm:pt modelId="{5B67C101-B0D5-AE49-A534-CEADEFDB7719}" type="pres">
      <dgm:prSet presAssocID="{F0FD8579-302E-E04F-9DAB-4AA21E2225DB}" presName="sp" presStyleCnt="0"/>
      <dgm:spPr/>
    </dgm:pt>
    <dgm:pt modelId="{50059F14-1D4B-E94D-AE26-9BC9EA3EB2D1}" type="pres">
      <dgm:prSet presAssocID="{D6B07F0D-587A-7B44-A987-FF7E27F4A7C4}" presName="linNode" presStyleCnt="0"/>
      <dgm:spPr/>
    </dgm:pt>
    <dgm:pt modelId="{230D83B3-370A-A04B-950E-55F0A31EF6A9}" type="pres">
      <dgm:prSet presAssocID="{D6B07F0D-587A-7B44-A987-FF7E27F4A7C4}" presName="parentText" presStyleLbl="node1" presStyleIdx="2" presStyleCnt="5">
        <dgm:presLayoutVars>
          <dgm:chMax val="1"/>
          <dgm:bulletEnabled val="1"/>
        </dgm:presLayoutVars>
      </dgm:prSet>
      <dgm:spPr/>
    </dgm:pt>
    <dgm:pt modelId="{A3D9A89D-9024-F541-A87E-42E977C5E287}" type="pres">
      <dgm:prSet presAssocID="{D6B07F0D-587A-7B44-A987-FF7E27F4A7C4}" presName="descendantText" presStyleLbl="alignAccFollowNode1" presStyleIdx="2" presStyleCnt="5">
        <dgm:presLayoutVars>
          <dgm:bulletEnabled val="1"/>
        </dgm:presLayoutVars>
      </dgm:prSet>
      <dgm:spPr/>
    </dgm:pt>
    <dgm:pt modelId="{B2DA587A-D98F-3A4F-9B32-EA594E1F92E7}" type="pres">
      <dgm:prSet presAssocID="{BEA308E8-DB05-EA4C-98DC-2452109B9B80}" presName="sp" presStyleCnt="0"/>
      <dgm:spPr/>
    </dgm:pt>
    <dgm:pt modelId="{0DA8D502-14CE-4A40-9F46-D5B5F9267220}" type="pres">
      <dgm:prSet presAssocID="{F9CE3393-496D-2841-81BD-E9CF0E8B2E4A}" presName="linNode" presStyleCnt="0"/>
      <dgm:spPr/>
    </dgm:pt>
    <dgm:pt modelId="{016AA4A2-5528-9941-90AE-5FBFBD18F133}" type="pres">
      <dgm:prSet presAssocID="{F9CE3393-496D-2841-81BD-E9CF0E8B2E4A}" presName="parentText" presStyleLbl="node1" presStyleIdx="3" presStyleCnt="5">
        <dgm:presLayoutVars>
          <dgm:chMax val="1"/>
          <dgm:bulletEnabled val="1"/>
        </dgm:presLayoutVars>
      </dgm:prSet>
      <dgm:spPr/>
    </dgm:pt>
    <dgm:pt modelId="{EBB349FA-D5A5-EA41-BDB3-B70F82DC5180}" type="pres">
      <dgm:prSet presAssocID="{F9CE3393-496D-2841-81BD-E9CF0E8B2E4A}" presName="descendantText" presStyleLbl="alignAccFollowNode1" presStyleIdx="3" presStyleCnt="5">
        <dgm:presLayoutVars>
          <dgm:bulletEnabled val="1"/>
        </dgm:presLayoutVars>
      </dgm:prSet>
      <dgm:spPr/>
    </dgm:pt>
    <dgm:pt modelId="{3C3738BF-CBFA-F243-83A3-031680F0E440}" type="pres">
      <dgm:prSet presAssocID="{869CB6E0-33E5-9348-8126-7F9C58848ED7}" presName="sp" presStyleCnt="0"/>
      <dgm:spPr/>
    </dgm:pt>
    <dgm:pt modelId="{CD4E735A-2146-7B40-986C-3E126B49BCDB}" type="pres">
      <dgm:prSet presAssocID="{16D5A24B-5B6D-EF4D-B98F-374489FAFA00}" presName="linNode" presStyleCnt="0"/>
      <dgm:spPr/>
    </dgm:pt>
    <dgm:pt modelId="{914E2079-F17A-6B49-8075-A161EA9B96DE}" type="pres">
      <dgm:prSet presAssocID="{16D5A24B-5B6D-EF4D-B98F-374489FAFA00}" presName="parentText" presStyleLbl="node1" presStyleIdx="4" presStyleCnt="5">
        <dgm:presLayoutVars>
          <dgm:chMax val="1"/>
          <dgm:bulletEnabled val="1"/>
        </dgm:presLayoutVars>
      </dgm:prSet>
      <dgm:spPr/>
    </dgm:pt>
    <dgm:pt modelId="{D2610660-F4A3-F640-A15D-F458E26EE35B}" type="pres">
      <dgm:prSet presAssocID="{16D5A24B-5B6D-EF4D-B98F-374489FAFA00}" presName="descendantText" presStyleLbl="alignAccFollowNode1" presStyleIdx="4" presStyleCnt="5">
        <dgm:presLayoutVars>
          <dgm:bulletEnabled val="1"/>
        </dgm:presLayoutVars>
      </dgm:prSet>
      <dgm:spPr/>
    </dgm:pt>
  </dgm:ptLst>
  <dgm:cxnLst>
    <dgm:cxn modelId="{C0B04302-4F32-FB4E-A75E-3D0442B1EF1F}" type="presOf" srcId="{D34AC789-755B-C048-9047-AAA5E9B75720}" destId="{60C01366-B242-EE49-A7FF-7F0E43CBE1F4}" srcOrd="0" destOrd="0" presId="urn:microsoft.com/office/officeart/2005/8/layout/vList5"/>
    <dgm:cxn modelId="{6BECF206-73AE-D240-B0F5-CFDA15B8C07E}" type="presOf" srcId="{D6B07F0D-587A-7B44-A987-FF7E27F4A7C4}" destId="{230D83B3-370A-A04B-950E-55F0A31EF6A9}" srcOrd="0" destOrd="0" presId="urn:microsoft.com/office/officeart/2005/8/layout/vList5"/>
    <dgm:cxn modelId="{04A7EF18-6BDE-4E4A-9ABD-439E887599C1}" type="presOf" srcId="{8910A251-7EB3-BD4F-99D0-564AA60570F1}" destId="{EBB349FA-D5A5-EA41-BDB3-B70F82DC5180}" srcOrd="0" destOrd="0" presId="urn:microsoft.com/office/officeart/2005/8/layout/vList5"/>
    <dgm:cxn modelId="{E8DA3727-367A-6942-9358-502DB2E0515A}" srcId="{F9CE3393-496D-2841-81BD-E9CF0E8B2E4A}" destId="{8910A251-7EB3-BD4F-99D0-564AA60570F1}" srcOrd="0" destOrd="0" parTransId="{49DC26DA-FDB4-3B4D-AC6D-B38EB9416115}" sibTransId="{1FDA8A2B-D697-6446-AA0D-B4ACA08C45DA}"/>
    <dgm:cxn modelId="{1CBCF43B-39E4-2341-83F1-00B92DD7CBF8}" type="presOf" srcId="{310BC684-A4E1-8E4E-B522-52D520A4BEAE}" destId="{ACFA591C-2EA9-1E4F-82BF-95337907D488}" srcOrd="0" destOrd="0" presId="urn:microsoft.com/office/officeart/2005/8/layout/vList5"/>
    <dgm:cxn modelId="{AAB2D74C-B971-6C42-B0D7-0CCCF5B4BB76}" type="presOf" srcId="{6885ADF8-7DBC-544F-BE9B-2CCEE495CAFD}" destId="{865B48E9-AD5B-E54E-8A26-85CF5E4C9EEE}" srcOrd="0" destOrd="0" presId="urn:microsoft.com/office/officeart/2005/8/layout/vList5"/>
    <dgm:cxn modelId="{4FB00655-11E7-9E48-BEAC-C6E43CEBA4D1}" type="presOf" srcId="{C736839D-6857-8F41-9E54-B4AE14CF8663}" destId="{A3D9A89D-9024-F541-A87E-42E977C5E287}" srcOrd="0" destOrd="0" presId="urn:microsoft.com/office/officeart/2005/8/layout/vList5"/>
    <dgm:cxn modelId="{20D27F5A-A169-EB45-8F58-9D0BE796F56D}" srcId="{6885ADF8-7DBC-544F-BE9B-2CCEE495CAFD}" destId="{F9CE3393-496D-2841-81BD-E9CF0E8B2E4A}" srcOrd="3" destOrd="0" parTransId="{4EF469AB-ECE3-2847-8744-ADE3DEFC0D28}" sibTransId="{869CB6E0-33E5-9348-8126-7F9C58848ED7}"/>
    <dgm:cxn modelId="{0E797A73-9A79-E746-95FA-84B20D09B658}" type="presOf" srcId="{E49EED5E-BA1A-824C-B713-A0C524944DF2}" destId="{BFC53F62-D39B-9446-AA72-F415CB796914}" srcOrd="0" destOrd="0" presId="urn:microsoft.com/office/officeart/2005/8/layout/vList5"/>
    <dgm:cxn modelId="{33F81B7C-0F03-4147-A851-0F71F67AEC17}" srcId="{D6B07F0D-587A-7B44-A987-FF7E27F4A7C4}" destId="{C736839D-6857-8F41-9E54-B4AE14CF8663}" srcOrd="0" destOrd="0" parTransId="{AF761FB6-130F-1041-887D-F57263C4905F}" sibTransId="{B3E1307B-7600-724E-8622-EE1C5F95D2F0}"/>
    <dgm:cxn modelId="{E4EC7A7C-656F-9F4D-8CC5-0F7BA7B66CE3}" type="presOf" srcId="{16D5A24B-5B6D-EF4D-B98F-374489FAFA00}" destId="{914E2079-F17A-6B49-8075-A161EA9B96DE}" srcOrd="0" destOrd="0" presId="urn:microsoft.com/office/officeart/2005/8/layout/vList5"/>
    <dgm:cxn modelId="{979D917C-80D2-214E-926C-8F270E9BF093}" srcId="{16D5A24B-5B6D-EF4D-B98F-374489FAFA00}" destId="{8FC0DADC-CE3D-FE4B-9BD6-6004172B06E7}" srcOrd="0" destOrd="0" parTransId="{D0E23CBD-BEE8-2E4B-BC82-7706D184F9BD}" sibTransId="{5836D4D1-A9D0-1E4F-B1A1-ABE2370268DA}"/>
    <dgm:cxn modelId="{2247877D-349B-1346-B088-8348D375AF20}" srcId="{6885ADF8-7DBC-544F-BE9B-2CCEE495CAFD}" destId="{16D5A24B-5B6D-EF4D-B98F-374489FAFA00}" srcOrd="4" destOrd="0" parTransId="{9A58EFFD-8100-7C4F-9F63-7D31878D61F8}" sibTransId="{46098151-28E2-B140-BAB0-A926F5E5E831}"/>
    <dgm:cxn modelId="{79C9E688-99AD-5543-A6FD-A4EE32C36DB0}" type="presOf" srcId="{86A171E2-A53D-0543-862C-F2B552F9D928}" destId="{65ABBD29-0C32-0647-9639-07AD86BB1F77}" srcOrd="0" destOrd="0" presId="urn:microsoft.com/office/officeart/2005/8/layout/vList5"/>
    <dgm:cxn modelId="{61581A90-BACE-2A40-BE48-EDFF3E1A1B7D}" srcId="{D34AC789-755B-C048-9047-AAA5E9B75720}" destId="{E49EED5E-BA1A-824C-B713-A0C524944DF2}" srcOrd="0" destOrd="0" parTransId="{308717E1-9718-FD44-83DC-D4ECF15AAB1D}" sibTransId="{ACED7650-422F-2B45-8EF6-F85B6F07808A}"/>
    <dgm:cxn modelId="{0E1DC2A6-9F24-9B4C-8801-51CE306A7034}" srcId="{6885ADF8-7DBC-544F-BE9B-2CCEE495CAFD}" destId="{310BC684-A4E1-8E4E-B522-52D520A4BEAE}" srcOrd="0" destOrd="0" parTransId="{A8613F0F-A852-A54D-9555-BDD3468B0A4C}" sibTransId="{AD8037F7-50F3-F44B-9C2C-7D72D56D55DB}"/>
    <dgm:cxn modelId="{24DA46C3-1AFC-D949-96AF-A4CCC1714074}" srcId="{310BC684-A4E1-8E4E-B522-52D520A4BEAE}" destId="{86A171E2-A53D-0543-862C-F2B552F9D928}" srcOrd="0" destOrd="0" parTransId="{DFA8B98D-3E04-434F-9629-B74EB97EE6C8}" sibTransId="{B961D61E-01BB-4F4D-ABE8-56EBB4E9F830}"/>
    <dgm:cxn modelId="{459F32DD-8E9F-A946-9CE3-44A8946AA4AA}" srcId="{6885ADF8-7DBC-544F-BE9B-2CCEE495CAFD}" destId="{D6B07F0D-587A-7B44-A987-FF7E27F4A7C4}" srcOrd="2" destOrd="0" parTransId="{B3DD3388-2859-7E41-A11C-E8EBF9A89E7C}" sibTransId="{BEA308E8-DB05-EA4C-98DC-2452109B9B80}"/>
    <dgm:cxn modelId="{92C441DD-F185-1248-92EF-FECC5BCCCD8B}" srcId="{6885ADF8-7DBC-544F-BE9B-2CCEE495CAFD}" destId="{D34AC789-755B-C048-9047-AAA5E9B75720}" srcOrd="1" destOrd="0" parTransId="{0588A7F8-BE58-6C4A-A333-09B437D49117}" sibTransId="{F0FD8579-302E-E04F-9DAB-4AA21E2225DB}"/>
    <dgm:cxn modelId="{E799C2EA-562B-1146-8D59-19F82842D8AA}" type="presOf" srcId="{F9CE3393-496D-2841-81BD-E9CF0E8B2E4A}" destId="{016AA4A2-5528-9941-90AE-5FBFBD18F133}" srcOrd="0" destOrd="0" presId="urn:microsoft.com/office/officeart/2005/8/layout/vList5"/>
    <dgm:cxn modelId="{AB83B7F1-8FEB-B647-80D8-AA5542B7E98C}" type="presOf" srcId="{8FC0DADC-CE3D-FE4B-9BD6-6004172B06E7}" destId="{D2610660-F4A3-F640-A15D-F458E26EE35B}" srcOrd="0" destOrd="0" presId="urn:microsoft.com/office/officeart/2005/8/layout/vList5"/>
    <dgm:cxn modelId="{7172DF30-B76C-2941-9920-4963C527BF28}" type="presParOf" srcId="{865B48E9-AD5B-E54E-8A26-85CF5E4C9EEE}" destId="{A6415F98-FC98-D140-9E92-4981CA98137F}" srcOrd="0" destOrd="0" presId="urn:microsoft.com/office/officeart/2005/8/layout/vList5"/>
    <dgm:cxn modelId="{9C5EB0B5-2F3E-D34D-AD31-7B3B774931FB}" type="presParOf" srcId="{A6415F98-FC98-D140-9E92-4981CA98137F}" destId="{ACFA591C-2EA9-1E4F-82BF-95337907D488}" srcOrd="0" destOrd="0" presId="urn:microsoft.com/office/officeart/2005/8/layout/vList5"/>
    <dgm:cxn modelId="{84CA29DB-9F4B-564F-A387-A27DA5E9F26C}" type="presParOf" srcId="{A6415F98-FC98-D140-9E92-4981CA98137F}" destId="{65ABBD29-0C32-0647-9639-07AD86BB1F77}" srcOrd="1" destOrd="0" presId="urn:microsoft.com/office/officeart/2005/8/layout/vList5"/>
    <dgm:cxn modelId="{00A5ED71-4816-7340-AAC5-BFA6C538E38A}" type="presParOf" srcId="{865B48E9-AD5B-E54E-8A26-85CF5E4C9EEE}" destId="{72C26CA5-D085-904D-8B8B-3CAA3C8A0410}" srcOrd="1" destOrd="0" presId="urn:microsoft.com/office/officeart/2005/8/layout/vList5"/>
    <dgm:cxn modelId="{5D808219-EF0C-0D47-A41E-77F2A3CEE5EA}" type="presParOf" srcId="{865B48E9-AD5B-E54E-8A26-85CF5E4C9EEE}" destId="{2A30388D-DBAA-4544-9779-CF757655E304}" srcOrd="2" destOrd="0" presId="urn:microsoft.com/office/officeart/2005/8/layout/vList5"/>
    <dgm:cxn modelId="{053FA4DD-B9F6-2446-9C68-61A337415F75}" type="presParOf" srcId="{2A30388D-DBAA-4544-9779-CF757655E304}" destId="{60C01366-B242-EE49-A7FF-7F0E43CBE1F4}" srcOrd="0" destOrd="0" presId="urn:microsoft.com/office/officeart/2005/8/layout/vList5"/>
    <dgm:cxn modelId="{E1E7606F-595C-5044-BADA-18DA3F0C8C33}" type="presParOf" srcId="{2A30388D-DBAA-4544-9779-CF757655E304}" destId="{BFC53F62-D39B-9446-AA72-F415CB796914}" srcOrd="1" destOrd="0" presId="urn:microsoft.com/office/officeart/2005/8/layout/vList5"/>
    <dgm:cxn modelId="{402BEB61-4F42-3C4B-9C75-6E7964FCCB6E}" type="presParOf" srcId="{865B48E9-AD5B-E54E-8A26-85CF5E4C9EEE}" destId="{5B67C101-B0D5-AE49-A534-CEADEFDB7719}" srcOrd="3" destOrd="0" presId="urn:microsoft.com/office/officeart/2005/8/layout/vList5"/>
    <dgm:cxn modelId="{5D676F0D-1B50-8546-A80F-52B5C5FDA39F}" type="presParOf" srcId="{865B48E9-AD5B-E54E-8A26-85CF5E4C9EEE}" destId="{50059F14-1D4B-E94D-AE26-9BC9EA3EB2D1}" srcOrd="4" destOrd="0" presId="urn:microsoft.com/office/officeart/2005/8/layout/vList5"/>
    <dgm:cxn modelId="{50295AD6-6541-124B-824A-5E261F2DCB6F}" type="presParOf" srcId="{50059F14-1D4B-E94D-AE26-9BC9EA3EB2D1}" destId="{230D83B3-370A-A04B-950E-55F0A31EF6A9}" srcOrd="0" destOrd="0" presId="urn:microsoft.com/office/officeart/2005/8/layout/vList5"/>
    <dgm:cxn modelId="{D63A9E8F-D235-9D4E-A67E-9EAF03E845EF}" type="presParOf" srcId="{50059F14-1D4B-E94D-AE26-9BC9EA3EB2D1}" destId="{A3D9A89D-9024-F541-A87E-42E977C5E287}" srcOrd="1" destOrd="0" presId="urn:microsoft.com/office/officeart/2005/8/layout/vList5"/>
    <dgm:cxn modelId="{D4AC3DF6-E1CE-9D49-ACAB-8BC88B47EF48}" type="presParOf" srcId="{865B48E9-AD5B-E54E-8A26-85CF5E4C9EEE}" destId="{B2DA587A-D98F-3A4F-9B32-EA594E1F92E7}" srcOrd="5" destOrd="0" presId="urn:microsoft.com/office/officeart/2005/8/layout/vList5"/>
    <dgm:cxn modelId="{7FB42678-8014-0949-B321-F5CF8AA76D2A}" type="presParOf" srcId="{865B48E9-AD5B-E54E-8A26-85CF5E4C9EEE}" destId="{0DA8D502-14CE-4A40-9F46-D5B5F9267220}" srcOrd="6" destOrd="0" presId="urn:microsoft.com/office/officeart/2005/8/layout/vList5"/>
    <dgm:cxn modelId="{FF2019A2-0A19-2A4A-9464-7AAED1CCC321}" type="presParOf" srcId="{0DA8D502-14CE-4A40-9F46-D5B5F9267220}" destId="{016AA4A2-5528-9941-90AE-5FBFBD18F133}" srcOrd="0" destOrd="0" presId="urn:microsoft.com/office/officeart/2005/8/layout/vList5"/>
    <dgm:cxn modelId="{85BA0AA8-ECF6-E74E-AA75-C8B0062AA5CC}" type="presParOf" srcId="{0DA8D502-14CE-4A40-9F46-D5B5F9267220}" destId="{EBB349FA-D5A5-EA41-BDB3-B70F82DC5180}" srcOrd="1" destOrd="0" presId="urn:microsoft.com/office/officeart/2005/8/layout/vList5"/>
    <dgm:cxn modelId="{F88660ED-27CF-5C49-B9E9-04FEE65B2E29}" type="presParOf" srcId="{865B48E9-AD5B-E54E-8A26-85CF5E4C9EEE}" destId="{3C3738BF-CBFA-F243-83A3-031680F0E440}" srcOrd="7" destOrd="0" presId="urn:microsoft.com/office/officeart/2005/8/layout/vList5"/>
    <dgm:cxn modelId="{7DB2C697-5673-9648-839C-FEE73BFE49BE}" type="presParOf" srcId="{865B48E9-AD5B-E54E-8A26-85CF5E4C9EEE}" destId="{CD4E735A-2146-7B40-986C-3E126B49BCDB}" srcOrd="8" destOrd="0" presId="urn:microsoft.com/office/officeart/2005/8/layout/vList5"/>
    <dgm:cxn modelId="{B58109D7-4253-6146-8A03-1C7E602E236A}" type="presParOf" srcId="{CD4E735A-2146-7B40-986C-3E126B49BCDB}" destId="{914E2079-F17A-6B49-8075-A161EA9B96DE}" srcOrd="0" destOrd="0" presId="urn:microsoft.com/office/officeart/2005/8/layout/vList5"/>
    <dgm:cxn modelId="{704ED898-1BD6-8443-AE59-6011275B3C0D}" type="presParOf" srcId="{CD4E735A-2146-7B40-986C-3E126B49BCDB}" destId="{D2610660-F4A3-F640-A15D-F458E26EE35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70.xml><?xml version="1.0" encoding="utf-8"?>
<dgm:dataModel xmlns:dgm="http://schemas.openxmlformats.org/drawingml/2006/diagram" xmlns:a="http://schemas.openxmlformats.org/drawingml/2006/main">
  <dgm:ptLst>
    <dgm:pt modelId="{EDAC2A86-33B1-FE4E-90E9-E624DDC781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83D5838-D629-B646-B8FD-ADE326B54F5B}">
      <dgm:prSet/>
      <dgm:spPr>
        <a:blipFill>
          <a:blip xmlns:r="http://schemas.openxmlformats.org/officeDocument/2006/relationships" r:embed="rId1"/>
          <a:stretch>
            <a:fillRect l="-1111" b="-5263"/>
          </a:stretch>
        </a:blipFill>
      </dgm:spPr>
      <dgm:t>
        <a:bodyPr/>
        <a:lstStyle/>
        <a:p>
          <a:r>
            <a:rPr lang="en-US">
              <a:noFill/>
            </a:rPr>
            <a:t> </a:t>
          </a:r>
        </a:p>
      </dgm:t>
    </dgm:pt>
    <dgm:pt modelId="{F9D3308C-3E21-E44C-9D4C-E033035537DF}" type="parTrans" cxnId="{632CC41C-1555-E044-A16D-1BDF8BEF91CE}">
      <dgm:prSet/>
      <dgm:spPr/>
      <dgm:t>
        <a:bodyPr/>
        <a:lstStyle/>
        <a:p>
          <a:endParaRPr lang="en-US"/>
        </a:p>
      </dgm:t>
    </dgm:pt>
    <dgm:pt modelId="{99837E48-9A65-6F4C-A921-5C657A3C5694}" type="sibTrans" cxnId="{632CC41C-1555-E044-A16D-1BDF8BEF91CE}">
      <dgm:prSet/>
      <dgm:spPr/>
      <dgm:t>
        <a:bodyPr/>
        <a:lstStyle/>
        <a:p>
          <a:endParaRPr lang="en-US"/>
        </a:p>
      </dgm:t>
    </dgm:pt>
    <dgm:pt modelId="{2FB6D6C7-6604-7444-8E8B-3E997B4B749C}">
      <dgm:prSet/>
      <dgm:spPr>
        <a:blipFill>
          <a:blip xmlns:r="http://schemas.openxmlformats.org/officeDocument/2006/relationships" r:embed="rId2"/>
          <a:stretch>
            <a:fillRect l="-1111" b="-7895"/>
          </a:stretch>
        </a:blipFill>
      </dgm:spPr>
      <dgm:t>
        <a:bodyPr/>
        <a:lstStyle/>
        <a:p>
          <a:r>
            <a:rPr lang="en-US">
              <a:noFill/>
            </a:rPr>
            <a:t> </a:t>
          </a:r>
        </a:p>
      </dgm:t>
    </dgm:pt>
    <dgm:pt modelId="{5CF11EAF-18DB-EB4C-95A9-58026D8134C1}" type="parTrans" cxnId="{84A0EEAC-BFFB-954D-8A2E-44AF644A6A28}">
      <dgm:prSet/>
      <dgm:spPr/>
      <dgm:t>
        <a:bodyPr/>
        <a:lstStyle/>
        <a:p>
          <a:endParaRPr lang="en-US"/>
        </a:p>
      </dgm:t>
    </dgm:pt>
    <dgm:pt modelId="{0F10CAF1-A5DF-314C-997C-029769DC6AA8}" type="sibTrans" cxnId="{84A0EEAC-BFFB-954D-8A2E-44AF644A6A28}">
      <dgm:prSet/>
      <dgm:spPr/>
      <dgm:t>
        <a:bodyPr/>
        <a:lstStyle/>
        <a:p>
          <a:endParaRPr lang="en-US"/>
        </a:p>
      </dgm:t>
    </dgm:pt>
    <dgm:pt modelId="{7286C67C-A1C1-AC46-AD7F-3EC51F2DFE7F}">
      <dgm:prSet/>
      <dgm:spPr>
        <a:blipFill>
          <a:blip xmlns:r="http://schemas.openxmlformats.org/officeDocument/2006/relationships" r:embed="rId3"/>
          <a:stretch>
            <a:fillRect l="-1111" b="-5263"/>
          </a:stretch>
        </a:blipFill>
      </dgm:spPr>
      <dgm:t>
        <a:bodyPr/>
        <a:lstStyle/>
        <a:p>
          <a:r>
            <a:rPr lang="en-US">
              <a:noFill/>
            </a:rPr>
            <a:t> </a:t>
          </a:r>
        </a:p>
      </dgm:t>
    </dgm:pt>
    <dgm:pt modelId="{C963D7CA-B7C1-8A45-A2EB-8F151172BBFE}" type="parTrans" cxnId="{D79C368D-91C5-AA41-9047-7DEF995683C1}">
      <dgm:prSet/>
      <dgm:spPr/>
      <dgm:t>
        <a:bodyPr/>
        <a:lstStyle/>
        <a:p>
          <a:endParaRPr lang="en-US"/>
        </a:p>
      </dgm:t>
    </dgm:pt>
    <dgm:pt modelId="{D22B98D9-A9EF-774D-809F-EF219963D810}" type="sibTrans" cxnId="{D79C368D-91C5-AA41-9047-7DEF995683C1}">
      <dgm:prSet/>
      <dgm:spPr/>
      <dgm:t>
        <a:bodyPr/>
        <a:lstStyle/>
        <a:p>
          <a:endParaRPr lang="en-US"/>
        </a:p>
      </dgm:t>
    </dgm:pt>
    <dgm:pt modelId="{6F9887C4-B249-C645-AAA6-BF6CAAF3D40D}">
      <dgm:prSet phldrT="[Text]"/>
      <dgm:spPr>
        <a:blipFill>
          <a:blip xmlns:r="http://schemas.openxmlformats.org/officeDocument/2006/relationships" r:embed="rId4"/>
          <a:stretch>
            <a:fillRect l="-1111" b="-5263"/>
          </a:stretch>
        </a:blipFill>
      </dgm:spPr>
      <dgm:t>
        <a:bodyPr/>
        <a:lstStyle/>
        <a:p>
          <a:r>
            <a:rPr lang="en-US">
              <a:noFill/>
            </a:rPr>
            <a:t> </a:t>
          </a:r>
        </a:p>
      </dgm:t>
    </dgm:pt>
    <dgm:pt modelId="{C92294CA-34B2-A84A-ACCA-7B038511B78B}" type="parTrans" cxnId="{585226A8-9A0D-A54E-BAE5-726DED97E799}">
      <dgm:prSet/>
      <dgm:spPr/>
      <dgm:t>
        <a:bodyPr/>
        <a:lstStyle/>
        <a:p>
          <a:endParaRPr lang="en-US"/>
        </a:p>
      </dgm:t>
    </dgm:pt>
    <dgm:pt modelId="{F1531EF9-A413-B846-BBCF-62E0DB9031C2}" type="sibTrans" cxnId="{585226A8-9A0D-A54E-BAE5-726DED97E799}">
      <dgm:prSet/>
      <dgm:spPr/>
      <dgm:t>
        <a:bodyPr/>
        <a:lstStyle/>
        <a:p>
          <a:endParaRPr lang="en-US"/>
        </a:p>
      </dgm:t>
    </dgm:pt>
    <dgm:pt modelId="{D47FA422-528F-9347-BEB8-2CDC9F3AEC8E}" type="pres">
      <dgm:prSet presAssocID="{EDAC2A86-33B1-FE4E-90E9-E624DDC78165}" presName="linear" presStyleCnt="0">
        <dgm:presLayoutVars>
          <dgm:animLvl val="lvl"/>
          <dgm:resizeHandles val="exact"/>
        </dgm:presLayoutVars>
      </dgm:prSet>
      <dgm:spPr/>
    </dgm:pt>
    <dgm:pt modelId="{DE9857CE-8A93-C94E-BEA6-2424E7F3A969}" type="pres">
      <dgm:prSet presAssocID="{B83D5838-D629-B646-B8FD-ADE326B54F5B}" presName="parentText" presStyleLbl="node1" presStyleIdx="0" presStyleCnt="4">
        <dgm:presLayoutVars>
          <dgm:chMax val="0"/>
          <dgm:bulletEnabled val="1"/>
        </dgm:presLayoutVars>
      </dgm:prSet>
      <dgm:spPr/>
    </dgm:pt>
    <dgm:pt modelId="{030EFC0F-0063-934F-A3A9-7457E8F5C177}" type="pres">
      <dgm:prSet presAssocID="{99837E48-9A65-6F4C-A921-5C657A3C5694}" presName="spacer" presStyleCnt="0"/>
      <dgm:spPr/>
    </dgm:pt>
    <dgm:pt modelId="{6234AC52-2918-9143-8F92-836E6FE86B1D}" type="pres">
      <dgm:prSet presAssocID="{2FB6D6C7-6604-7444-8E8B-3E997B4B749C}" presName="parentText" presStyleLbl="node1" presStyleIdx="1" presStyleCnt="4">
        <dgm:presLayoutVars>
          <dgm:chMax val="0"/>
          <dgm:bulletEnabled val="1"/>
        </dgm:presLayoutVars>
      </dgm:prSet>
      <dgm:spPr/>
    </dgm:pt>
    <dgm:pt modelId="{2815A9EC-CD88-3648-9E3F-0E3F31F1329E}" type="pres">
      <dgm:prSet presAssocID="{0F10CAF1-A5DF-314C-997C-029769DC6AA8}" presName="spacer" presStyleCnt="0"/>
      <dgm:spPr/>
    </dgm:pt>
    <dgm:pt modelId="{9E173454-E394-C64F-B624-2E498778417C}" type="pres">
      <dgm:prSet presAssocID="{7286C67C-A1C1-AC46-AD7F-3EC51F2DFE7F}" presName="parentText" presStyleLbl="node1" presStyleIdx="2" presStyleCnt="4">
        <dgm:presLayoutVars>
          <dgm:chMax val="0"/>
          <dgm:bulletEnabled val="1"/>
        </dgm:presLayoutVars>
      </dgm:prSet>
      <dgm:spPr/>
    </dgm:pt>
    <dgm:pt modelId="{7FDA5D4B-B78C-A443-B3DB-0CDB68D5BBBD}" type="pres">
      <dgm:prSet presAssocID="{D22B98D9-A9EF-774D-809F-EF219963D810}" presName="spacer" presStyleCnt="0"/>
      <dgm:spPr/>
    </dgm:pt>
    <dgm:pt modelId="{8F0AB8AD-9421-3F4D-9636-4F5507F11D45}" type="pres">
      <dgm:prSet presAssocID="{6F9887C4-B249-C645-AAA6-BF6CAAF3D40D}" presName="parentText" presStyleLbl="node1" presStyleIdx="3" presStyleCnt="4">
        <dgm:presLayoutVars>
          <dgm:chMax val="0"/>
          <dgm:bulletEnabled val="1"/>
        </dgm:presLayoutVars>
      </dgm:prSet>
      <dgm:spPr/>
    </dgm:pt>
  </dgm:ptLst>
  <dgm:cxnLst>
    <dgm:cxn modelId="{632CC41C-1555-E044-A16D-1BDF8BEF91CE}" srcId="{EDAC2A86-33B1-FE4E-90E9-E624DDC78165}" destId="{B83D5838-D629-B646-B8FD-ADE326B54F5B}" srcOrd="0" destOrd="0" parTransId="{F9D3308C-3E21-E44C-9D4C-E033035537DF}" sibTransId="{99837E48-9A65-6F4C-A921-5C657A3C5694}"/>
    <dgm:cxn modelId="{DE632328-227B-C04B-A7BE-8831ECEC5BDB}" type="presOf" srcId="{7286C67C-A1C1-AC46-AD7F-3EC51F2DFE7F}" destId="{9E173454-E394-C64F-B624-2E498778417C}" srcOrd="0" destOrd="0" presId="urn:microsoft.com/office/officeart/2005/8/layout/vList2"/>
    <dgm:cxn modelId="{31373036-55A3-044B-B944-B89F4C8C5149}" type="presOf" srcId="{EDAC2A86-33B1-FE4E-90E9-E624DDC78165}" destId="{D47FA422-528F-9347-BEB8-2CDC9F3AEC8E}" srcOrd="0" destOrd="0" presId="urn:microsoft.com/office/officeart/2005/8/layout/vList2"/>
    <dgm:cxn modelId="{404BE556-C84F-EB4A-8E15-61219A582B0B}" type="presOf" srcId="{B83D5838-D629-B646-B8FD-ADE326B54F5B}" destId="{DE9857CE-8A93-C94E-BEA6-2424E7F3A969}" srcOrd="0" destOrd="0" presId="urn:microsoft.com/office/officeart/2005/8/layout/vList2"/>
    <dgm:cxn modelId="{D79C368D-91C5-AA41-9047-7DEF995683C1}" srcId="{EDAC2A86-33B1-FE4E-90E9-E624DDC78165}" destId="{7286C67C-A1C1-AC46-AD7F-3EC51F2DFE7F}" srcOrd="2" destOrd="0" parTransId="{C963D7CA-B7C1-8A45-A2EB-8F151172BBFE}" sibTransId="{D22B98D9-A9EF-774D-809F-EF219963D810}"/>
    <dgm:cxn modelId="{585226A8-9A0D-A54E-BAE5-726DED97E799}" srcId="{EDAC2A86-33B1-FE4E-90E9-E624DDC78165}" destId="{6F9887C4-B249-C645-AAA6-BF6CAAF3D40D}" srcOrd="3" destOrd="0" parTransId="{C92294CA-34B2-A84A-ACCA-7B038511B78B}" sibTransId="{F1531EF9-A413-B846-BBCF-62E0DB9031C2}"/>
    <dgm:cxn modelId="{84A0EEAC-BFFB-954D-8A2E-44AF644A6A28}" srcId="{EDAC2A86-33B1-FE4E-90E9-E624DDC78165}" destId="{2FB6D6C7-6604-7444-8E8B-3E997B4B749C}" srcOrd="1" destOrd="0" parTransId="{5CF11EAF-18DB-EB4C-95A9-58026D8134C1}" sibTransId="{0F10CAF1-A5DF-314C-997C-029769DC6AA8}"/>
    <dgm:cxn modelId="{0D9464AF-C15C-1B4F-9CE9-00ADDA1314B3}" type="presOf" srcId="{2FB6D6C7-6604-7444-8E8B-3E997B4B749C}" destId="{6234AC52-2918-9143-8F92-836E6FE86B1D}" srcOrd="0" destOrd="0" presId="urn:microsoft.com/office/officeart/2005/8/layout/vList2"/>
    <dgm:cxn modelId="{91CD99DE-38CE-F343-ABDD-4C5F2E971461}" type="presOf" srcId="{6F9887C4-B249-C645-AAA6-BF6CAAF3D40D}" destId="{8F0AB8AD-9421-3F4D-9636-4F5507F11D45}" srcOrd="0" destOrd="0" presId="urn:microsoft.com/office/officeart/2005/8/layout/vList2"/>
    <dgm:cxn modelId="{4023ABE8-46EA-194B-8687-8CC45F76B81E}" type="presParOf" srcId="{D47FA422-528F-9347-BEB8-2CDC9F3AEC8E}" destId="{DE9857CE-8A93-C94E-BEA6-2424E7F3A969}" srcOrd="0" destOrd="0" presId="urn:microsoft.com/office/officeart/2005/8/layout/vList2"/>
    <dgm:cxn modelId="{E0670B05-E737-4646-BA88-FC2CE9A36D2D}" type="presParOf" srcId="{D47FA422-528F-9347-BEB8-2CDC9F3AEC8E}" destId="{030EFC0F-0063-934F-A3A9-7457E8F5C177}" srcOrd="1" destOrd="0" presId="urn:microsoft.com/office/officeart/2005/8/layout/vList2"/>
    <dgm:cxn modelId="{4A7FE968-E74E-6644-960F-C09BCD62B407}" type="presParOf" srcId="{D47FA422-528F-9347-BEB8-2CDC9F3AEC8E}" destId="{6234AC52-2918-9143-8F92-836E6FE86B1D}" srcOrd="2" destOrd="0" presId="urn:microsoft.com/office/officeart/2005/8/layout/vList2"/>
    <dgm:cxn modelId="{EF93CE76-DF49-1E47-8419-C1C08CBE0BB2}" type="presParOf" srcId="{D47FA422-528F-9347-BEB8-2CDC9F3AEC8E}" destId="{2815A9EC-CD88-3648-9E3F-0E3F31F1329E}" srcOrd="3" destOrd="0" presId="urn:microsoft.com/office/officeart/2005/8/layout/vList2"/>
    <dgm:cxn modelId="{ED957FD9-F21B-A24F-91AA-07A417FBA679}" type="presParOf" srcId="{D47FA422-528F-9347-BEB8-2CDC9F3AEC8E}" destId="{9E173454-E394-C64F-B624-2E498778417C}" srcOrd="4" destOrd="0" presId="urn:microsoft.com/office/officeart/2005/8/layout/vList2"/>
    <dgm:cxn modelId="{7337A4EB-D426-CE44-8817-3999A979FE09}" type="presParOf" srcId="{D47FA422-528F-9347-BEB8-2CDC9F3AEC8E}" destId="{7FDA5D4B-B78C-A443-B3DB-0CDB68D5BBBD}" srcOrd="5" destOrd="0" presId="urn:microsoft.com/office/officeart/2005/8/layout/vList2"/>
    <dgm:cxn modelId="{B0D5606A-5608-4B47-B973-6B593FFAE5E9}" type="presParOf" srcId="{D47FA422-528F-9347-BEB8-2CDC9F3AEC8E}" destId="{8F0AB8AD-9421-3F4D-9636-4F5507F11D45}" srcOrd="6"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590.xml><?xml version="1.0" encoding="utf-8"?>
<dgm:dataModel xmlns:dgm="http://schemas.openxmlformats.org/drawingml/2006/diagram" xmlns:a="http://schemas.openxmlformats.org/drawingml/2006/main">
  <dgm:ptLst>
    <dgm:pt modelId="{6183D0DC-DB55-D346-A7D7-A35B630F66FB}" type="doc">
      <dgm:prSet loTypeId="urn:microsoft.com/office/officeart/2005/8/layout/vList5" loCatId="process" qsTypeId="urn:microsoft.com/office/officeart/2005/8/quickstyle/simple1" qsCatId="simple" csTypeId="urn:microsoft.com/office/officeart/2005/8/colors/accent1_2" csCatId="accent1" phldr="1"/>
      <dgm:spPr/>
      <dgm:t>
        <a:bodyPr/>
        <a:lstStyle/>
        <a:p>
          <a:endParaRPr lang="en-US"/>
        </a:p>
      </dgm:t>
    </dgm:pt>
    <dgm:pt modelId="{1E3DDDFF-9715-6E4D-885F-E1DD35BAC0E9}">
      <dgm:prSet custT="1"/>
      <dgm:spPr/>
      <dgm:t>
        <a:bodyPr/>
        <a:lstStyle/>
        <a:p>
          <a:r>
            <a:rPr lang="en-US" sz="1400" dirty="0"/>
            <a:t>Integrated intensity ratio:</a:t>
          </a:r>
          <a:endParaRPr lang="en-DK" sz="1400" dirty="0"/>
        </a:p>
      </dgm:t>
    </dgm:pt>
    <dgm:pt modelId="{53D7AF92-0154-024D-A99E-660B60CA0738}" type="parTrans" cxnId="{7B031C13-D40F-CE4F-A03F-A2F621C14236}">
      <dgm:prSet/>
      <dgm:spPr/>
      <dgm:t>
        <a:bodyPr/>
        <a:lstStyle/>
        <a:p>
          <a:endParaRPr lang="en-US"/>
        </a:p>
      </dgm:t>
    </dgm:pt>
    <dgm:pt modelId="{D9A81B22-EC33-6442-B594-DACE3CABFEF0}" type="sibTrans" cxnId="{7B031C13-D40F-CE4F-A03F-A2F621C14236}">
      <dgm:prSet/>
      <dgm:spPr/>
      <dgm:t>
        <a:bodyPr/>
        <a:lstStyle/>
        <a:p>
          <a:endParaRPr lang="en-US"/>
        </a:p>
      </dgm:t>
    </dgm:pt>
    <dgm:pt modelId="{10FAED2C-FB8C-274E-B2F9-AF1C2BA6AC02}">
      <dgm:prSet custT="1"/>
      <dgm:spPr>
        <a:blipFill>
          <a:blip xmlns:r="http://schemas.openxmlformats.org/officeDocument/2006/relationships" r:embed="rId1"/>
          <a:stretch>
            <a:fillRect/>
          </a:stretch>
        </a:blipFill>
      </dgm:spPr>
      <dgm:t>
        <a:bodyPr/>
        <a:lstStyle/>
        <a:p>
          <a:r>
            <a:rPr lang="en-US">
              <a:noFill/>
            </a:rPr>
            <a:t> </a:t>
          </a:r>
        </a:p>
      </dgm:t>
    </dgm:pt>
    <dgm:pt modelId="{148E89C0-DB7C-7A4A-93F5-71508F8B1B65}" type="parTrans" cxnId="{384A9632-1489-4C4B-9CCE-A13D78DFBDAF}">
      <dgm:prSet/>
      <dgm:spPr/>
      <dgm:t>
        <a:bodyPr/>
        <a:lstStyle/>
        <a:p>
          <a:endParaRPr lang="en-US"/>
        </a:p>
      </dgm:t>
    </dgm:pt>
    <dgm:pt modelId="{09459F1D-3D5A-E948-861B-20CA8FE844DE}" type="sibTrans" cxnId="{384A9632-1489-4C4B-9CCE-A13D78DFBDAF}">
      <dgm:prSet/>
      <dgm:spPr/>
      <dgm:t>
        <a:bodyPr/>
        <a:lstStyle/>
        <a:p>
          <a:endParaRPr lang="en-US"/>
        </a:p>
      </dgm:t>
    </dgm:pt>
    <dgm:pt modelId="{49761D66-0585-484A-BB59-378D9FF2DBC6}" type="pres">
      <dgm:prSet presAssocID="{6183D0DC-DB55-D346-A7D7-A35B630F66FB}" presName="Name0" presStyleCnt="0">
        <dgm:presLayoutVars>
          <dgm:dir/>
          <dgm:animLvl val="lvl"/>
          <dgm:resizeHandles val="exact"/>
        </dgm:presLayoutVars>
      </dgm:prSet>
      <dgm:spPr/>
    </dgm:pt>
    <dgm:pt modelId="{C633F25E-8C17-AD43-ABD8-321D78D3321E}" type="pres">
      <dgm:prSet presAssocID="{1E3DDDFF-9715-6E4D-885F-E1DD35BAC0E9}" presName="linNode" presStyleCnt="0"/>
      <dgm:spPr/>
    </dgm:pt>
    <dgm:pt modelId="{9F285121-88A9-1749-8809-5678F1E1EBBB}" type="pres">
      <dgm:prSet presAssocID="{1E3DDDFF-9715-6E4D-885F-E1DD35BAC0E9}" presName="parentText" presStyleLbl="node1" presStyleIdx="0" presStyleCnt="1">
        <dgm:presLayoutVars>
          <dgm:chMax val="1"/>
          <dgm:bulletEnabled val="1"/>
        </dgm:presLayoutVars>
      </dgm:prSet>
      <dgm:spPr/>
    </dgm:pt>
    <dgm:pt modelId="{0904EC37-B284-C848-B052-BA543E59BFEF}" type="pres">
      <dgm:prSet presAssocID="{1E3DDDFF-9715-6E4D-885F-E1DD35BAC0E9}" presName="descendantText" presStyleLbl="alignAccFollowNode1" presStyleIdx="0" presStyleCnt="1">
        <dgm:presLayoutVars>
          <dgm:bulletEnabled val="1"/>
        </dgm:presLayoutVars>
      </dgm:prSet>
      <dgm:spPr/>
    </dgm:pt>
  </dgm:ptLst>
  <dgm:cxnLst>
    <dgm:cxn modelId="{7B031C13-D40F-CE4F-A03F-A2F621C14236}" srcId="{6183D0DC-DB55-D346-A7D7-A35B630F66FB}" destId="{1E3DDDFF-9715-6E4D-885F-E1DD35BAC0E9}" srcOrd="0" destOrd="0" parTransId="{53D7AF92-0154-024D-A99E-660B60CA0738}" sibTransId="{D9A81B22-EC33-6442-B594-DACE3CABFEF0}"/>
    <dgm:cxn modelId="{AA0C2324-2FE5-8A46-B668-1EC2CD6AEBDB}" type="presOf" srcId="{6183D0DC-DB55-D346-A7D7-A35B630F66FB}" destId="{49761D66-0585-484A-BB59-378D9FF2DBC6}" srcOrd="0" destOrd="0" presId="urn:microsoft.com/office/officeart/2005/8/layout/vList5"/>
    <dgm:cxn modelId="{384A9632-1489-4C4B-9CCE-A13D78DFBDAF}" srcId="{1E3DDDFF-9715-6E4D-885F-E1DD35BAC0E9}" destId="{10FAED2C-FB8C-274E-B2F9-AF1C2BA6AC02}" srcOrd="0" destOrd="0" parTransId="{148E89C0-DB7C-7A4A-93F5-71508F8B1B65}" sibTransId="{09459F1D-3D5A-E948-861B-20CA8FE844DE}"/>
    <dgm:cxn modelId="{ACA0443B-EE82-AC41-BA55-D5C805A182AA}" type="presOf" srcId="{10FAED2C-FB8C-274E-B2F9-AF1C2BA6AC02}" destId="{0904EC37-B284-C848-B052-BA543E59BFEF}" srcOrd="0" destOrd="0" presId="urn:microsoft.com/office/officeart/2005/8/layout/vList5"/>
    <dgm:cxn modelId="{C6C63CDA-90B7-5C4F-9DA6-445DABCA5FD6}" type="presOf" srcId="{1E3DDDFF-9715-6E4D-885F-E1DD35BAC0E9}" destId="{9F285121-88A9-1749-8809-5678F1E1EBBB}" srcOrd="0" destOrd="0" presId="urn:microsoft.com/office/officeart/2005/8/layout/vList5"/>
    <dgm:cxn modelId="{7208FDE1-CE44-8C41-811A-BA018EB9E175}" type="presParOf" srcId="{49761D66-0585-484A-BB59-378D9FF2DBC6}" destId="{C633F25E-8C17-AD43-ABD8-321D78D3321E}" srcOrd="0" destOrd="0" presId="urn:microsoft.com/office/officeart/2005/8/layout/vList5"/>
    <dgm:cxn modelId="{631F7DDC-22F6-3241-9F15-FDB881E9B08A}" type="presParOf" srcId="{C633F25E-8C17-AD43-ABD8-321D78D3321E}" destId="{9F285121-88A9-1749-8809-5678F1E1EBBB}" srcOrd="0" destOrd="0" presId="urn:microsoft.com/office/officeart/2005/8/layout/vList5"/>
    <dgm:cxn modelId="{0AF1EF53-0B01-6A40-82B8-D287E6CB7C6E}" type="presParOf" srcId="{C633F25E-8C17-AD43-ABD8-321D78D3321E}" destId="{0904EC37-B284-C848-B052-BA543E59BFEF}" srcOrd="1" destOrd="0" presId="urn:microsoft.com/office/officeart/2005/8/layout/vList5"/>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620.xml><?xml version="1.0" encoding="utf-8"?>
<dgm:dataModel xmlns:dgm="http://schemas.openxmlformats.org/drawingml/2006/diagram" xmlns:a="http://schemas.openxmlformats.org/drawingml/2006/main">
  <dgm:ptLst>
    <dgm:pt modelId="{EDAC2A86-33B1-FE4E-90E9-E624DDC781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83D5838-D629-B646-B8FD-ADE326B54F5B}">
      <dgm:prSet/>
      <dgm:spPr>
        <a:blipFill>
          <a:blip xmlns:r="http://schemas.openxmlformats.org/officeDocument/2006/relationships" r:embed="rId1"/>
          <a:stretch>
            <a:fillRect l="-1111" b="-5263"/>
          </a:stretch>
        </a:blipFill>
      </dgm:spPr>
      <dgm:t>
        <a:bodyPr/>
        <a:lstStyle/>
        <a:p>
          <a:r>
            <a:rPr lang="en-US">
              <a:noFill/>
            </a:rPr>
            <a:t> </a:t>
          </a:r>
        </a:p>
      </dgm:t>
    </dgm:pt>
    <dgm:pt modelId="{F9D3308C-3E21-E44C-9D4C-E033035537DF}" type="parTrans" cxnId="{632CC41C-1555-E044-A16D-1BDF8BEF91CE}">
      <dgm:prSet/>
      <dgm:spPr/>
      <dgm:t>
        <a:bodyPr/>
        <a:lstStyle/>
        <a:p>
          <a:endParaRPr lang="en-US"/>
        </a:p>
      </dgm:t>
    </dgm:pt>
    <dgm:pt modelId="{99837E48-9A65-6F4C-A921-5C657A3C5694}" type="sibTrans" cxnId="{632CC41C-1555-E044-A16D-1BDF8BEF91CE}">
      <dgm:prSet/>
      <dgm:spPr/>
      <dgm:t>
        <a:bodyPr/>
        <a:lstStyle/>
        <a:p>
          <a:endParaRPr lang="en-US"/>
        </a:p>
      </dgm:t>
    </dgm:pt>
    <dgm:pt modelId="{2FB6D6C7-6604-7444-8E8B-3E997B4B749C}">
      <dgm:prSet/>
      <dgm:spPr>
        <a:blipFill>
          <a:blip xmlns:r="http://schemas.openxmlformats.org/officeDocument/2006/relationships" r:embed="rId2"/>
          <a:stretch>
            <a:fillRect l="-1111" b="-7895"/>
          </a:stretch>
        </a:blipFill>
      </dgm:spPr>
      <dgm:t>
        <a:bodyPr/>
        <a:lstStyle/>
        <a:p>
          <a:r>
            <a:rPr lang="en-US">
              <a:noFill/>
            </a:rPr>
            <a:t> </a:t>
          </a:r>
        </a:p>
      </dgm:t>
    </dgm:pt>
    <dgm:pt modelId="{5CF11EAF-18DB-EB4C-95A9-58026D8134C1}" type="parTrans" cxnId="{84A0EEAC-BFFB-954D-8A2E-44AF644A6A28}">
      <dgm:prSet/>
      <dgm:spPr/>
      <dgm:t>
        <a:bodyPr/>
        <a:lstStyle/>
        <a:p>
          <a:endParaRPr lang="en-US"/>
        </a:p>
      </dgm:t>
    </dgm:pt>
    <dgm:pt modelId="{0F10CAF1-A5DF-314C-997C-029769DC6AA8}" type="sibTrans" cxnId="{84A0EEAC-BFFB-954D-8A2E-44AF644A6A28}">
      <dgm:prSet/>
      <dgm:spPr/>
      <dgm:t>
        <a:bodyPr/>
        <a:lstStyle/>
        <a:p>
          <a:endParaRPr lang="en-US"/>
        </a:p>
      </dgm:t>
    </dgm:pt>
    <dgm:pt modelId="{7286C67C-A1C1-AC46-AD7F-3EC51F2DFE7F}">
      <dgm:prSet/>
      <dgm:spPr>
        <a:blipFill>
          <a:blip xmlns:r="http://schemas.openxmlformats.org/officeDocument/2006/relationships" r:embed="rId3"/>
          <a:stretch>
            <a:fillRect l="-1111" b="-5263"/>
          </a:stretch>
        </a:blipFill>
      </dgm:spPr>
      <dgm:t>
        <a:bodyPr/>
        <a:lstStyle/>
        <a:p>
          <a:r>
            <a:rPr lang="en-US">
              <a:noFill/>
            </a:rPr>
            <a:t> </a:t>
          </a:r>
        </a:p>
      </dgm:t>
    </dgm:pt>
    <dgm:pt modelId="{C963D7CA-B7C1-8A45-A2EB-8F151172BBFE}" type="parTrans" cxnId="{D79C368D-91C5-AA41-9047-7DEF995683C1}">
      <dgm:prSet/>
      <dgm:spPr/>
      <dgm:t>
        <a:bodyPr/>
        <a:lstStyle/>
        <a:p>
          <a:endParaRPr lang="en-US"/>
        </a:p>
      </dgm:t>
    </dgm:pt>
    <dgm:pt modelId="{D22B98D9-A9EF-774D-809F-EF219963D810}" type="sibTrans" cxnId="{D79C368D-91C5-AA41-9047-7DEF995683C1}">
      <dgm:prSet/>
      <dgm:spPr/>
      <dgm:t>
        <a:bodyPr/>
        <a:lstStyle/>
        <a:p>
          <a:endParaRPr lang="en-US"/>
        </a:p>
      </dgm:t>
    </dgm:pt>
    <dgm:pt modelId="{6F9887C4-B249-C645-AAA6-BF6CAAF3D40D}">
      <dgm:prSet phldrT="[Text]"/>
      <dgm:spPr>
        <a:blipFill>
          <a:blip xmlns:r="http://schemas.openxmlformats.org/officeDocument/2006/relationships" r:embed="rId4"/>
          <a:stretch>
            <a:fillRect l="-1111" b="-5263"/>
          </a:stretch>
        </a:blipFill>
      </dgm:spPr>
      <dgm:t>
        <a:bodyPr/>
        <a:lstStyle/>
        <a:p>
          <a:r>
            <a:rPr lang="en-US">
              <a:noFill/>
            </a:rPr>
            <a:t> </a:t>
          </a:r>
        </a:p>
      </dgm:t>
    </dgm:pt>
    <dgm:pt modelId="{C92294CA-34B2-A84A-ACCA-7B038511B78B}" type="parTrans" cxnId="{585226A8-9A0D-A54E-BAE5-726DED97E799}">
      <dgm:prSet/>
      <dgm:spPr/>
      <dgm:t>
        <a:bodyPr/>
        <a:lstStyle/>
        <a:p>
          <a:endParaRPr lang="en-US"/>
        </a:p>
      </dgm:t>
    </dgm:pt>
    <dgm:pt modelId="{F1531EF9-A413-B846-BBCF-62E0DB9031C2}" type="sibTrans" cxnId="{585226A8-9A0D-A54E-BAE5-726DED97E799}">
      <dgm:prSet/>
      <dgm:spPr/>
      <dgm:t>
        <a:bodyPr/>
        <a:lstStyle/>
        <a:p>
          <a:endParaRPr lang="en-US"/>
        </a:p>
      </dgm:t>
    </dgm:pt>
    <dgm:pt modelId="{D47FA422-528F-9347-BEB8-2CDC9F3AEC8E}" type="pres">
      <dgm:prSet presAssocID="{EDAC2A86-33B1-FE4E-90E9-E624DDC78165}" presName="linear" presStyleCnt="0">
        <dgm:presLayoutVars>
          <dgm:animLvl val="lvl"/>
          <dgm:resizeHandles val="exact"/>
        </dgm:presLayoutVars>
      </dgm:prSet>
      <dgm:spPr/>
    </dgm:pt>
    <dgm:pt modelId="{DE9857CE-8A93-C94E-BEA6-2424E7F3A969}" type="pres">
      <dgm:prSet presAssocID="{B83D5838-D629-B646-B8FD-ADE326B54F5B}" presName="parentText" presStyleLbl="node1" presStyleIdx="0" presStyleCnt="4">
        <dgm:presLayoutVars>
          <dgm:chMax val="0"/>
          <dgm:bulletEnabled val="1"/>
        </dgm:presLayoutVars>
      </dgm:prSet>
      <dgm:spPr/>
    </dgm:pt>
    <dgm:pt modelId="{030EFC0F-0063-934F-A3A9-7457E8F5C177}" type="pres">
      <dgm:prSet presAssocID="{99837E48-9A65-6F4C-A921-5C657A3C5694}" presName="spacer" presStyleCnt="0"/>
      <dgm:spPr/>
    </dgm:pt>
    <dgm:pt modelId="{6234AC52-2918-9143-8F92-836E6FE86B1D}" type="pres">
      <dgm:prSet presAssocID="{2FB6D6C7-6604-7444-8E8B-3E997B4B749C}" presName="parentText" presStyleLbl="node1" presStyleIdx="1" presStyleCnt="4">
        <dgm:presLayoutVars>
          <dgm:chMax val="0"/>
          <dgm:bulletEnabled val="1"/>
        </dgm:presLayoutVars>
      </dgm:prSet>
      <dgm:spPr/>
    </dgm:pt>
    <dgm:pt modelId="{2815A9EC-CD88-3648-9E3F-0E3F31F1329E}" type="pres">
      <dgm:prSet presAssocID="{0F10CAF1-A5DF-314C-997C-029769DC6AA8}" presName="spacer" presStyleCnt="0"/>
      <dgm:spPr/>
    </dgm:pt>
    <dgm:pt modelId="{9E173454-E394-C64F-B624-2E498778417C}" type="pres">
      <dgm:prSet presAssocID="{7286C67C-A1C1-AC46-AD7F-3EC51F2DFE7F}" presName="parentText" presStyleLbl="node1" presStyleIdx="2" presStyleCnt="4">
        <dgm:presLayoutVars>
          <dgm:chMax val="0"/>
          <dgm:bulletEnabled val="1"/>
        </dgm:presLayoutVars>
      </dgm:prSet>
      <dgm:spPr/>
    </dgm:pt>
    <dgm:pt modelId="{7FDA5D4B-B78C-A443-B3DB-0CDB68D5BBBD}" type="pres">
      <dgm:prSet presAssocID="{D22B98D9-A9EF-774D-809F-EF219963D810}" presName="spacer" presStyleCnt="0"/>
      <dgm:spPr/>
    </dgm:pt>
    <dgm:pt modelId="{8F0AB8AD-9421-3F4D-9636-4F5507F11D45}" type="pres">
      <dgm:prSet presAssocID="{6F9887C4-B249-C645-AAA6-BF6CAAF3D40D}" presName="parentText" presStyleLbl="node1" presStyleIdx="3" presStyleCnt="4">
        <dgm:presLayoutVars>
          <dgm:chMax val="0"/>
          <dgm:bulletEnabled val="1"/>
        </dgm:presLayoutVars>
      </dgm:prSet>
      <dgm:spPr/>
    </dgm:pt>
  </dgm:ptLst>
  <dgm:cxnLst>
    <dgm:cxn modelId="{632CC41C-1555-E044-A16D-1BDF8BEF91CE}" srcId="{EDAC2A86-33B1-FE4E-90E9-E624DDC78165}" destId="{B83D5838-D629-B646-B8FD-ADE326B54F5B}" srcOrd="0" destOrd="0" parTransId="{F9D3308C-3E21-E44C-9D4C-E033035537DF}" sibTransId="{99837E48-9A65-6F4C-A921-5C657A3C5694}"/>
    <dgm:cxn modelId="{DE632328-227B-C04B-A7BE-8831ECEC5BDB}" type="presOf" srcId="{7286C67C-A1C1-AC46-AD7F-3EC51F2DFE7F}" destId="{9E173454-E394-C64F-B624-2E498778417C}" srcOrd="0" destOrd="0" presId="urn:microsoft.com/office/officeart/2005/8/layout/vList2"/>
    <dgm:cxn modelId="{31373036-55A3-044B-B944-B89F4C8C5149}" type="presOf" srcId="{EDAC2A86-33B1-FE4E-90E9-E624DDC78165}" destId="{D47FA422-528F-9347-BEB8-2CDC9F3AEC8E}" srcOrd="0" destOrd="0" presId="urn:microsoft.com/office/officeart/2005/8/layout/vList2"/>
    <dgm:cxn modelId="{404BE556-C84F-EB4A-8E15-61219A582B0B}" type="presOf" srcId="{B83D5838-D629-B646-B8FD-ADE326B54F5B}" destId="{DE9857CE-8A93-C94E-BEA6-2424E7F3A969}" srcOrd="0" destOrd="0" presId="urn:microsoft.com/office/officeart/2005/8/layout/vList2"/>
    <dgm:cxn modelId="{D79C368D-91C5-AA41-9047-7DEF995683C1}" srcId="{EDAC2A86-33B1-FE4E-90E9-E624DDC78165}" destId="{7286C67C-A1C1-AC46-AD7F-3EC51F2DFE7F}" srcOrd="2" destOrd="0" parTransId="{C963D7CA-B7C1-8A45-A2EB-8F151172BBFE}" sibTransId="{D22B98D9-A9EF-774D-809F-EF219963D810}"/>
    <dgm:cxn modelId="{585226A8-9A0D-A54E-BAE5-726DED97E799}" srcId="{EDAC2A86-33B1-FE4E-90E9-E624DDC78165}" destId="{6F9887C4-B249-C645-AAA6-BF6CAAF3D40D}" srcOrd="3" destOrd="0" parTransId="{C92294CA-34B2-A84A-ACCA-7B038511B78B}" sibTransId="{F1531EF9-A413-B846-BBCF-62E0DB9031C2}"/>
    <dgm:cxn modelId="{84A0EEAC-BFFB-954D-8A2E-44AF644A6A28}" srcId="{EDAC2A86-33B1-FE4E-90E9-E624DDC78165}" destId="{2FB6D6C7-6604-7444-8E8B-3E997B4B749C}" srcOrd="1" destOrd="0" parTransId="{5CF11EAF-18DB-EB4C-95A9-58026D8134C1}" sibTransId="{0F10CAF1-A5DF-314C-997C-029769DC6AA8}"/>
    <dgm:cxn modelId="{0D9464AF-C15C-1B4F-9CE9-00ADDA1314B3}" type="presOf" srcId="{2FB6D6C7-6604-7444-8E8B-3E997B4B749C}" destId="{6234AC52-2918-9143-8F92-836E6FE86B1D}" srcOrd="0" destOrd="0" presId="urn:microsoft.com/office/officeart/2005/8/layout/vList2"/>
    <dgm:cxn modelId="{91CD99DE-38CE-F343-ABDD-4C5F2E971461}" type="presOf" srcId="{6F9887C4-B249-C645-AAA6-BF6CAAF3D40D}" destId="{8F0AB8AD-9421-3F4D-9636-4F5507F11D45}" srcOrd="0" destOrd="0" presId="urn:microsoft.com/office/officeart/2005/8/layout/vList2"/>
    <dgm:cxn modelId="{4023ABE8-46EA-194B-8687-8CC45F76B81E}" type="presParOf" srcId="{D47FA422-528F-9347-BEB8-2CDC9F3AEC8E}" destId="{DE9857CE-8A93-C94E-BEA6-2424E7F3A969}" srcOrd="0" destOrd="0" presId="urn:microsoft.com/office/officeart/2005/8/layout/vList2"/>
    <dgm:cxn modelId="{E0670B05-E737-4646-BA88-FC2CE9A36D2D}" type="presParOf" srcId="{D47FA422-528F-9347-BEB8-2CDC9F3AEC8E}" destId="{030EFC0F-0063-934F-A3A9-7457E8F5C177}" srcOrd="1" destOrd="0" presId="urn:microsoft.com/office/officeart/2005/8/layout/vList2"/>
    <dgm:cxn modelId="{4A7FE968-E74E-6644-960F-C09BCD62B407}" type="presParOf" srcId="{D47FA422-528F-9347-BEB8-2CDC9F3AEC8E}" destId="{6234AC52-2918-9143-8F92-836E6FE86B1D}" srcOrd="2" destOrd="0" presId="urn:microsoft.com/office/officeart/2005/8/layout/vList2"/>
    <dgm:cxn modelId="{EF93CE76-DF49-1E47-8419-C1C08CBE0BB2}" type="presParOf" srcId="{D47FA422-528F-9347-BEB8-2CDC9F3AEC8E}" destId="{2815A9EC-CD88-3648-9E3F-0E3F31F1329E}" srcOrd="3" destOrd="0" presId="urn:microsoft.com/office/officeart/2005/8/layout/vList2"/>
    <dgm:cxn modelId="{ED957FD9-F21B-A24F-91AA-07A417FBA679}" type="presParOf" srcId="{D47FA422-528F-9347-BEB8-2CDC9F3AEC8E}" destId="{9E173454-E394-C64F-B624-2E498778417C}" srcOrd="4" destOrd="0" presId="urn:microsoft.com/office/officeart/2005/8/layout/vList2"/>
    <dgm:cxn modelId="{7337A4EB-D426-CE44-8817-3999A979FE09}" type="presParOf" srcId="{D47FA422-528F-9347-BEB8-2CDC9F3AEC8E}" destId="{7FDA5D4B-B78C-A443-B3DB-0CDB68D5BBBD}" srcOrd="5" destOrd="0" presId="urn:microsoft.com/office/officeart/2005/8/layout/vList2"/>
    <dgm:cxn modelId="{B0D5606A-5608-4B47-B973-6B593FFAE5E9}" type="presParOf" srcId="{D47FA422-528F-9347-BEB8-2CDC9F3AEC8E}" destId="{8F0AB8AD-9421-3F4D-9636-4F5507F11D45}" srcOrd="6" destOrd="0" presId="urn:microsoft.com/office/officeart/2005/8/layout/vList2"/>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240.xml><?xml version="1.0" encoding="utf-8"?>
<dgm:dataModel xmlns:dgm="http://schemas.openxmlformats.org/drawingml/2006/diagram" xmlns:a="http://schemas.openxmlformats.org/drawingml/2006/main">
  <dgm:ptLst>
    <dgm:pt modelId="{B9821ADE-2A2B-C342-8398-CEECD4CD7337}" type="doc">
      <dgm:prSet loTypeId="urn:microsoft.com/office/officeart/2008/layout/PictureStrips" loCatId="process" qsTypeId="urn:microsoft.com/office/officeart/2005/8/quickstyle/simple1" qsCatId="simple" csTypeId="urn:microsoft.com/office/officeart/2005/8/colors/accent1_2" csCatId="accent1" phldr="1"/>
      <dgm:spPr/>
      <dgm:t>
        <a:bodyPr/>
        <a:lstStyle/>
        <a:p>
          <a:endParaRPr lang="en-US"/>
        </a:p>
      </dgm:t>
    </dgm:pt>
    <dgm:pt modelId="{695AD890-3A06-574C-BB7E-B607393297F4}">
      <dgm:prSet/>
      <dgm:spPr>
        <a:blipFill>
          <a:blip xmlns:r="http://schemas.openxmlformats.org/officeDocument/2006/relationships" r:embed="rId1"/>
          <a:stretch>
            <a:fillRect t="-1258"/>
          </a:stretch>
        </a:blipFill>
      </dgm:spPr>
      <dgm:t>
        <a:bodyPr/>
        <a:lstStyle/>
        <a:p>
          <a:r>
            <a:rPr lang="en-US">
              <a:noFill/>
            </a:rPr>
            <a:t> </a:t>
          </a:r>
        </a:p>
      </dgm:t>
    </dgm:pt>
    <dgm:pt modelId="{51475AAB-F9BB-A842-8B49-CE8F4B0D592F}" type="parTrans" cxnId="{91E5EF26-B8A8-904A-8766-FB1548282182}">
      <dgm:prSet/>
      <dgm:spPr/>
      <dgm:t>
        <a:bodyPr/>
        <a:lstStyle/>
        <a:p>
          <a:endParaRPr lang="en-US"/>
        </a:p>
      </dgm:t>
    </dgm:pt>
    <dgm:pt modelId="{EDA63FA5-4ECF-E240-B089-CAE113130252}" type="sibTrans" cxnId="{91E5EF26-B8A8-904A-8766-FB1548282182}">
      <dgm:prSet/>
      <dgm:spPr/>
      <dgm:t>
        <a:bodyPr/>
        <a:lstStyle/>
        <a:p>
          <a:endParaRPr lang="en-US"/>
        </a:p>
      </dgm:t>
    </dgm:pt>
    <dgm:pt modelId="{3F3A78CC-A0EF-664B-8105-5DC9AA489797}">
      <dgm:prSet/>
      <dgm:spPr/>
      <dgm:t>
        <a:bodyPr/>
        <a:lstStyle/>
        <a:p>
          <a:r>
            <a:rPr lang="en-US">
              <a:noFill/>
            </a:rPr>
            <a:t> </a:t>
          </a:r>
        </a:p>
      </dgm:t>
    </dgm:pt>
    <dgm:pt modelId="{464B953F-34FB-7A49-91DB-B263AEA274C0}" type="parTrans" cxnId="{4743A6E3-2849-9C44-BC97-A3D3E1FFCAE5}">
      <dgm:prSet/>
      <dgm:spPr/>
      <dgm:t>
        <a:bodyPr/>
        <a:lstStyle/>
        <a:p>
          <a:endParaRPr lang="en-US"/>
        </a:p>
      </dgm:t>
    </dgm:pt>
    <dgm:pt modelId="{14BEAC01-3474-9543-89FC-4A69E8A27F94}" type="sibTrans" cxnId="{4743A6E3-2849-9C44-BC97-A3D3E1FFCAE5}">
      <dgm:prSet/>
      <dgm:spPr/>
      <dgm:t>
        <a:bodyPr/>
        <a:lstStyle/>
        <a:p>
          <a:endParaRPr lang="en-US"/>
        </a:p>
      </dgm:t>
    </dgm:pt>
    <dgm:pt modelId="{F6C842F0-A19A-0D41-B709-06FAC76460F2}">
      <dgm:prSet/>
      <dgm:spPr/>
      <dgm:t>
        <a:bodyPr/>
        <a:lstStyle/>
        <a:p>
          <a:r>
            <a:rPr lang="en-US">
              <a:noFill/>
            </a:rPr>
            <a:t> </a:t>
          </a:r>
        </a:p>
      </dgm:t>
    </dgm:pt>
    <dgm:pt modelId="{B0E41FBA-2CA6-5F4F-8C16-548FA1061C3A}" type="parTrans" cxnId="{591C1159-9962-0241-BF7E-93CA727234D6}">
      <dgm:prSet/>
      <dgm:spPr/>
      <dgm:t>
        <a:bodyPr/>
        <a:lstStyle/>
        <a:p>
          <a:endParaRPr lang="en-US"/>
        </a:p>
      </dgm:t>
    </dgm:pt>
    <dgm:pt modelId="{E045CF2B-3353-D34C-AF09-C0B991F4EE04}" type="sibTrans" cxnId="{591C1159-9962-0241-BF7E-93CA727234D6}">
      <dgm:prSet/>
      <dgm:spPr/>
      <dgm:t>
        <a:bodyPr/>
        <a:lstStyle/>
        <a:p>
          <a:endParaRPr lang="en-US"/>
        </a:p>
      </dgm:t>
    </dgm:pt>
    <dgm:pt modelId="{9C38E735-B984-DE40-BA24-1F8E2AD28C36}" type="pres">
      <dgm:prSet presAssocID="{B9821ADE-2A2B-C342-8398-CEECD4CD7337}" presName="Name0" presStyleCnt="0">
        <dgm:presLayoutVars>
          <dgm:dir/>
          <dgm:resizeHandles val="exact"/>
        </dgm:presLayoutVars>
      </dgm:prSet>
      <dgm:spPr/>
    </dgm:pt>
    <dgm:pt modelId="{679BE3E5-46CF-EB4E-9E9D-8753BA455499}" type="pres">
      <dgm:prSet presAssocID="{695AD890-3A06-574C-BB7E-B607393297F4}" presName="composite" presStyleCnt="0"/>
      <dgm:spPr/>
    </dgm:pt>
    <dgm:pt modelId="{9794AB50-04ED-FE42-A749-7DA364F3475F}" type="pres">
      <dgm:prSet presAssocID="{695AD890-3A06-574C-BB7E-B607393297F4}" presName="rect1" presStyleLbl="trAlignAcc1" presStyleIdx="0" presStyleCnt="1">
        <dgm:presLayoutVars>
          <dgm:bulletEnabled val="1"/>
        </dgm:presLayoutVars>
      </dgm:prSet>
      <dgm:spPr/>
    </dgm:pt>
    <dgm:pt modelId="{949162AB-08D0-5B46-8E0D-6FA61D4046E6}" type="pres">
      <dgm:prSet presAssocID="{695AD890-3A06-574C-BB7E-B607393297F4}" presName="rect2" presStyleLbl="fgImgPlace1" presStyleIdx="0" presStyleCnt="1"/>
      <dgm:spPr/>
    </dgm:pt>
  </dgm:ptLst>
  <dgm:cxnLst>
    <dgm:cxn modelId="{512BE302-8AE1-2640-BA14-24D75421869E}" type="presOf" srcId="{695AD890-3A06-574C-BB7E-B607393297F4}" destId="{9794AB50-04ED-FE42-A749-7DA364F3475F}" srcOrd="0" destOrd="0" presId="urn:microsoft.com/office/officeart/2008/layout/PictureStrips"/>
    <dgm:cxn modelId="{91E5EF26-B8A8-904A-8766-FB1548282182}" srcId="{B9821ADE-2A2B-C342-8398-CEECD4CD7337}" destId="{695AD890-3A06-574C-BB7E-B607393297F4}" srcOrd="0" destOrd="0" parTransId="{51475AAB-F9BB-A842-8B49-CE8F4B0D592F}" sibTransId="{EDA63FA5-4ECF-E240-B089-CAE113130252}"/>
    <dgm:cxn modelId="{8CD24544-7252-BE49-BB07-F62424B65319}" type="presOf" srcId="{3F3A78CC-A0EF-664B-8105-5DC9AA489797}" destId="{9794AB50-04ED-FE42-A749-7DA364F3475F}" srcOrd="0" destOrd="1" presId="urn:microsoft.com/office/officeart/2008/layout/PictureStrips"/>
    <dgm:cxn modelId="{591C1159-9962-0241-BF7E-93CA727234D6}" srcId="{695AD890-3A06-574C-BB7E-B607393297F4}" destId="{F6C842F0-A19A-0D41-B709-06FAC76460F2}" srcOrd="1" destOrd="0" parTransId="{B0E41FBA-2CA6-5F4F-8C16-548FA1061C3A}" sibTransId="{E045CF2B-3353-D34C-AF09-C0B991F4EE04}"/>
    <dgm:cxn modelId="{DA03006A-5D50-F74A-A7A6-59FD158AC412}" type="presOf" srcId="{B9821ADE-2A2B-C342-8398-CEECD4CD7337}" destId="{9C38E735-B984-DE40-BA24-1F8E2AD28C36}" srcOrd="0" destOrd="0" presId="urn:microsoft.com/office/officeart/2008/layout/PictureStrips"/>
    <dgm:cxn modelId="{4743A6E3-2849-9C44-BC97-A3D3E1FFCAE5}" srcId="{695AD890-3A06-574C-BB7E-B607393297F4}" destId="{3F3A78CC-A0EF-664B-8105-5DC9AA489797}" srcOrd="0" destOrd="0" parTransId="{464B953F-34FB-7A49-91DB-B263AEA274C0}" sibTransId="{14BEAC01-3474-9543-89FC-4A69E8A27F94}"/>
    <dgm:cxn modelId="{AE6FF2E9-8311-3B46-97A4-51AFF1100D2D}" type="presOf" srcId="{F6C842F0-A19A-0D41-B709-06FAC76460F2}" destId="{9794AB50-04ED-FE42-A749-7DA364F3475F}" srcOrd="0" destOrd="2" presId="urn:microsoft.com/office/officeart/2008/layout/PictureStrips"/>
    <dgm:cxn modelId="{5C3B96AD-F67B-044B-AADA-A0AFD3295EC1}" type="presParOf" srcId="{9C38E735-B984-DE40-BA24-1F8E2AD28C36}" destId="{679BE3E5-46CF-EB4E-9E9D-8753BA455499}" srcOrd="0" destOrd="0" presId="urn:microsoft.com/office/officeart/2008/layout/PictureStrips"/>
    <dgm:cxn modelId="{35B3333E-8540-9A4E-8AD6-02B9278270EA}" type="presParOf" srcId="{679BE3E5-46CF-EB4E-9E9D-8753BA455499}" destId="{9794AB50-04ED-FE42-A749-7DA364F3475F}" srcOrd="0" destOrd="0" presId="urn:microsoft.com/office/officeart/2008/layout/PictureStrips"/>
    <dgm:cxn modelId="{4E1348EE-D520-AB43-86BB-99565D2AD119}" type="presParOf" srcId="{679BE3E5-46CF-EB4E-9E9D-8753BA455499}" destId="{949162AB-08D0-5B46-8E0D-6FA61D4046E6}" srcOrd="1" destOrd="0" presId="urn:microsoft.com/office/officeart/2008/layout/PictureStrips"/>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260.xml><?xml version="1.0" encoding="utf-8"?>
<dgm:dataModel xmlns:dgm="http://schemas.openxmlformats.org/drawingml/2006/diagram" xmlns:a="http://schemas.openxmlformats.org/drawingml/2006/main">
  <dgm:ptLst>
    <dgm:pt modelId="{36289411-C0B5-3B44-BF33-078C42EF2E69}" type="doc">
      <dgm:prSet loTypeId="urn:microsoft.com/office/officeart/2005/8/layout/vList2" loCatId="process" qsTypeId="urn:microsoft.com/office/officeart/2005/8/quickstyle/simple1" qsCatId="simple" csTypeId="urn:microsoft.com/office/officeart/2005/8/colors/accent1_2" csCatId="accent1" phldr="1"/>
      <dgm:spPr/>
      <dgm:t>
        <a:bodyPr/>
        <a:lstStyle/>
        <a:p>
          <a:endParaRPr lang="en-US"/>
        </a:p>
      </dgm:t>
    </dgm:pt>
    <dgm:pt modelId="{6CB96E0C-3B73-4C46-B468-070C21663E9B}">
      <dgm:prSet/>
      <dgm:spPr/>
      <dgm:t>
        <a:bodyPr/>
        <a:lstStyle/>
        <a:p>
          <a:r>
            <a:rPr lang="en-US" b="0" dirty="0"/>
            <a:t>Left-right asymmetry after bin shifts</a:t>
          </a:r>
          <a:endParaRPr lang="en-DK" dirty="0"/>
        </a:p>
      </dgm:t>
    </dgm:pt>
    <dgm:pt modelId="{9F80F529-2122-1A4E-ADD7-7FD62E883E22}" type="parTrans" cxnId="{755834CB-F683-274B-A0C5-20594A98B242}">
      <dgm:prSet/>
      <dgm:spPr/>
      <dgm:t>
        <a:bodyPr/>
        <a:lstStyle/>
        <a:p>
          <a:endParaRPr lang="en-US"/>
        </a:p>
      </dgm:t>
    </dgm:pt>
    <dgm:pt modelId="{FF9E8430-C61A-2B4D-8FA1-B63FF12219A4}" type="sibTrans" cxnId="{755834CB-F683-274B-A0C5-20594A98B242}">
      <dgm:prSet/>
      <dgm:spPr/>
      <dgm:t>
        <a:bodyPr/>
        <a:lstStyle/>
        <a:p>
          <a:endParaRPr lang="en-US"/>
        </a:p>
      </dgm:t>
    </dgm:pt>
    <dgm:pt modelId="{B11EF244-BB75-A941-85C0-7D3946CC8077}">
      <dgm:prSet/>
      <dgm:spPr/>
      <dgm:t>
        <a:bodyPr/>
        <a:lstStyle/>
        <a:p>
          <a:r>
            <a:rPr lang="en-US">
              <a:noFill/>
            </a:rPr>
            <a:t> </a:t>
          </a:r>
        </a:p>
      </dgm:t>
    </dgm:pt>
    <dgm:pt modelId="{38F11542-FDA7-5F44-A9F3-FD753D173243}" type="parTrans" cxnId="{3F7AB312-0682-7A4F-A7FD-EFDF19C271D5}">
      <dgm:prSet/>
      <dgm:spPr/>
      <dgm:t>
        <a:bodyPr/>
        <a:lstStyle/>
        <a:p>
          <a:endParaRPr lang="en-US"/>
        </a:p>
      </dgm:t>
    </dgm:pt>
    <dgm:pt modelId="{D4AC8AF2-460A-DB46-BA82-BA45E2FB19FB}" type="sibTrans" cxnId="{3F7AB312-0682-7A4F-A7FD-EFDF19C271D5}">
      <dgm:prSet/>
      <dgm:spPr/>
      <dgm:t>
        <a:bodyPr/>
        <a:lstStyle/>
        <a:p>
          <a:endParaRPr lang="en-US"/>
        </a:p>
      </dgm:t>
    </dgm:pt>
    <dgm:pt modelId="{87C22D71-7EB6-EE4A-BCF5-601E3D61D901}">
      <dgm:prSet/>
      <dgm:spPr/>
      <dgm:t>
        <a:bodyPr/>
        <a:lstStyle/>
        <a:p>
          <a:r>
            <a:rPr lang="en-US">
              <a:noFill/>
            </a:rPr>
            <a:t> </a:t>
          </a:r>
        </a:p>
      </dgm:t>
    </dgm:pt>
    <dgm:pt modelId="{587241C9-5C40-514E-AD69-378BF80B5404}" type="parTrans" cxnId="{E85654C3-A816-844D-AB80-A1B0B777FF29}">
      <dgm:prSet/>
      <dgm:spPr/>
      <dgm:t>
        <a:bodyPr/>
        <a:lstStyle/>
        <a:p>
          <a:endParaRPr lang="en-US"/>
        </a:p>
      </dgm:t>
    </dgm:pt>
    <dgm:pt modelId="{57F73021-6D3A-9245-94E7-7232A8D07B08}" type="sibTrans" cxnId="{E85654C3-A816-844D-AB80-A1B0B777FF29}">
      <dgm:prSet/>
      <dgm:spPr/>
      <dgm:t>
        <a:bodyPr/>
        <a:lstStyle/>
        <a:p>
          <a:endParaRPr lang="en-US"/>
        </a:p>
      </dgm:t>
    </dgm:pt>
    <dgm:pt modelId="{CFE4F9BE-EA29-BA48-A25A-A63D06DFF665}">
      <dgm:prSet/>
      <dgm:spPr/>
      <dgm:t>
        <a:bodyPr/>
        <a:lstStyle/>
        <a:p>
          <a:r>
            <a:rPr lang="en-US">
              <a:noFill/>
            </a:rPr>
            <a:t> </a:t>
          </a:r>
        </a:p>
      </dgm:t>
    </dgm:pt>
    <dgm:pt modelId="{D896D07B-B294-F84E-8B70-D22A5C71F26A}" type="sibTrans" cxnId="{CD5AB1C5-22BE-4C45-94F0-E7283D087F72}">
      <dgm:prSet/>
      <dgm:spPr/>
      <dgm:t>
        <a:bodyPr/>
        <a:lstStyle/>
        <a:p>
          <a:endParaRPr lang="en-US"/>
        </a:p>
      </dgm:t>
    </dgm:pt>
    <dgm:pt modelId="{4A8F80DD-2443-3347-BC58-815E2237B95E}" type="parTrans" cxnId="{CD5AB1C5-22BE-4C45-94F0-E7283D087F72}">
      <dgm:prSet/>
      <dgm:spPr/>
      <dgm:t>
        <a:bodyPr/>
        <a:lstStyle/>
        <a:p>
          <a:endParaRPr lang="en-US"/>
        </a:p>
      </dgm:t>
    </dgm:pt>
    <dgm:pt modelId="{C2429A45-FAF1-1741-9AE3-20827F4EAA36}">
      <dgm:prSet/>
      <dgm:spPr/>
      <dgm:t>
        <a:bodyPr/>
        <a:lstStyle/>
        <a:p>
          <a:r>
            <a:rPr lang="en-US">
              <a:noFill/>
            </a:rPr>
            <a:t> </a:t>
          </a:r>
        </a:p>
      </dgm:t>
    </dgm:pt>
    <dgm:pt modelId="{568A25C3-BAA2-EE42-A974-FC446F01267C}" type="parTrans" cxnId="{A5895290-BE10-5043-869C-AEC6FDA6FD58}">
      <dgm:prSet/>
      <dgm:spPr/>
      <dgm:t>
        <a:bodyPr/>
        <a:lstStyle/>
        <a:p>
          <a:endParaRPr lang="en-US"/>
        </a:p>
      </dgm:t>
    </dgm:pt>
    <dgm:pt modelId="{8DF6F376-F35B-284E-B225-4C965E4D3F32}" type="sibTrans" cxnId="{A5895290-BE10-5043-869C-AEC6FDA6FD58}">
      <dgm:prSet/>
      <dgm:spPr/>
      <dgm:t>
        <a:bodyPr/>
        <a:lstStyle/>
        <a:p>
          <a:endParaRPr lang="en-US"/>
        </a:p>
      </dgm:t>
    </dgm:pt>
    <dgm:pt modelId="{66B7A2B5-9AD6-DD4F-B614-5D2EEE340D0E}">
      <dgm:prSet/>
      <dgm:spPr/>
      <dgm:t>
        <a:bodyPr/>
        <a:lstStyle/>
        <a:p>
          <a:r>
            <a:rPr lang="en-US">
              <a:noFill/>
            </a:rPr>
            <a:t> </a:t>
          </a:r>
        </a:p>
      </dgm:t>
    </dgm:pt>
    <dgm:pt modelId="{AB02A9CB-DEE0-E542-8095-3674D09D99CF}" type="parTrans" cxnId="{895DA66A-27C3-3E41-ACFE-55DE1587E79E}">
      <dgm:prSet/>
      <dgm:spPr/>
      <dgm:t>
        <a:bodyPr/>
        <a:lstStyle/>
        <a:p>
          <a:endParaRPr lang="en-US"/>
        </a:p>
      </dgm:t>
    </dgm:pt>
    <dgm:pt modelId="{BFF0FC06-B031-D840-AB88-03BD4DE1B458}" type="sibTrans" cxnId="{895DA66A-27C3-3E41-ACFE-55DE1587E79E}">
      <dgm:prSet/>
      <dgm:spPr/>
      <dgm:t>
        <a:bodyPr/>
        <a:lstStyle/>
        <a:p>
          <a:endParaRPr lang="en-US"/>
        </a:p>
      </dgm:t>
    </dgm:pt>
    <dgm:pt modelId="{1B4DC84D-146D-F949-93A4-7C65C201E4F3}">
      <dgm:prSet/>
      <dgm:spPr>
        <a:blipFill>
          <a:blip xmlns:r="http://schemas.openxmlformats.org/officeDocument/2006/relationships" r:embed="rId1"/>
          <a:stretch>
            <a:fillRect t="-3315"/>
          </a:stretch>
        </a:blipFill>
      </dgm:spPr>
      <dgm:t>
        <a:bodyPr/>
        <a:lstStyle/>
        <a:p>
          <a:r>
            <a:rPr lang="en-US">
              <a:noFill/>
            </a:rPr>
            <a:t> </a:t>
          </a:r>
        </a:p>
      </dgm:t>
    </dgm:pt>
    <dgm:pt modelId="{80B455CF-7B53-BE43-88AD-CF1924DBA974}" type="parTrans" cxnId="{01C47873-5B66-9840-A675-A672DE3027EA}">
      <dgm:prSet/>
      <dgm:spPr/>
      <dgm:t>
        <a:bodyPr/>
        <a:lstStyle/>
        <a:p>
          <a:endParaRPr lang="en-US"/>
        </a:p>
      </dgm:t>
    </dgm:pt>
    <dgm:pt modelId="{A23AA433-8FDD-264F-9C5F-1426F3552305}" type="sibTrans" cxnId="{01C47873-5B66-9840-A675-A672DE3027EA}">
      <dgm:prSet/>
      <dgm:spPr/>
      <dgm:t>
        <a:bodyPr/>
        <a:lstStyle/>
        <a:p>
          <a:endParaRPr lang="en-US"/>
        </a:p>
      </dgm:t>
    </dgm:pt>
    <dgm:pt modelId="{A771F0E4-7370-4840-A733-0DCE75B406EF}" type="pres">
      <dgm:prSet presAssocID="{36289411-C0B5-3B44-BF33-078C42EF2E69}" presName="linear" presStyleCnt="0">
        <dgm:presLayoutVars>
          <dgm:animLvl val="lvl"/>
          <dgm:resizeHandles val="exact"/>
        </dgm:presLayoutVars>
      </dgm:prSet>
      <dgm:spPr/>
    </dgm:pt>
    <dgm:pt modelId="{0146FBE6-3CA1-7542-9EA0-07EFDA0458EB}" type="pres">
      <dgm:prSet presAssocID="{6CB96E0C-3B73-4C46-B468-070C21663E9B}" presName="parentText" presStyleLbl="node1" presStyleIdx="0" presStyleCnt="1">
        <dgm:presLayoutVars>
          <dgm:chMax val="0"/>
          <dgm:bulletEnabled val="1"/>
        </dgm:presLayoutVars>
      </dgm:prSet>
      <dgm:spPr/>
    </dgm:pt>
    <dgm:pt modelId="{32A78DF4-62DC-BC46-A907-0582B2C43053}" type="pres">
      <dgm:prSet presAssocID="{6CB96E0C-3B73-4C46-B468-070C21663E9B}" presName="childText" presStyleLbl="revTx" presStyleIdx="0" presStyleCnt="1">
        <dgm:presLayoutVars>
          <dgm:bulletEnabled val="1"/>
        </dgm:presLayoutVars>
      </dgm:prSet>
      <dgm:spPr/>
    </dgm:pt>
  </dgm:ptLst>
  <dgm:cxnLst>
    <dgm:cxn modelId="{3F7AB312-0682-7A4F-A7FD-EFDF19C271D5}" srcId="{6CB96E0C-3B73-4C46-B468-070C21663E9B}" destId="{B11EF244-BB75-A941-85C0-7D3946CC8077}" srcOrd="1" destOrd="0" parTransId="{38F11542-FDA7-5F44-A9F3-FD753D173243}" sibTransId="{D4AC8AF2-460A-DB46-BA82-BA45E2FB19FB}"/>
    <dgm:cxn modelId="{F11F961C-CC3E-AB49-99E8-ACA620422C6F}" type="presOf" srcId="{CFE4F9BE-EA29-BA48-A25A-A63D06DFF665}" destId="{32A78DF4-62DC-BC46-A907-0582B2C43053}" srcOrd="0" destOrd="2" presId="urn:microsoft.com/office/officeart/2005/8/layout/vList2"/>
    <dgm:cxn modelId="{9D5CB61E-81C0-5040-AC5C-E6C7C59FC647}" type="presOf" srcId="{1B4DC84D-146D-F949-93A4-7C65C201E4F3}" destId="{32A78DF4-62DC-BC46-A907-0582B2C43053}" srcOrd="0" destOrd="0" presId="urn:microsoft.com/office/officeart/2005/8/layout/vList2"/>
    <dgm:cxn modelId="{AAA65357-53B4-0641-9615-94FC0D30AC4F}" type="presOf" srcId="{66B7A2B5-9AD6-DD4F-B614-5D2EEE340D0E}" destId="{32A78DF4-62DC-BC46-A907-0582B2C43053}" srcOrd="0" destOrd="4" presId="urn:microsoft.com/office/officeart/2005/8/layout/vList2"/>
    <dgm:cxn modelId="{E9FA245F-0B47-BD41-B6A7-D46F1B3B3828}" type="presOf" srcId="{87C22D71-7EB6-EE4A-BCF5-601E3D61D901}" destId="{32A78DF4-62DC-BC46-A907-0582B2C43053}" srcOrd="0" destOrd="5" presId="urn:microsoft.com/office/officeart/2005/8/layout/vList2"/>
    <dgm:cxn modelId="{895DA66A-27C3-3E41-ACFE-55DE1587E79E}" srcId="{6CB96E0C-3B73-4C46-B468-070C21663E9B}" destId="{66B7A2B5-9AD6-DD4F-B614-5D2EEE340D0E}" srcOrd="4" destOrd="0" parTransId="{AB02A9CB-DEE0-E542-8095-3674D09D99CF}" sibTransId="{BFF0FC06-B031-D840-AB88-03BD4DE1B458}"/>
    <dgm:cxn modelId="{01C47873-5B66-9840-A675-A672DE3027EA}" srcId="{6CB96E0C-3B73-4C46-B468-070C21663E9B}" destId="{1B4DC84D-146D-F949-93A4-7C65C201E4F3}" srcOrd="0" destOrd="0" parTransId="{80B455CF-7B53-BE43-88AD-CF1924DBA974}" sibTransId="{A23AA433-8FDD-264F-9C5F-1426F3552305}"/>
    <dgm:cxn modelId="{A5895290-BE10-5043-869C-AEC6FDA6FD58}" srcId="{6CB96E0C-3B73-4C46-B468-070C21663E9B}" destId="{C2429A45-FAF1-1741-9AE3-20827F4EAA36}" srcOrd="3" destOrd="0" parTransId="{568A25C3-BAA2-EE42-A974-FC446F01267C}" sibTransId="{8DF6F376-F35B-284E-B225-4C965E4D3F32}"/>
    <dgm:cxn modelId="{F53BE395-9937-9749-A2AB-8EA6D75BD1BC}" type="presOf" srcId="{6CB96E0C-3B73-4C46-B468-070C21663E9B}" destId="{0146FBE6-3CA1-7542-9EA0-07EFDA0458EB}" srcOrd="0" destOrd="0" presId="urn:microsoft.com/office/officeart/2005/8/layout/vList2"/>
    <dgm:cxn modelId="{28425BA9-6936-2640-A27E-A397958CAB67}" type="presOf" srcId="{C2429A45-FAF1-1741-9AE3-20827F4EAA36}" destId="{32A78DF4-62DC-BC46-A907-0582B2C43053}" srcOrd="0" destOrd="3" presId="urn:microsoft.com/office/officeart/2005/8/layout/vList2"/>
    <dgm:cxn modelId="{D6C662B3-1E8E-7E41-912D-B87D74AB2510}" type="presOf" srcId="{36289411-C0B5-3B44-BF33-078C42EF2E69}" destId="{A771F0E4-7370-4840-A733-0DCE75B406EF}" srcOrd="0" destOrd="0" presId="urn:microsoft.com/office/officeart/2005/8/layout/vList2"/>
    <dgm:cxn modelId="{E85654C3-A816-844D-AB80-A1B0B777FF29}" srcId="{6CB96E0C-3B73-4C46-B468-070C21663E9B}" destId="{87C22D71-7EB6-EE4A-BCF5-601E3D61D901}" srcOrd="5" destOrd="0" parTransId="{587241C9-5C40-514E-AD69-378BF80B5404}" sibTransId="{57F73021-6D3A-9245-94E7-7232A8D07B08}"/>
    <dgm:cxn modelId="{CD5AB1C5-22BE-4C45-94F0-E7283D087F72}" srcId="{6CB96E0C-3B73-4C46-B468-070C21663E9B}" destId="{CFE4F9BE-EA29-BA48-A25A-A63D06DFF665}" srcOrd="2" destOrd="0" parTransId="{4A8F80DD-2443-3347-BC58-815E2237B95E}" sibTransId="{D896D07B-B294-F84E-8B70-D22A5C71F26A}"/>
    <dgm:cxn modelId="{755834CB-F683-274B-A0C5-20594A98B242}" srcId="{36289411-C0B5-3B44-BF33-078C42EF2E69}" destId="{6CB96E0C-3B73-4C46-B468-070C21663E9B}" srcOrd="0" destOrd="0" parTransId="{9F80F529-2122-1A4E-ADD7-7FD62E883E22}" sibTransId="{FF9E8430-C61A-2B4D-8FA1-B63FF12219A4}"/>
    <dgm:cxn modelId="{8E5188E9-D89D-BC41-84F8-03EBBCA67AF8}" type="presOf" srcId="{B11EF244-BB75-A941-85C0-7D3946CC8077}" destId="{32A78DF4-62DC-BC46-A907-0582B2C43053}" srcOrd="0" destOrd="1" presId="urn:microsoft.com/office/officeart/2005/8/layout/vList2"/>
    <dgm:cxn modelId="{571190B8-4431-4646-AB4C-F1D9620F9E8B}" type="presParOf" srcId="{A771F0E4-7370-4840-A733-0DCE75B406EF}" destId="{0146FBE6-3CA1-7542-9EA0-07EFDA0458EB}" srcOrd="0" destOrd="0" presId="urn:microsoft.com/office/officeart/2005/8/layout/vList2"/>
    <dgm:cxn modelId="{10836384-3456-5748-86AE-14001DE1A3A9}" type="presParOf" srcId="{A771F0E4-7370-4840-A733-0DCE75B406EF}" destId="{32A78DF4-62DC-BC46-A907-0582B2C43053}" srcOrd="1" destOrd="0" presId="urn:microsoft.com/office/officeart/2005/8/layout/vList2"/>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7A847F-B087-9A49-9CF3-076449A2FCD4}">
      <dsp:nvSpPr>
        <dsp:cNvPr id="0" name=""/>
        <dsp:cNvSpPr/>
      </dsp:nvSpPr>
      <dsp:spPr>
        <a:xfrm rot="10800000">
          <a:off x="2794007" y="517"/>
          <a:ext cx="9890020" cy="121164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4303" tIns="118110" rIns="220472" bIns="118110" numCol="1" spcCol="1270" anchor="ctr" anchorCtr="0">
          <a:noAutofit/>
        </a:bodyPr>
        <a:lstStyle/>
        <a:p>
          <a:pPr marL="0" lvl="0" indent="0" algn="ctr" defTabSz="1377950">
            <a:lnSpc>
              <a:spcPct val="90000"/>
            </a:lnSpc>
            <a:spcBef>
              <a:spcPct val="0"/>
            </a:spcBef>
            <a:spcAft>
              <a:spcPct val="35000"/>
            </a:spcAft>
            <a:buNone/>
          </a:pPr>
          <a:r>
            <a:rPr lang="en-US" sz="3100" b="0" kern="1200" dirty="0"/>
            <a:t>Independent Monte Carlo Code, McMini</a:t>
          </a:r>
          <a:endParaRPr lang="en-DK" sz="3100" kern="1200" dirty="0"/>
        </a:p>
      </dsp:txBody>
      <dsp:txXfrm rot="10800000">
        <a:off x="3096918" y="517"/>
        <a:ext cx="9587109" cy="1211646"/>
      </dsp:txXfrm>
    </dsp:sp>
    <dsp:sp modelId="{22A35059-E90E-4547-92B9-8961A1713EA3}">
      <dsp:nvSpPr>
        <dsp:cNvPr id="0" name=""/>
        <dsp:cNvSpPr/>
      </dsp:nvSpPr>
      <dsp:spPr>
        <a:xfrm>
          <a:off x="2188183" y="517"/>
          <a:ext cx="1211646" cy="1211646"/>
        </a:xfrm>
        <a:prstGeom prst="ellipse">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67C0BA0-185C-694C-BF1F-3278F05B4C83}">
      <dsp:nvSpPr>
        <dsp:cNvPr id="0" name=""/>
        <dsp:cNvSpPr/>
      </dsp:nvSpPr>
      <dsp:spPr>
        <a:xfrm rot="10800000">
          <a:off x="2794007" y="1515076"/>
          <a:ext cx="9890020" cy="121164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4303" tIns="118110" rIns="220472"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Validate McStas / Union Framework</a:t>
          </a:r>
          <a:endParaRPr lang="en-DK" sz="3100" kern="1200" dirty="0"/>
        </a:p>
      </dsp:txBody>
      <dsp:txXfrm rot="10800000">
        <a:off x="3096918" y="1515076"/>
        <a:ext cx="9587109" cy="1211646"/>
      </dsp:txXfrm>
    </dsp:sp>
    <dsp:sp modelId="{C0796714-A272-8A49-B46B-B138555A5260}">
      <dsp:nvSpPr>
        <dsp:cNvPr id="0" name=""/>
        <dsp:cNvSpPr/>
      </dsp:nvSpPr>
      <dsp:spPr>
        <a:xfrm>
          <a:off x="2188183" y="1515076"/>
          <a:ext cx="1211646" cy="1211646"/>
        </a:xfrm>
        <a:prstGeom prst="ellipse">
          <a:avLst/>
        </a:prstGeom>
        <a:blipFill rotWithShape="1">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B68BAD-7C27-7B40-B1C9-1AEAF8F91532}">
      <dsp:nvSpPr>
        <dsp:cNvPr id="0" name=""/>
        <dsp:cNvSpPr/>
      </dsp:nvSpPr>
      <dsp:spPr>
        <a:xfrm rot="10800000">
          <a:off x="2794007" y="3029635"/>
          <a:ext cx="9890020" cy="121164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4303" tIns="118110" rIns="220472" bIns="118110" numCol="1" spcCol="1270" anchor="ctr" anchorCtr="0">
          <a:noAutofit/>
        </a:bodyPr>
        <a:lstStyle/>
        <a:p>
          <a:pPr marL="0" lvl="0" indent="0" algn="ctr" defTabSz="1377950">
            <a:lnSpc>
              <a:spcPct val="90000"/>
            </a:lnSpc>
            <a:spcBef>
              <a:spcPct val="0"/>
            </a:spcBef>
            <a:spcAft>
              <a:spcPct val="35000"/>
            </a:spcAft>
            <a:buNone/>
          </a:pPr>
          <a:r>
            <a:rPr lang="en-US" sz="3100" b="0" kern="1200" dirty="0"/>
            <a:t>Use McStas to study hollow cylinder sample geometry</a:t>
          </a:r>
          <a:endParaRPr lang="en-DK" sz="3100" kern="1200" dirty="0"/>
        </a:p>
      </dsp:txBody>
      <dsp:txXfrm rot="10800000">
        <a:off x="3096918" y="3029635"/>
        <a:ext cx="9587109" cy="1211646"/>
      </dsp:txXfrm>
    </dsp:sp>
    <dsp:sp modelId="{7514A273-4AB9-374F-BBB2-387D64FAC320}">
      <dsp:nvSpPr>
        <dsp:cNvPr id="0" name=""/>
        <dsp:cNvSpPr/>
      </dsp:nvSpPr>
      <dsp:spPr>
        <a:xfrm>
          <a:off x="2188183" y="3029635"/>
          <a:ext cx="1211646" cy="1211646"/>
        </a:xfrm>
        <a:prstGeom prst="ellipse">
          <a:avLst/>
        </a:prstGeom>
        <a:blipFill rotWithShape="1">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5D9AA-16A4-C741-A7D3-FD0FC94062FD}">
      <dsp:nvSpPr>
        <dsp:cNvPr id="0" name=""/>
        <dsp:cNvSpPr/>
      </dsp:nvSpPr>
      <dsp:spPr>
        <a:xfrm>
          <a:off x="0" y="564896"/>
          <a:ext cx="11012487" cy="16458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4691" tIns="791464" rIns="854691" bIns="270256" numCol="1" spcCol="1270" anchor="t" anchorCtr="0">
          <a:noAutofit/>
        </a:bodyPr>
        <a:lstStyle/>
        <a:p>
          <a:pPr marL="285750" lvl="1" indent="-285750" algn="l" defTabSz="1689100">
            <a:lnSpc>
              <a:spcPct val="90000"/>
            </a:lnSpc>
            <a:spcBef>
              <a:spcPct val="0"/>
            </a:spcBef>
            <a:spcAft>
              <a:spcPct val="15000"/>
            </a:spcAft>
            <a:buChar char="•"/>
          </a:pPr>
          <a:r>
            <a:rPr lang="en-US" sz="3800" kern="1200" dirty="0"/>
            <a:t>E</a:t>
          </a:r>
          <a:r>
            <a:rPr lang="en-US" sz="3800" b="0" kern="1200" dirty="0"/>
            <a:t>xpected isotropic scattered signal</a:t>
          </a:r>
          <a:endParaRPr lang="en-DK" sz="3800" kern="1200" dirty="0"/>
        </a:p>
      </dsp:txBody>
      <dsp:txXfrm>
        <a:off x="0" y="564896"/>
        <a:ext cx="11012487" cy="1645875"/>
      </dsp:txXfrm>
    </dsp:sp>
    <dsp:sp modelId="{9398F9EC-B6CA-D24A-9819-116CC51AD44B}">
      <dsp:nvSpPr>
        <dsp:cNvPr id="0" name=""/>
        <dsp:cNvSpPr/>
      </dsp:nvSpPr>
      <dsp:spPr>
        <a:xfrm>
          <a:off x="550624" y="4016"/>
          <a:ext cx="7708740" cy="1121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372" tIns="0" rIns="291372" bIns="0" numCol="1" spcCol="1270" anchor="ctr" anchorCtr="0">
          <a:noAutofit/>
        </a:bodyPr>
        <a:lstStyle/>
        <a:p>
          <a:pPr marL="0" lvl="0" indent="0" algn="l" defTabSz="1689100">
            <a:lnSpc>
              <a:spcPct val="90000"/>
            </a:lnSpc>
            <a:spcBef>
              <a:spcPct val="0"/>
            </a:spcBef>
            <a:spcAft>
              <a:spcPct val="35000"/>
            </a:spcAft>
            <a:buNone/>
          </a:pPr>
          <a:r>
            <a:rPr lang="en-US" sz="3800" b="0" kern="1200"/>
            <a:t>Vanadium </a:t>
          </a:r>
          <a:endParaRPr lang="en-DK" sz="3800" kern="1200" dirty="0"/>
        </a:p>
      </dsp:txBody>
      <dsp:txXfrm>
        <a:off x="605384" y="58776"/>
        <a:ext cx="7599220" cy="10122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5D9AA-16A4-C741-A7D3-FD0FC94062FD}">
      <dsp:nvSpPr>
        <dsp:cNvPr id="0" name=""/>
        <dsp:cNvSpPr/>
      </dsp:nvSpPr>
      <dsp:spPr>
        <a:xfrm>
          <a:off x="0" y="447207"/>
          <a:ext cx="11143254" cy="125606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4840" tIns="604012" rIns="864840" bIns="206248" numCol="1" spcCol="1270" anchor="t" anchorCtr="0">
          <a:noAutofit/>
        </a:bodyPr>
        <a:lstStyle/>
        <a:p>
          <a:pPr marL="285750" lvl="1" indent="-285750" algn="l" defTabSz="1289050">
            <a:lnSpc>
              <a:spcPct val="90000"/>
            </a:lnSpc>
            <a:spcBef>
              <a:spcPct val="0"/>
            </a:spcBef>
            <a:spcAft>
              <a:spcPct val="15000"/>
            </a:spcAft>
            <a:buChar char="•"/>
          </a:pPr>
          <a:r>
            <a:rPr lang="en-US" sz="2900" kern="1200" dirty="0"/>
            <a:t>E</a:t>
          </a:r>
          <a:r>
            <a:rPr lang="en-US" sz="2900" b="0" kern="1200" dirty="0"/>
            <a:t>xpected isotropic scattered signal</a:t>
          </a:r>
          <a:endParaRPr lang="en-DK" sz="2900" kern="1200" dirty="0"/>
        </a:p>
      </dsp:txBody>
      <dsp:txXfrm>
        <a:off x="0" y="447207"/>
        <a:ext cx="11143254" cy="1256062"/>
      </dsp:txXfrm>
    </dsp:sp>
    <dsp:sp modelId="{9398F9EC-B6CA-D24A-9819-116CC51AD44B}">
      <dsp:nvSpPr>
        <dsp:cNvPr id="0" name=""/>
        <dsp:cNvSpPr/>
      </dsp:nvSpPr>
      <dsp:spPr>
        <a:xfrm>
          <a:off x="557162" y="19167"/>
          <a:ext cx="7800277" cy="856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832" tIns="0" rIns="294832" bIns="0" numCol="1" spcCol="1270" anchor="ctr" anchorCtr="0">
          <a:noAutofit/>
        </a:bodyPr>
        <a:lstStyle/>
        <a:p>
          <a:pPr marL="0" lvl="0" indent="0" algn="l" defTabSz="1289050">
            <a:lnSpc>
              <a:spcPct val="90000"/>
            </a:lnSpc>
            <a:spcBef>
              <a:spcPct val="0"/>
            </a:spcBef>
            <a:spcAft>
              <a:spcPct val="35000"/>
            </a:spcAft>
            <a:buNone/>
          </a:pPr>
          <a:r>
            <a:rPr lang="en-US" sz="2900" b="0" kern="1200"/>
            <a:t>Vanadium </a:t>
          </a:r>
          <a:endParaRPr lang="en-DK" sz="2900" kern="1200" dirty="0"/>
        </a:p>
      </dsp:txBody>
      <dsp:txXfrm>
        <a:off x="598952" y="60957"/>
        <a:ext cx="7716697" cy="772500"/>
      </dsp:txXfrm>
    </dsp:sp>
    <dsp:sp modelId="{D63CAAD2-27AD-C346-81D1-3C9947CE015D}">
      <dsp:nvSpPr>
        <dsp:cNvPr id="0" name=""/>
        <dsp:cNvSpPr/>
      </dsp:nvSpPr>
      <dsp:spPr>
        <a:xfrm>
          <a:off x="0" y="2287910"/>
          <a:ext cx="11143254" cy="125606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4840" tIns="604012" rIns="864840" bIns="206248" numCol="1" spcCol="1270" anchor="t" anchorCtr="0">
          <a:noAutofit/>
        </a:bodyPr>
        <a:lstStyle/>
        <a:p>
          <a:pPr marL="285750" lvl="1" indent="-285750" algn="l" defTabSz="1289050">
            <a:lnSpc>
              <a:spcPct val="90000"/>
            </a:lnSpc>
            <a:spcBef>
              <a:spcPct val="0"/>
            </a:spcBef>
            <a:spcAft>
              <a:spcPct val="15000"/>
            </a:spcAft>
            <a:buChar char="•"/>
          </a:pPr>
          <a:r>
            <a:rPr lang="en-DK" sz="2900" kern="1200" dirty="0"/>
            <a:t>Gives rise to angular distortion</a:t>
          </a:r>
        </a:p>
      </dsp:txBody>
      <dsp:txXfrm>
        <a:off x="0" y="2287910"/>
        <a:ext cx="11143254" cy="1256062"/>
      </dsp:txXfrm>
    </dsp:sp>
    <dsp:sp modelId="{1842A9D2-D24A-AA48-B230-260966B34DFF}">
      <dsp:nvSpPr>
        <dsp:cNvPr id="0" name=""/>
        <dsp:cNvSpPr/>
      </dsp:nvSpPr>
      <dsp:spPr>
        <a:xfrm>
          <a:off x="557162" y="1859870"/>
          <a:ext cx="7800277" cy="856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4832" tIns="0" rIns="294832" bIns="0" numCol="1" spcCol="1270" anchor="ctr" anchorCtr="0">
          <a:noAutofit/>
        </a:bodyPr>
        <a:lstStyle/>
        <a:p>
          <a:pPr marL="0" lvl="0" indent="0" algn="l" defTabSz="1289050">
            <a:lnSpc>
              <a:spcPct val="90000"/>
            </a:lnSpc>
            <a:spcBef>
              <a:spcPct val="0"/>
            </a:spcBef>
            <a:spcAft>
              <a:spcPct val="35000"/>
            </a:spcAft>
            <a:buNone/>
          </a:pPr>
          <a:r>
            <a:rPr lang="en-DK" sz="2900" kern="1200" dirty="0"/>
            <a:t>Geometry </a:t>
          </a:r>
        </a:p>
      </dsp:txBody>
      <dsp:txXfrm>
        <a:off x="598952" y="1901660"/>
        <a:ext cx="7716697" cy="7725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5D9AA-16A4-C741-A7D3-FD0FC94062FD}">
      <dsp:nvSpPr>
        <dsp:cNvPr id="0" name=""/>
        <dsp:cNvSpPr/>
      </dsp:nvSpPr>
      <dsp:spPr>
        <a:xfrm>
          <a:off x="0" y="403587"/>
          <a:ext cx="11012487" cy="1039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4691" tIns="499872" rIns="854691"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E</a:t>
          </a:r>
          <a:r>
            <a:rPr lang="en-US" sz="2400" b="0" kern="1200" dirty="0"/>
            <a:t>xpected isotropic signal</a:t>
          </a:r>
          <a:endParaRPr lang="en-DK" sz="2400" kern="1200" dirty="0"/>
        </a:p>
      </dsp:txBody>
      <dsp:txXfrm>
        <a:off x="0" y="403587"/>
        <a:ext cx="11012487" cy="1039500"/>
      </dsp:txXfrm>
    </dsp:sp>
    <dsp:sp modelId="{9398F9EC-B6CA-D24A-9819-116CC51AD44B}">
      <dsp:nvSpPr>
        <dsp:cNvPr id="0" name=""/>
        <dsp:cNvSpPr/>
      </dsp:nvSpPr>
      <dsp:spPr>
        <a:xfrm>
          <a:off x="550624" y="49347"/>
          <a:ext cx="7708740"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372" tIns="0" rIns="291372" bIns="0" numCol="1" spcCol="1270" anchor="ctr" anchorCtr="0">
          <a:noAutofit/>
        </a:bodyPr>
        <a:lstStyle/>
        <a:p>
          <a:pPr marL="0" lvl="0" indent="0" algn="l" defTabSz="1066800">
            <a:lnSpc>
              <a:spcPct val="90000"/>
            </a:lnSpc>
            <a:spcBef>
              <a:spcPct val="0"/>
            </a:spcBef>
            <a:spcAft>
              <a:spcPct val="35000"/>
            </a:spcAft>
            <a:buNone/>
          </a:pPr>
          <a:r>
            <a:rPr lang="en-US" sz="2400" b="0" kern="1200"/>
            <a:t>Vanadium </a:t>
          </a:r>
          <a:endParaRPr lang="en-DK" sz="2400" kern="1200" dirty="0"/>
        </a:p>
      </dsp:txBody>
      <dsp:txXfrm>
        <a:off x="585209" y="83932"/>
        <a:ext cx="7639570" cy="639310"/>
      </dsp:txXfrm>
    </dsp:sp>
    <dsp:sp modelId="{D63CAAD2-27AD-C346-81D1-3C9947CE015D}">
      <dsp:nvSpPr>
        <dsp:cNvPr id="0" name=""/>
        <dsp:cNvSpPr/>
      </dsp:nvSpPr>
      <dsp:spPr>
        <a:xfrm>
          <a:off x="0" y="1926928"/>
          <a:ext cx="11012487" cy="1039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4691" tIns="499872" rIns="854691" bIns="170688" numCol="1" spcCol="1270" anchor="t" anchorCtr="0">
          <a:noAutofit/>
        </a:bodyPr>
        <a:lstStyle/>
        <a:p>
          <a:pPr marL="228600" lvl="1" indent="-228600" algn="l" defTabSz="1066800">
            <a:lnSpc>
              <a:spcPct val="90000"/>
            </a:lnSpc>
            <a:spcBef>
              <a:spcPct val="0"/>
            </a:spcBef>
            <a:spcAft>
              <a:spcPct val="15000"/>
            </a:spcAft>
            <a:buChar char="•"/>
          </a:pPr>
          <a:r>
            <a:rPr lang="en-DK" sz="2400" kern="1200" dirty="0"/>
            <a:t>Gives rise to angular distortion</a:t>
          </a:r>
        </a:p>
      </dsp:txBody>
      <dsp:txXfrm>
        <a:off x="0" y="1926928"/>
        <a:ext cx="11012487" cy="1039500"/>
      </dsp:txXfrm>
    </dsp:sp>
    <dsp:sp modelId="{1842A9D2-D24A-AA48-B230-260966B34DFF}">
      <dsp:nvSpPr>
        <dsp:cNvPr id="0" name=""/>
        <dsp:cNvSpPr/>
      </dsp:nvSpPr>
      <dsp:spPr>
        <a:xfrm>
          <a:off x="550624" y="1572688"/>
          <a:ext cx="7708740"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372" tIns="0" rIns="291372" bIns="0" numCol="1" spcCol="1270" anchor="ctr" anchorCtr="0">
          <a:noAutofit/>
        </a:bodyPr>
        <a:lstStyle/>
        <a:p>
          <a:pPr marL="0" lvl="0" indent="0" algn="l" defTabSz="1066800">
            <a:lnSpc>
              <a:spcPct val="90000"/>
            </a:lnSpc>
            <a:spcBef>
              <a:spcPct val="0"/>
            </a:spcBef>
            <a:spcAft>
              <a:spcPct val="35000"/>
            </a:spcAft>
            <a:buNone/>
          </a:pPr>
          <a:r>
            <a:rPr lang="en-DK" sz="2400" kern="1200" dirty="0"/>
            <a:t>Geometry </a:t>
          </a:r>
        </a:p>
      </dsp:txBody>
      <dsp:txXfrm>
        <a:off x="585209" y="1607273"/>
        <a:ext cx="7639570" cy="639310"/>
      </dsp:txXfrm>
    </dsp:sp>
    <dsp:sp modelId="{A64D0660-F44E-0044-B12D-39388D235230}">
      <dsp:nvSpPr>
        <dsp:cNvPr id="0" name=""/>
        <dsp:cNvSpPr/>
      </dsp:nvSpPr>
      <dsp:spPr>
        <a:xfrm>
          <a:off x="0" y="3450268"/>
          <a:ext cx="11012487" cy="1039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4691" tIns="499872" rIns="854691" bIns="170688" numCol="1" spcCol="1270" anchor="t" anchorCtr="0">
          <a:noAutofit/>
        </a:bodyPr>
        <a:lstStyle/>
        <a:p>
          <a:pPr marL="228600" lvl="1" indent="-228600" algn="l" defTabSz="1066800">
            <a:lnSpc>
              <a:spcPct val="90000"/>
            </a:lnSpc>
            <a:spcBef>
              <a:spcPct val="0"/>
            </a:spcBef>
            <a:spcAft>
              <a:spcPct val="15000"/>
            </a:spcAft>
            <a:buChar char="•"/>
          </a:pPr>
          <a:r>
            <a:rPr lang="en-DK" sz="2400" kern="1200" dirty="0"/>
            <a:t>Biased calibration if pattern is wrong</a:t>
          </a:r>
        </a:p>
      </dsp:txBody>
      <dsp:txXfrm>
        <a:off x="0" y="3450268"/>
        <a:ext cx="11012487" cy="1039500"/>
      </dsp:txXfrm>
    </dsp:sp>
    <dsp:sp modelId="{3C1E9227-B2F4-E94B-AEFB-B64A319E0EC1}">
      <dsp:nvSpPr>
        <dsp:cNvPr id="0" name=""/>
        <dsp:cNvSpPr/>
      </dsp:nvSpPr>
      <dsp:spPr>
        <a:xfrm>
          <a:off x="550624" y="3096027"/>
          <a:ext cx="7708740"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372" tIns="0" rIns="291372" bIns="0" numCol="1" spcCol="1270" anchor="ctr" anchorCtr="0">
          <a:noAutofit/>
        </a:bodyPr>
        <a:lstStyle/>
        <a:p>
          <a:pPr marL="0" lvl="0" indent="0" algn="l" defTabSz="1066800">
            <a:lnSpc>
              <a:spcPct val="90000"/>
            </a:lnSpc>
            <a:spcBef>
              <a:spcPct val="0"/>
            </a:spcBef>
            <a:spcAft>
              <a:spcPct val="35000"/>
            </a:spcAft>
            <a:buNone/>
          </a:pPr>
          <a:r>
            <a:rPr lang="en-DK" sz="2400" kern="1200" dirty="0"/>
            <a:t>Calibration </a:t>
          </a:r>
        </a:p>
      </dsp:txBody>
      <dsp:txXfrm>
        <a:off x="585209" y="3130612"/>
        <a:ext cx="7639570" cy="63931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5D9AA-16A4-C741-A7D3-FD0FC94062FD}">
      <dsp:nvSpPr>
        <dsp:cNvPr id="0" name=""/>
        <dsp:cNvSpPr/>
      </dsp:nvSpPr>
      <dsp:spPr>
        <a:xfrm>
          <a:off x="0" y="559085"/>
          <a:ext cx="11012487" cy="9528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4691" tIns="458216" rIns="854691"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dirty="0"/>
            <a:t>E</a:t>
          </a:r>
          <a:r>
            <a:rPr lang="en-US" sz="2200" b="0" kern="1200" dirty="0"/>
            <a:t>xpected isotropic signal</a:t>
          </a:r>
          <a:endParaRPr lang="en-DK" sz="2200" kern="1200" dirty="0"/>
        </a:p>
      </dsp:txBody>
      <dsp:txXfrm>
        <a:off x="0" y="559085"/>
        <a:ext cx="11012487" cy="952875"/>
      </dsp:txXfrm>
    </dsp:sp>
    <dsp:sp modelId="{9398F9EC-B6CA-D24A-9819-116CC51AD44B}">
      <dsp:nvSpPr>
        <dsp:cNvPr id="0" name=""/>
        <dsp:cNvSpPr/>
      </dsp:nvSpPr>
      <dsp:spPr>
        <a:xfrm>
          <a:off x="550624" y="234365"/>
          <a:ext cx="7708740"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372" tIns="0" rIns="291372" bIns="0" numCol="1" spcCol="1270" anchor="ctr" anchorCtr="0">
          <a:noAutofit/>
        </a:bodyPr>
        <a:lstStyle/>
        <a:p>
          <a:pPr marL="0" lvl="0" indent="0" algn="l" defTabSz="977900">
            <a:lnSpc>
              <a:spcPct val="90000"/>
            </a:lnSpc>
            <a:spcBef>
              <a:spcPct val="0"/>
            </a:spcBef>
            <a:spcAft>
              <a:spcPct val="35000"/>
            </a:spcAft>
            <a:buNone/>
          </a:pPr>
          <a:r>
            <a:rPr lang="en-US" sz="2200" b="0" kern="1200"/>
            <a:t>Vanadium </a:t>
          </a:r>
          <a:endParaRPr lang="en-DK" sz="2200" kern="1200" dirty="0"/>
        </a:p>
      </dsp:txBody>
      <dsp:txXfrm>
        <a:off x="582327" y="266068"/>
        <a:ext cx="7645334" cy="586034"/>
      </dsp:txXfrm>
    </dsp:sp>
    <dsp:sp modelId="{D63CAAD2-27AD-C346-81D1-3C9947CE015D}">
      <dsp:nvSpPr>
        <dsp:cNvPr id="0" name=""/>
        <dsp:cNvSpPr/>
      </dsp:nvSpPr>
      <dsp:spPr>
        <a:xfrm>
          <a:off x="0" y="1955480"/>
          <a:ext cx="11012487" cy="9528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4691" tIns="458216" rIns="854691" bIns="156464" numCol="1" spcCol="1270" anchor="t" anchorCtr="0">
          <a:noAutofit/>
        </a:bodyPr>
        <a:lstStyle/>
        <a:p>
          <a:pPr marL="228600" lvl="1" indent="-228600" algn="l" defTabSz="977900">
            <a:lnSpc>
              <a:spcPct val="90000"/>
            </a:lnSpc>
            <a:spcBef>
              <a:spcPct val="0"/>
            </a:spcBef>
            <a:spcAft>
              <a:spcPct val="15000"/>
            </a:spcAft>
            <a:buChar char="•"/>
          </a:pPr>
          <a:r>
            <a:rPr lang="en-DK" sz="2200" kern="1200" dirty="0"/>
            <a:t>Angular distortion due to </a:t>
          </a:r>
          <a:r>
            <a:rPr lang="en-US" sz="2200" kern="1200" dirty="0"/>
            <a:t>absorption, attenuation, and multiple scattering </a:t>
          </a:r>
          <a:r>
            <a:rPr lang="en-DK" sz="2200" kern="1200" dirty="0"/>
            <a:t> </a:t>
          </a:r>
        </a:p>
      </dsp:txBody>
      <dsp:txXfrm>
        <a:off x="0" y="1955480"/>
        <a:ext cx="11012487" cy="952875"/>
      </dsp:txXfrm>
    </dsp:sp>
    <dsp:sp modelId="{1842A9D2-D24A-AA48-B230-260966B34DFF}">
      <dsp:nvSpPr>
        <dsp:cNvPr id="0" name=""/>
        <dsp:cNvSpPr/>
      </dsp:nvSpPr>
      <dsp:spPr>
        <a:xfrm>
          <a:off x="550624" y="1630760"/>
          <a:ext cx="7708740"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372" tIns="0" rIns="291372" bIns="0" numCol="1" spcCol="1270" anchor="ctr" anchorCtr="0">
          <a:noAutofit/>
        </a:bodyPr>
        <a:lstStyle/>
        <a:p>
          <a:pPr marL="0" lvl="0" indent="0" algn="l" defTabSz="977900">
            <a:lnSpc>
              <a:spcPct val="90000"/>
            </a:lnSpc>
            <a:spcBef>
              <a:spcPct val="0"/>
            </a:spcBef>
            <a:spcAft>
              <a:spcPct val="35000"/>
            </a:spcAft>
            <a:buNone/>
          </a:pPr>
          <a:r>
            <a:rPr lang="en-DK" sz="2200" kern="1200" dirty="0"/>
            <a:t>Geometry </a:t>
          </a:r>
        </a:p>
      </dsp:txBody>
      <dsp:txXfrm>
        <a:off x="582327" y="1662463"/>
        <a:ext cx="7645334" cy="586034"/>
      </dsp:txXfrm>
    </dsp:sp>
    <dsp:sp modelId="{A64D0660-F44E-0044-B12D-39388D235230}">
      <dsp:nvSpPr>
        <dsp:cNvPr id="0" name=""/>
        <dsp:cNvSpPr/>
      </dsp:nvSpPr>
      <dsp:spPr>
        <a:xfrm>
          <a:off x="0" y="3351875"/>
          <a:ext cx="11012487" cy="9528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4691" tIns="458216" rIns="854691" bIns="156464" numCol="1" spcCol="1270" anchor="t" anchorCtr="0">
          <a:noAutofit/>
        </a:bodyPr>
        <a:lstStyle/>
        <a:p>
          <a:pPr marL="228600" lvl="1" indent="-228600" algn="l" defTabSz="977900">
            <a:lnSpc>
              <a:spcPct val="90000"/>
            </a:lnSpc>
            <a:spcBef>
              <a:spcPct val="0"/>
            </a:spcBef>
            <a:spcAft>
              <a:spcPct val="15000"/>
            </a:spcAft>
            <a:buChar char="•"/>
          </a:pPr>
          <a:r>
            <a:rPr lang="en-DK" sz="2200" kern="1200" dirty="0"/>
            <a:t>Biased correction if pattern is wrong</a:t>
          </a:r>
        </a:p>
      </dsp:txBody>
      <dsp:txXfrm>
        <a:off x="0" y="3351875"/>
        <a:ext cx="11012487" cy="952875"/>
      </dsp:txXfrm>
    </dsp:sp>
    <dsp:sp modelId="{3C1E9227-B2F4-E94B-AEFB-B64A319E0EC1}">
      <dsp:nvSpPr>
        <dsp:cNvPr id="0" name=""/>
        <dsp:cNvSpPr/>
      </dsp:nvSpPr>
      <dsp:spPr>
        <a:xfrm>
          <a:off x="550624" y="3027155"/>
          <a:ext cx="7708740"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372" tIns="0" rIns="291372" bIns="0" numCol="1" spcCol="1270" anchor="ctr" anchorCtr="0">
          <a:noAutofit/>
        </a:bodyPr>
        <a:lstStyle/>
        <a:p>
          <a:pPr marL="0" lvl="0" indent="0" algn="l" defTabSz="977900">
            <a:lnSpc>
              <a:spcPct val="90000"/>
            </a:lnSpc>
            <a:spcBef>
              <a:spcPct val="0"/>
            </a:spcBef>
            <a:spcAft>
              <a:spcPct val="35000"/>
            </a:spcAft>
            <a:buNone/>
          </a:pPr>
          <a:r>
            <a:rPr lang="en-DK" sz="2200" kern="1200" dirty="0"/>
            <a:t>Calibration </a:t>
          </a:r>
        </a:p>
      </dsp:txBody>
      <dsp:txXfrm>
        <a:off x="582327" y="3058858"/>
        <a:ext cx="7645334" cy="58603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7A847F-B087-9A49-9CF3-076449A2FCD4}">
      <dsp:nvSpPr>
        <dsp:cNvPr id="0" name=""/>
        <dsp:cNvSpPr/>
      </dsp:nvSpPr>
      <dsp:spPr>
        <a:xfrm rot="10800000">
          <a:off x="2894003" y="0"/>
          <a:ext cx="9887583" cy="1614088"/>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768" tIns="160020" rIns="298704" bIns="160020" numCol="1" spcCol="1270" anchor="ctr" anchorCtr="0">
          <a:noAutofit/>
        </a:bodyPr>
        <a:lstStyle/>
        <a:p>
          <a:pPr marL="0" lvl="0" indent="0" algn="ctr" defTabSz="1866900">
            <a:lnSpc>
              <a:spcPct val="90000"/>
            </a:lnSpc>
            <a:spcBef>
              <a:spcPct val="0"/>
            </a:spcBef>
            <a:spcAft>
              <a:spcPct val="35000"/>
            </a:spcAft>
            <a:buNone/>
          </a:pPr>
          <a:r>
            <a:rPr lang="en-US" sz="4200" b="0" kern="1200" dirty="0"/>
            <a:t>Develop independent Monte Carlo code, McMini</a:t>
          </a:r>
          <a:endParaRPr lang="en-DK" sz="4200" kern="1200" dirty="0"/>
        </a:p>
      </dsp:txBody>
      <dsp:txXfrm rot="10800000">
        <a:off x="3297525" y="0"/>
        <a:ext cx="9484061" cy="1614088"/>
      </dsp:txXfrm>
    </dsp:sp>
    <dsp:sp modelId="{22A35059-E90E-4547-92B9-8961A1713EA3}">
      <dsp:nvSpPr>
        <dsp:cNvPr id="0" name=""/>
        <dsp:cNvSpPr/>
      </dsp:nvSpPr>
      <dsp:spPr>
        <a:xfrm>
          <a:off x="2086959" y="0"/>
          <a:ext cx="1614088" cy="1614088"/>
        </a:xfrm>
        <a:prstGeom prst="ellipse">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7A847F-B087-9A49-9CF3-076449A2FCD4}">
      <dsp:nvSpPr>
        <dsp:cNvPr id="0" name=""/>
        <dsp:cNvSpPr/>
      </dsp:nvSpPr>
      <dsp:spPr>
        <a:xfrm rot="10800000">
          <a:off x="2833361" y="371"/>
          <a:ext cx="9908196" cy="1350751"/>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5644" tIns="133350" rIns="248920" bIns="133350" numCol="1" spcCol="1270" anchor="ctr" anchorCtr="0">
          <a:noAutofit/>
        </a:bodyPr>
        <a:lstStyle/>
        <a:p>
          <a:pPr marL="0" lvl="0" indent="0" algn="ctr" defTabSz="1555750">
            <a:lnSpc>
              <a:spcPct val="90000"/>
            </a:lnSpc>
            <a:spcBef>
              <a:spcPct val="0"/>
            </a:spcBef>
            <a:spcAft>
              <a:spcPct val="35000"/>
            </a:spcAft>
            <a:buNone/>
          </a:pPr>
          <a:r>
            <a:rPr lang="en-US" sz="3500" b="0" kern="1200" dirty="0"/>
            <a:t>Develop independent Monte Carlo code, McMini</a:t>
          </a:r>
          <a:endParaRPr lang="en-DK" sz="3500" kern="1200" dirty="0"/>
        </a:p>
      </dsp:txBody>
      <dsp:txXfrm rot="10800000">
        <a:off x="3171049" y="371"/>
        <a:ext cx="9570508" cy="1350751"/>
      </dsp:txXfrm>
    </dsp:sp>
    <dsp:sp modelId="{22A35059-E90E-4547-92B9-8961A1713EA3}">
      <dsp:nvSpPr>
        <dsp:cNvPr id="0" name=""/>
        <dsp:cNvSpPr/>
      </dsp:nvSpPr>
      <dsp:spPr>
        <a:xfrm>
          <a:off x="2157985" y="371"/>
          <a:ext cx="1350751" cy="1350751"/>
        </a:xfrm>
        <a:prstGeom prst="ellipse">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67C0BA0-185C-694C-BF1F-3278F05B4C83}">
      <dsp:nvSpPr>
        <dsp:cNvPr id="0" name=""/>
        <dsp:cNvSpPr/>
      </dsp:nvSpPr>
      <dsp:spPr>
        <a:xfrm rot="10800000">
          <a:off x="2833361" y="1688809"/>
          <a:ext cx="9908196" cy="1350751"/>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5644" tIns="133350" rIns="24892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Validate McStas / Union framework</a:t>
          </a:r>
          <a:endParaRPr lang="en-DK" sz="3500" kern="1200" dirty="0"/>
        </a:p>
      </dsp:txBody>
      <dsp:txXfrm rot="10800000">
        <a:off x="3171049" y="1688809"/>
        <a:ext cx="9570508" cy="1350751"/>
      </dsp:txXfrm>
    </dsp:sp>
    <dsp:sp modelId="{C0796714-A272-8A49-B46B-B138555A5260}">
      <dsp:nvSpPr>
        <dsp:cNvPr id="0" name=""/>
        <dsp:cNvSpPr/>
      </dsp:nvSpPr>
      <dsp:spPr>
        <a:xfrm>
          <a:off x="2157985" y="1688809"/>
          <a:ext cx="1350751" cy="1350751"/>
        </a:xfrm>
        <a:prstGeom prst="ellipse">
          <a:avLst/>
        </a:prstGeom>
        <a:blipFill rotWithShape="1">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7A847F-B087-9A49-9CF3-076449A2FCD4}">
      <dsp:nvSpPr>
        <dsp:cNvPr id="0" name=""/>
        <dsp:cNvSpPr/>
      </dsp:nvSpPr>
      <dsp:spPr>
        <a:xfrm rot="10800000">
          <a:off x="2794007" y="517"/>
          <a:ext cx="9890020" cy="121164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4303" tIns="118110" rIns="220472" bIns="118110" numCol="1" spcCol="1270" anchor="ctr" anchorCtr="0">
          <a:noAutofit/>
        </a:bodyPr>
        <a:lstStyle/>
        <a:p>
          <a:pPr marL="0" lvl="0" indent="0" algn="ctr" defTabSz="1377950">
            <a:lnSpc>
              <a:spcPct val="90000"/>
            </a:lnSpc>
            <a:spcBef>
              <a:spcPct val="0"/>
            </a:spcBef>
            <a:spcAft>
              <a:spcPct val="35000"/>
            </a:spcAft>
            <a:buNone/>
          </a:pPr>
          <a:r>
            <a:rPr lang="en-US" sz="3100" b="0" kern="1200" dirty="0"/>
            <a:t>Develop independent Monte Carlo code, McMini</a:t>
          </a:r>
          <a:endParaRPr lang="en-DK" sz="3100" kern="1200" dirty="0"/>
        </a:p>
      </dsp:txBody>
      <dsp:txXfrm rot="10800000">
        <a:off x="3096918" y="517"/>
        <a:ext cx="9587109" cy="1211646"/>
      </dsp:txXfrm>
    </dsp:sp>
    <dsp:sp modelId="{22A35059-E90E-4547-92B9-8961A1713EA3}">
      <dsp:nvSpPr>
        <dsp:cNvPr id="0" name=""/>
        <dsp:cNvSpPr/>
      </dsp:nvSpPr>
      <dsp:spPr>
        <a:xfrm>
          <a:off x="2188183" y="517"/>
          <a:ext cx="1211646" cy="1211646"/>
        </a:xfrm>
        <a:prstGeom prst="ellipse">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67C0BA0-185C-694C-BF1F-3278F05B4C83}">
      <dsp:nvSpPr>
        <dsp:cNvPr id="0" name=""/>
        <dsp:cNvSpPr/>
      </dsp:nvSpPr>
      <dsp:spPr>
        <a:xfrm rot="10800000">
          <a:off x="2794007" y="1515076"/>
          <a:ext cx="9890020" cy="121164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4303" tIns="118110" rIns="220472"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Validate McStas / Union framework</a:t>
          </a:r>
          <a:endParaRPr lang="en-DK" sz="3100" kern="1200" dirty="0"/>
        </a:p>
      </dsp:txBody>
      <dsp:txXfrm rot="10800000">
        <a:off x="3096918" y="1515076"/>
        <a:ext cx="9587109" cy="1211646"/>
      </dsp:txXfrm>
    </dsp:sp>
    <dsp:sp modelId="{C0796714-A272-8A49-B46B-B138555A5260}">
      <dsp:nvSpPr>
        <dsp:cNvPr id="0" name=""/>
        <dsp:cNvSpPr/>
      </dsp:nvSpPr>
      <dsp:spPr>
        <a:xfrm>
          <a:off x="2188183" y="1515076"/>
          <a:ext cx="1211646" cy="1211646"/>
        </a:xfrm>
        <a:prstGeom prst="ellipse">
          <a:avLst/>
        </a:prstGeom>
        <a:blipFill rotWithShape="1">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B68BAD-7C27-7B40-B1C9-1AEAF8F91532}">
      <dsp:nvSpPr>
        <dsp:cNvPr id="0" name=""/>
        <dsp:cNvSpPr/>
      </dsp:nvSpPr>
      <dsp:spPr>
        <a:xfrm rot="10800000">
          <a:off x="2794007" y="3029635"/>
          <a:ext cx="9890020" cy="121164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4303" tIns="118110" rIns="220472" bIns="118110" numCol="1" spcCol="1270" anchor="ctr" anchorCtr="0">
          <a:noAutofit/>
        </a:bodyPr>
        <a:lstStyle/>
        <a:p>
          <a:pPr marL="0" lvl="0" indent="0" algn="ctr" defTabSz="1377950">
            <a:lnSpc>
              <a:spcPct val="90000"/>
            </a:lnSpc>
            <a:spcBef>
              <a:spcPct val="0"/>
            </a:spcBef>
            <a:spcAft>
              <a:spcPct val="35000"/>
            </a:spcAft>
            <a:buNone/>
          </a:pPr>
          <a:r>
            <a:rPr lang="en-US" sz="3100" b="0" kern="1200" dirty="0"/>
            <a:t>Use McStas to study hollow cylinder sample geometry</a:t>
          </a:r>
          <a:endParaRPr lang="en-DK" sz="3100" kern="1200" dirty="0"/>
        </a:p>
      </dsp:txBody>
      <dsp:txXfrm rot="10800000">
        <a:off x="3096918" y="3029635"/>
        <a:ext cx="9587109" cy="1211646"/>
      </dsp:txXfrm>
    </dsp:sp>
    <dsp:sp modelId="{7514A273-4AB9-374F-BBB2-387D64FAC320}">
      <dsp:nvSpPr>
        <dsp:cNvPr id="0" name=""/>
        <dsp:cNvSpPr/>
      </dsp:nvSpPr>
      <dsp:spPr>
        <a:xfrm>
          <a:off x="2188183" y="3029635"/>
          <a:ext cx="1211646" cy="1211646"/>
        </a:xfrm>
        <a:prstGeom prst="ellipse">
          <a:avLst/>
        </a:prstGeom>
        <a:blipFill rotWithShape="1">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Intro</a:t>
          </a:r>
          <a:endParaRPr lang="en-US" sz="1500" kern="1200" dirty="0"/>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7A847F-B087-9A49-9CF3-076449A2FCD4}">
      <dsp:nvSpPr>
        <dsp:cNvPr id="0" name=""/>
        <dsp:cNvSpPr/>
      </dsp:nvSpPr>
      <dsp:spPr>
        <a:xfrm rot="10800000">
          <a:off x="2794007" y="517"/>
          <a:ext cx="9890020" cy="121164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4303" tIns="118110" rIns="220472" bIns="118110" numCol="1" spcCol="1270" anchor="ctr" anchorCtr="0">
          <a:noAutofit/>
        </a:bodyPr>
        <a:lstStyle/>
        <a:p>
          <a:pPr marL="0" lvl="0" indent="0" algn="ctr" defTabSz="1377950">
            <a:lnSpc>
              <a:spcPct val="90000"/>
            </a:lnSpc>
            <a:spcBef>
              <a:spcPct val="0"/>
            </a:spcBef>
            <a:spcAft>
              <a:spcPct val="35000"/>
            </a:spcAft>
            <a:buNone/>
          </a:pPr>
          <a:r>
            <a:rPr lang="en-US" sz="3100" b="0" kern="1200" dirty="0"/>
            <a:t>Develop independent Monte Carlo code, McMini</a:t>
          </a:r>
          <a:endParaRPr lang="en-DK" sz="3100" kern="1200" dirty="0"/>
        </a:p>
      </dsp:txBody>
      <dsp:txXfrm rot="10800000">
        <a:off x="3096918" y="517"/>
        <a:ext cx="9587109" cy="1211646"/>
      </dsp:txXfrm>
    </dsp:sp>
    <dsp:sp modelId="{22A35059-E90E-4547-92B9-8961A1713EA3}">
      <dsp:nvSpPr>
        <dsp:cNvPr id="0" name=""/>
        <dsp:cNvSpPr/>
      </dsp:nvSpPr>
      <dsp:spPr>
        <a:xfrm>
          <a:off x="2188183" y="517"/>
          <a:ext cx="1211646" cy="1211646"/>
        </a:xfrm>
        <a:prstGeom prst="ellipse">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67C0BA0-185C-694C-BF1F-3278F05B4C83}">
      <dsp:nvSpPr>
        <dsp:cNvPr id="0" name=""/>
        <dsp:cNvSpPr/>
      </dsp:nvSpPr>
      <dsp:spPr>
        <a:xfrm rot="10800000">
          <a:off x="2794007" y="1515076"/>
          <a:ext cx="9890020" cy="121164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4303" tIns="118110" rIns="220472"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Validate McStas / Union framework</a:t>
          </a:r>
          <a:endParaRPr lang="en-DK" sz="3100" kern="1200" dirty="0"/>
        </a:p>
      </dsp:txBody>
      <dsp:txXfrm rot="10800000">
        <a:off x="3096918" y="1515076"/>
        <a:ext cx="9587109" cy="1211646"/>
      </dsp:txXfrm>
    </dsp:sp>
    <dsp:sp modelId="{C0796714-A272-8A49-B46B-B138555A5260}">
      <dsp:nvSpPr>
        <dsp:cNvPr id="0" name=""/>
        <dsp:cNvSpPr/>
      </dsp:nvSpPr>
      <dsp:spPr>
        <a:xfrm>
          <a:off x="2188183" y="1515076"/>
          <a:ext cx="1211646" cy="1211646"/>
        </a:xfrm>
        <a:prstGeom prst="ellipse">
          <a:avLst/>
        </a:prstGeom>
        <a:blipFill rotWithShape="1">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B68BAD-7C27-7B40-B1C9-1AEAF8F91532}">
      <dsp:nvSpPr>
        <dsp:cNvPr id="0" name=""/>
        <dsp:cNvSpPr/>
      </dsp:nvSpPr>
      <dsp:spPr>
        <a:xfrm rot="10800000">
          <a:off x="2794007" y="3029635"/>
          <a:ext cx="9890020" cy="121164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4303" tIns="118110" rIns="220472" bIns="118110" numCol="1" spcCol="1270" anchor="ctr" anchorCtr="0">
          <a:noAutofit/>
        </a:bodyPr>
        <a:lstStyle/>
        <a:p>
          <a:pPr marL="0" lvl="0" indent="0" algn="ctr" defTabSz="1377950">
            <a:lnSpc>
              <a:spcPct val="90000"/>
            </a:lnSpc>
            <a:spcBef>
              <a:spcPct val="0"/>
            </a:spcBef>
            <a:spcAft>
              <a:spcPct val="35000"/>
            </a:spcAft>
            <a:buNone/>
          </a:pPr>
          <a:r>
            <a:rPr lang="en-US" sz="3100" b="0" kern="1200" dirty="0"/>
            <a:t>Use McStas to study hollow cylinder sample geometry</a:t>
          </a:r>
          <a:endParaRPr lang="en-DK" sz="3100" kern="1200" dirty="0"/>
        </a:p>
      </dsp:txBody>
      <dsp:txXfrm rot="10800000">
        <a:off x="3096918" y="3029635"/>
        <a:ext cx="9587109" cy="1211646"/>
      </dsp:txXfrm>
    </dsp:sp>
    <dsp:sp modelId="{7514A273-4AB9-374F-BBB2-387D64FAC320}">
      <dsp:nvSpPr>
        <dsp:cNvPr id="0" name=""/>
        <dsp:cNvSpPr/>
      </dsp:nvSpPr>
      <dsp:spPr>
        <a:xfrm>
          <a:off x="2188183" y="3029635"/>
          <a:ext cx="1211646" cy="1211646"/>
        </a:xfrm>
        <a:prstGeom prst="ellipse">
          <a:avLst/>
        </a:prstGeom>
        <a:blipFill rotWithShape="1">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5F2305-DEC7-E94A-9F41-3DC1E39C222F}">
      <dsp:nvSpPr>
        <dsp:cNvPr id="0" name=""/>
        <dsp:cNvSpPr/>
      </dsp:nvSpPr>
      <dsp:spPr>
        <a:xfrm rot="5400000">
          <a:off x="6477002" y="-2259636"/>
          <a:ext cx="2022975" cy="704799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422400">
            <a:lnSpc>
              <a:spcPct val="90000"/>
            </a:lnSpc>
            <a:spcBef>
              <a:spcPct val="0"/>
            </a:spcBef>
            <a:spcAft>
              <a:spcPct val="15000"/>
            </a:spcAft>
            <a:buNone/>
          </a:pPr>
          <a:r>
            <a:rPr lang="en-US" sz="3200" kern="1200" dirty="0"/>
            <a:t>The macroscopic cross section</a:t>
          </a:r>
          <a:endParaRPr lang="en-DK" sz="3200" kern="1200" dirty="0"/>
        </a:p>
      </dsp:txBody>
      <dsp:txXfrm rot="-5400000">
        <a:off x="3964495" y="351624"/>
        <a:ext cx="6949238" cy="1825469"/>
      </dsp:txXfrm>
    </dsp:sp>
    <dsp:sp modelId="{E0A02BEB-33BD-9B4A-8053-C2D8BE496F33}">
      <dsp:nvSpPr>
        <dsp:cNvPr id="0" name=""/>
        <dsp:cNvSpPr/>
      </dsp:nvSpPr>
      <dsp:spPr>
        <a:xfrm>
          <a:off x="0" y="0"/>
          <a:ext cx="3964494" cy="25287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DK" sz="3200" i="1" kern="1200" smtClean="0">
                        <a:latin typeface="Cambria Math" panose="02040503050406030204" pitchFamily="18" charset="0"/>
                      </a:rPr>
                    </m:ctrlPr>
                  </m:sSubPr>
                  <m:e>
                    <m:r>
                      <m:rPr>
                        <m:sty m:val="p"/>
                      </m:rPr>
                      <a:rPr lang="en-DK" sz="3200" i="1" kern="1200">
                        <a:latin typeface="Cambria Math" panose="02040503050406030204" pitchFamily="18" charset="0"/>
                      </a:rPr>
                      <m:t>Σ</m:t>
                    </m:r>
                  </m:e>
                  <m:sub>
                    <m:r>
                      <a:rPr lang="en-DK" sz="3200" i="1" kern="1200">
                        <a:latin typeface="Cambria Math" panose="02040503050406030204" pitchFamily="18" charset="0"/>
                      </a:rPr>
                      <m:t>𝑡</m:t>
                    </m:r>
                  </m:sub>
                </m:sSub>
                <m:r>
                  <a:rPr lang="en-DK" sz="3200" i="1" kern="1200">
                    <a:latin typeface="Cambria Math" panose="02040503050406030204" pitchFamily="18" charset="0"/>
                  </a:rPr>
                  <m:t>=</m:t>
                </m:r>
                <m:r>
                  <a:rPr lang="en-DK" sz="3200" i="1" kern="1200">
                    <a:latin typeface="Cambria Math" panose="02040503050406030204" pitchFamily="18" charset="0"/>
                  </a:rPr>
                  <m:t>𝑛</m:t>
                </m:r>
                <m:sSub>
                  <m:sSubPr>
                    <m:ctrlPr>
                      <a:rPr lang="en-DK" sz="3200" i="1" kern="1200">
                        <a:latin typeface="Cambria Math" panose="02040503050406030204" pitchFamily="18" charset="0"/>
                      </a:rPr>
                    </m:ctrlPr>
                  </m:sSubPr>
                  <m:e>
                    <m:r>
                      <a:rPr lang="en-DK" sz="3200" i="1" kern="1200">
                        <a:latin typeface="Cambria Math" panose="02040503050406030204" pitchFamily="18" charset="0"/>
                      </a:rPr>
                      <m:t>𝜎</m:t>
                    </m:r>
                  </m:e>
                  <m:sub>
                    <m:r>
                      <a:rPr lang="en-DK" sz="3200" i="1" kern="1200">
                        <a:latin typeface="Cambria Math" panose="02040503050406030204" pitchFamily="18" charset="0"/>
                      </a:rPr>
                      <m:t>𝑡</m:t>
                    </m:r>
                  </m:sub>
                </m:sSub>
              </m:oMath>
            </m:oMathPara>
          </a14:m>
          <a:endParaRPr lang="en-DK" sz="3200" kern="1200" dirty="0"/>
        </a:p>
      </dsp:txBody>
      <dsp:txXfrm>
        <a:off x="123442" y="123442"/>
        <a:ext cx="3717610" cy="228183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Intro</a:t>
          </a:r>
          <a:endParaRPr lang="en-US" sz="1500" kern="1200" dirty="0"/>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5F2305-DEC7-E94A-9F41-3DC1E39C222F}">
      <dsp:nvSpPr>
        <dsp:cNvPr id="0" name=""/>
        <dsp:cNvSpPr/>
      </dsp:nvSpPr>
      <dsp:spPr>
        <a:xfrm rot="5400000">
          <a:off x="6852966" y="-2729550"/>
          <a:ext cx="1271047" cy="704799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US" sz="2800" kern="1200" dirty="0"/>
            <a:t>The macroscopic cross section</a:t>
          </a:r>
          <a:endParaRPr lang="en-DK" sz="2800" kern="1200" dirty="0"/>
        </a:p>
      </dsp:txBody>
      <dsp:txXfrm rot="-5400000">
        <a:off x="3964495" y="220968"/>
        <a:ext cx="6985944" cy="1146953"/>
      </dsp:txXfrm>
    </dsp:sp>
    <dsp:sp modelId="{E0A02BEB-33BD-9B4A-8053-C2D8BE496F33}">
      <dsp:nvSpPr>
        <dsp:cNvPr id="0" name=""/>
        <dsp:cNvSpPr/>
      </dsp:nvSpPr>
      <dsp:spPr>
        <a:xfrm>
          <a:off x="0" y="39"/>
          <a:ext cx="3964494" cy="1588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DK" sz="2400" i="1" kern="1200" smtClean="0">
                        <a:latin typeface="Cambria Math" panose="02040503050406030204" pitchFamily="18" charset="0"/>
                      </a:rPr>
                    </m:ctrlPr>
                  </m:sSubPr>
                  <m:e>
                    <m:r>
                      <m:rPr>
                        <m:sty m:val="p"/>
                      </m:rPr>
                      <a:rPr lang="en-DK" sz="2400" i="1" kern="1200">
                        <a:latin typeface="Cambria Math" panose="02040503050406030204" pitchFamily="18" charset="0"/>
                      </a:rPr>
                      <m:t>Σ</m:t>
                    </m:r>
                  </m:e>
                  <m:sub>
                    <m:r>
                      <a:rPr lang="en-DK" sz="2400" i="1" kern="1200">
                        <a:latin typeface="Cambria Math" panose="02040503050406030204" pitchFamily="18" charset="0"/>
                      </a:rPr>
                      <m:t>𝑡</m:t>
                    </m:r>
                  </m:sub>
                </m:sSub>
                <m:r>
                  <a:rPr lang="en-DK" sz="2400" i="1" kern="1200">
                    <a:latin typeface="Cambria Math" panose="02040503050406030204" pitchFamily="18" charset="0"/>
                  </a:rPr>
                  <m:t>=</m:t>
                </m:r>
                <m:r>
                  <a:rPr lang="en-DK" sz="2400" i="1" kern="1200">
                    <a:latin typeface="Cambria Math" panose="02040503050406030204" pitchFamily="18" charset="0"/>
                  </a:rPr>
                  <m:t>𝑛</m:t>
                </m:r>
                <m:sSub>
                  <m:sSubPr>
                    <m:ctrlPr>
                      <a:rPr lang="en-DK" sz="2400" i="1" kern="1200">
                        <a:latin typeface="Cambria Math" panose="02040503050406030204" pitchFamily="18" charset="0"/>
                      </a:rPr>
                    </m:ctrlPr>
                  </m:sSubPr>
                  <m:e>
                    <m:r>
                      <a:rPr lang="en-DK" sz="2400" i="1" kern="1200">
                        <a:latin typeface="Cambria Math" panose="02040503050406030204" pitchFamily="18" charset="0"/>
                      </a:rPr>
                      <m:t>𝜎</m:t>
                    </m:r>
                  </m:e>
                  <m:sub>
                    <m:r>
                      <a:rPr lang="en-DK" sz="2400" i="1" kern="1200">
                        <a:latin typeface="Cambria Math" panose="02040503050406030204" pitchFamily="18" charset="0"/>
                      </a:rPr>
                      <m:t>𝑡</m:t>
                    </m:r>
                  </m:sub>
                </m:sSub>
              </m:oMath>
            </m:oMathPara>
          </a14:m>
          <a:endParaRPr lang="en-DK" sz="2400" kern="1200" dirty="0"/>
        </a:p>
      </dsp:txBody>
      <dsp:txXfrm>
        <a:off x="77559" y="77598"/>
        <a:ext cx="3809376" cy="1433691"/>
      </dsp:txXfrm>
    </dsp:sp>
    <dsp:sp modelId="{35BA1301-0431-3242-AEC8-DADC638DF515}">
      <dsp:nvSpPr>
        <dsp:cNvPr id="0" name=""/>
        <dsp:cNvSpPr/>
      </dsp:nvSpPr>
      <dsp:spPr>
        <a:xfrm rot="5400000">
          <a:off x="6852966" y="-1061300"/>
          <a:ext cx="1271047" cy="704799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DK" sz="2800" kern="1200" dirty="0"/>
            <a:t>Sampled free-flight distance</a:t>
          </a:r>
        </a:p>
      </dsp:txBody>
      <dsp:txXfrm rot="-5400000">
        <a:off x="3964495" y="1889218"/>
        <a:ext cx="6985944" cy="1146953"/>
      </dsp:txXfrm>
    </dsp:sp>
    <dsp:sp modelId="{A6EC7314-7CD6-674C-9233-932F91AB28F4}">
      <dsp:nvSpPr>
        <dsp:cNvPr id="0" name=""/>
        <dsp:cNvSpPr/>
      </dsp:nvSpPr>
      <dsp:spPr>
        <a:xfrm>
          <a:off x="0" y="1668290"/>
          <a:ext cx="3964494" cy="1588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400" i="1" kern="1200" smtClean="0">
                    <a:latin typeface="Cambria Math" panose="02040503050406030204" pitchFamily="18" charset="0"/>
                  </a:rPr>
                  <m:t>𝑠</m:t>
                </m:r>
                <m:r>
                  <a:rPr lang="en-DK" sz="2400" i="1" kern="1200" smtClean="0">
                    <a:latin typeface="Cambria Math" panose="02040503050406030204" pitchFamily="18" charset="0"/>
                  </a:rPr>
                  <m:t>=−</m:t>
                </m:r>
                <m:f>
                  <m:fPr>
                    <m:ctrlPr>
                      <a:rPr lang="en-DK" sz="2400" i="1" kern="1200">
                        <a:latin typeface="Cambria Math" panose="02040503050406030204" pitchFamily="18" charset="0"/>
                      </a:rPr>
                    </m:ctrlPr>
                  </m:fPr>
                  <m:num>
                    <m:func>
                      <m:funcPr>
                        <m:ctrlPr>
                          <a:rPr lang="en-DK" sz="2400" i="1" kern="1200">
                            <a:latin typeface="Cambria Math" panose="02040503050406030204" pitchFamily="18" charset="0"/>
                          </a:rPr>
                        </m:ctrlPr>
                      </m:funcPr>
                      <m:fName>
                        <m:r>
                          <m:rPr>
                            <m:sty m:val="p"/>
                          </m:rPr>
                          <a:rPr lang="en-DK" sz="2400" kern="1200">
                            <a:latin typeface="Cambria Math" panose="02040503050406030204" pitchFamily="18" charset="0"/>
                          </a:rPr>
                          <m:t>ln</m:t>
                        </m:r>
                      </m:fName>
                      <m:e>
                        <m:r>
                          <a:rPr lang="en-DK" sz="2400" i="1" kern="1200">
                            <a:latin typeface="Cambria Math" panose="02040503050406030204" pitchFamily="18" charset="0"/>
                          </a:rPr>
                          <m:t>𝒰</m:t>
                        </m:r>
                      </m:e>
                    </m:func>
                  </m:num>
                  <m:den>
                    <m:sSub>
                      <m:sSubPr>
                        <m:ctrlPr>
                          <a:rPr lang="en-DK" sz="2400" i="1" kern="1200">
                            <a:latin typeface="Cambria Math" panose="02040503050406030204" pitchFamily="18" charset="0"/>
                          </a:rPr>
                        </m:ctrlPr>
                      </m:sSubPr>
                      <m:e>
                        <m:r>
                          <m:rPr>
                            <m:sty m:val="p"/>
                          </m:rPr>
                          <a:rPr lang="en-DK" sz="2400" i="1" kern="1200">
                            <a:latin typeface="Cambria Math" panose="02040503050406030204" pitchFamily="18" charset="0"/>
                          </a:rPr>
                          <m:t>Σ</m:t>
                        </m:r>
                      </m:e>
                      <m:sub>
                        <m:r>
                          <a:rPr lang="en-DK" sz="2400" i="1" kern="1200">
                            <a:latin typeface="Cambria Math" panose="02040503050406030204" pitchFamily="18" charset="0"/>
                          </a:rPr>
                          <m:t>𝑡</m:t>
                        </m:r>
                      </m:sub>
                    </m:sSub>
                  </m:den>
                </m:f>
                <m:r>
                  <a:rPr lang="da-DK" sz="2400" b="0" i="1" kern="1200" smtClean="0">
                    <a:latin typeface="Cambria Math" panose="02040503050406030204" pitchFamily="18" charset="0"/>
                  </a:rPr>
                  <m:t>,  </m:t>
                </m:r>
                <m:r>
                  <a:rPr lang="da-DK" sz="2400" b="0" i="1" kern="1200" smtClean="0">
                    <a:latin typeface="Cambria Math" panose="02040503050406030204" pitchFamily="18" charset="0"/>
                    <a:ea typeface="Cambria Math" panose="02040503050406030204" pitchFamily="18" charset="0"/>
                  </a:rPr>
                  <m:t>𝒰</m:t>
                </m:r>
                <m:r>
                  <a:rPr lang="da-DK" sz="2400" b="0" i="1" kern="1200" smtClean="0">
                    <a:latin typeface="Cambria Math" panose="02040503050406030204" pitchFamily="18" charset="0"/>
                    <a:ea typeface="Cambria Math" panose="02040503050406030204" pitchFamily="18" charset="0"/>
                  </a:rPr>
                  <m:t>∈(0,1]</m:t>
                </m:r>
              </m:oMath>
            </m:oMathPara>
          </a14:m>
          <a:endParaRPr lang="en-DK" sz="2400" kern="1200" dirty="0"/>
        </a:p>
      </dsp:txBody>
      <dsp:txXfrm>
        <a:off x="77559" y="1745849"/>
        <a:ext cx="3809376" cy="1433691"/>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Intro</a:t>
          </a:r>
          <a:endParaRPr lang="en-US" sz="1500" kern="1200" dirty="0"/>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5F2305-DEC7-E94A-9F41-3DC1E39C222F}">
      <dsp:nvSpPr>
        <dsp:cNvPr id="0" name=""/>
        <dsp:cNvSpPr/>
      </dsp:nvSpPr>
      <dsp:spPr>
        <a:xfrm rot="5400000">
          <a:off x="6927388" y="-2820492"/>
          <a:ext cx="1122203" cy="704799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US" sz="2800" kern="1200" dirty="0"/>
            <a:t>The macroscopic cross section</a:t>
          </a:r>
          <a:endParaRPr lang="en-DK" sz="2800" kern="1200" dirty="0"/>
        </a:p>
      </dsp:txBody>
      <dsp:txXfrm rot="-5400000">
        <a:off x="3964495" y="197182"/>
        <a:ext cx="6993210" cy="1012641"/>
      </dsp:txXfrm>
    </dsp:sp>
    <dsp:sp modelId="{E0A02BEB-33BD-9B4A-8053-C2D8BE496F33}">
      <dsp:nvSpPr>
        <dsp:cNvPr id="0" name=""/>
        <dsp:cNvSpPr/>
      </dsp:nvSpPr>
      <dsp:spPr>
        <a:xfrm>
          <a:off x="0" y="2125"/>
          <a:ext cx="3964494" cy="14027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DK" sz="2000" i="1" kern="1200" smtClean="0">
                        <a:latin typeface="Cambria Math" panose="02040503050406030204" pitchFamily="18" charset="0"/>
                      </a:rPr>
                    </m:ctrlPr>
                  </m:sSubPr>
                  <m:e>
                    <m:r>
                      <m:rPr>
                        <m:sty m:val="p"/>
                      </m:rPr>
                      <a:rPr lang="en-DK" sz="2000" i="1" kern="1200">
                        <a:latin typeface="Cambria Math" panose="02040503050406030204" pitchFamily="18" charset="0"/>
                      </a:rPr>
                      <m:t>Σ</m:t>
                    </m:r>
                  </m:e>
                  <m:sub>
                    <m:r>
                      <a:rPr lang="en-DK" sz="2000" i="1" kern="1200">
                        <a:latin typeface="Cambria Math" panose="02040503050406030204" pitchFamily="18" charset="0"/>
                      </a:rPr>
                      <m:t>𝑡</m:t>
                    </m:r>
                  </m:sub>
                </m:sSub>
                <m:r>
                  <a:rPr lang="en-DK" sz="2000" i="1" kern="1200">
                    <a:latin typeface="Cambria Math" panose="02040503050406030204" pitchFamily="18" charset="0"/>
                  </a:rPr>
                  <m:t>=</m:t>
                </m:r>
                <m:r>
                  <a:rPr lang="en-DK" sz="2000" i="1" kern="1200">
                    <a:latin typeface="Cambria Math" panose="02040503050406030204" pitchFamily="18" charset="0"/>
                  </a:rPr>
                  <m:t>𝑛</m:t>
                </m:r>
                <m:sSub>
                  <m:sSubPr>
                    <m:ctrlPr>
                      <a:rPr lang="en-DK" sz="2000" i="1" kern="1200">
                        <a:latin typeface="Cambria Math" panose="02040503050406030204" pitchFamily="18" charset="0"/>
                      </a:rPr>
                    </m:ctrlPr>
                  </m:sSubPr>
                  <m:e>
                    <m:r>
                      <a:rPr lang="en-DK" sz="2000" i="1" kern="1200">
                        <a:latin typeface="Cambria Math" panose="02040503050406030204" pitchFamily="18" charset="0"/>
                      </a:rPr>
                      <m:t>𝜎</m:t>
                    </m:r>
                  </m:e>
                  <m:sub>
                    <m:r>
                      <a:rPr lang="en-DK" sz="2000" i="1" kern="1200">
                        <a:latin typeface="Cambria Math" panose="02040503050406030204" pitchFamily="18" charset="0"/>
                      </a:rPr>
                      <m:t>𝑡</m:t>
                    </m:r>
                  </m:sub>
                </m:sSub>
              </m:oMath>
            </m:oMathPara>
          </a14:m>
          <a:endParaRPr lang="en-DK" sz="2000" kern="1200" dirty="0"/>
        </a:p>
      </dsp:txBody>
      <dsp:txXfrm>
        <a:off x="68477" y="70602"/>
        <a:ext cx="3827540" cy="1265800"/>
      </dsp:txXfrm>
    </dsp:sp>
    <dsp:sp modelId="{35BA1301-0431-3242-AEC8-DADC638DF515}">
      <dsp:nvSpPr>
        <dsp:cNvPr id="0" name=""/>
        <dsp:cNvSpPr/>
      </dsp:nvSpPr>
      <dsp:spPr>
        <a:xfrm rot="5400000">
          <a:off x="6927388" y="-1347600"/>
          <a:ext cx="1122203" cy="704799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DK" sz="2800" kern="1200" dirty="0"/>
            <a:t>Sampled free-flight distance</a:t>
          </a:r>
        </a:p>
      </dsp:txBody>
      <dsp:txXfrm rot="-5400000">
        <a:off x="3964495" y="1670074"/>
        <a:ext cx="6993210" cy="1012641"/>
      </dsp:txXfrm>
    </dsp:sp>
    <dsp:sp modelId="{A6EC7314-7CD6-674C-9233-932F91AB28F4}">
      <dsp:nvSpPr>
        <dsp:cNvPr id="0" name=""/>
        <dsp:cNvSpPr/>
      </dsp:nvSpPr>
      <dsp:spPr>
        <a:xfrm>
          <a:off x="0" y="1475017"/>
          <a:ext cx="3964494" cy="14027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000" i="1" kern="1200" smtClean="0">
                    <a:latin typeface="Cambria Math" panose="02040503050406030204" pitchFamily="18" charset="0"/>
                  </a:rPr>
                  <m:t>𝑠</m:t>
                </m:r>
                <m:r>
                  <a:rPr lang="en-DK" sz="2000" i="1" kern="1200" smtClean="0">
                    <a:latin typeface="Cambria Math" panose="02040503050406030204" pitchFamily="18" charset="0"/>
                  </a:rPr>
                  <m:t>=−</m:t>
                </m:r>
                <m:f>
                  <m:fPr>
                    <m:ctrlPr>
                      <a:rPr lang="en-DK" sz="2000" i="1" kern="1200">
                        <a:latin typeface="Cambria Math" panose="02040503050406030204" pitchFamily="18" charset="0"/>
                      </a:rPr>
                    </m:ctrlPr>
                  </m:fPr>
                  <m:num>
                    <m:func>
                      <m:funcPr>
                        <m:ctrlPr>
                          <a:rPr lang="en-DK" sz="2000" i="1" kern="1200">
                            <a:latin typeface="Cambria Math" panose="02040503050406030204" pitchFamily="18" charset="0"/>
                          </a:rPr>
                        </m:ctrlPr>
                      </m:funcPr>
                      <m:fName>
                        <m:r>
                          <m:rPr>
                            <m:sty m:val="p"/>
                          </m:rPr>
                          <a:rPr lang="en-DK" sz="2000" kern="1200">
                            <a:latin typeface="Cambria Math" panose="02040503050406030204" pitchFamily="18" charset="0"/>
                          </a:rPr>
                          <m:t>ln</m:t>
                        </m:r>
                      </m:fName>
                      <m:e>
                        <m:r>
                          <a:rPr lang="en-DK" sz="2000" i="1" kern="1200">
                            <a:latin typeface="Cambria Math" panose="02040503050406030204" pitchFamily="18" charset="0"/>
                          </a:rPr>
                          <m:t>𝒰</m:t>
                        </m:r>
                      </m:e>
                    </m:func>
                  </m:num>
                  <m:den>
                    <m:sSub>
                      <m:sSubPr>
                        <m:ctrlPr>
                          <a:rPr lang="en-DK" sz="2000" i="1" kern="1200">
                            <a:latin typeface="Cambria Math" panose="02040503050406030204" pitchFamily="18" charset="0"/>
                          </a:rPr>
                        </m:ctrlPr>
                      </m:sSubPr>
                      <m:e>
                        <m:r>
                          <m:rPr>
                            <m:sty m:val="p"/>
                          </m:rPr>
                          <a:rPr lang="en-DK" sz="2000" i="1" kern="1200">
                            <a:latin typeface="Cambria Math" panose="02040503050406030204" pitchFamily="18" charset="0"/>
                          </a:rPr>
                          <m:t>Σ</m:t>
                        </m:r>
                      </m:e>
                      <m:sub>
                        <m:r>
                          <a:rPr lang="en-DK" sz="2000" i="1" kern="1200">
                            <a:latin typeface="Cambria Math" panose="02040503050406030204" pitchFamily="18" charset="0"/>
                          </a:rPr>
                          <m:t>𝑡</m:t>
                        </m:r>
                      </m:sub>
                    </m:sSub>
                  </m:den>
                </m:f>
                <m:r>
                  <a:rPr lang="da-DK" sz="2000" b="0" i="1" kern="1200" smtClean="0">
                    <a:latin typeface="Cambria Math" panose="02040503050406030204" pitchFamily="18" charset="0"/>
                  </a:rPr>
                  <m:t>,  </m:t>
                </m:r>
                <m:r>
                  <a:rPr lang="da-DK" sz="2000" b="0" i="1" kern="1200" smtClean="0">
                    <a:latin typeface="Cambria Math" panose="02040503050406030204" pitchFamily="18" charset="0"/>
                    <a:ea typeface="Cambria Math" panose="02040503050406030204" pitchFamily="18" charset="0"/>
                  </a:rPr>
                  <m:t>𝒰</m:t>
                </m:r>
                <m:r>
                  <a:rPr lang="da-DK" sz="2000" b="0" i="1" kern="1200" smtClean="0">
                    <a:latin typeface="Cambria Math" panose="02040503050406030204" pitchFamily="18" charset="0"/>
                    <a:ea typeface="Cambria Math" panose="02040503050406030204" pitchFamily="18" charset="0"/>
                  </a:rPr>
                  <m:t>∈(0,1]</m:t>
                </m:r>
              </m:oMath>
            </m:oMathPara>
          </a14:m>
          <a:endParaRPr lang="en-DK" sz="2000" kern="1200" dirty="0"/>
        </a:p>
      </dsp:txBody>
      <dsp:txXfrm>
        <a:off x="68477" y="1543494"/>
        <a:ext cx="3827540" cy="1265800"/>
      </dsp:txXfrm>
    </dsp:sp>
    <dsp:sp modelId="{64117DD4-603F-6F46-9AED-BC6743D1CD47}">
      <dsp:nvSpPr>
        <dsp:cNvPr id="0" name=""/>
        <dsp:cNvSpPr/>
      </dsp:nvSpPr>
      <dsp:spPr>
        <a:xfrm rot="5400000">
          <a:off x="6927388" y="125291"/>
          <a:ext cx="1122203" cy="704799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DK" sz="2800" kern="1200" dirty="0"/>
            <a:t>Expected single-scattering intensity</a:t>
          </a:r>
        </a:p>
      </dsp:txBody>
      <dsp:txXfrm rot="-5400000">
        <a:off x="3964495" y="3142966"/>
        <a:ext cx="6993210" cy="1012641"/>
      </dsp:txXfrm>
    </dsp:sp>
    <dsp:sp modelId="{C1608598-F642-2D4B-952D-1949748B486F}">
      <dsp:nvSpPr>
        <dsp:cNvPr id="0" name=""/>
        <dsp:cNvSpPr/>
      </dsp:nvSpPr>
      <dsp:spPr>
        <a:xfrm>
          <a:off x="0" y="2947910"/>
          <a:ext cx="3964494" cy="14027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Sup>
                  <m:sSubSupPr>
                    <m:ctrlPr>
                      <a:rPr lang="en-DK" sz="2000" i="1" kern="1200" smtClean="0">
                        <a:latin typeface="Cambria Math" panose="02040503050406030204" pitchFamily="18" charset="0"/>
                      </a:rPr>
                    </m:ctrlPr>
                  </m:sSubSupPr>
                  <m:e>
                    <m:r>
                      <a:rPr lang="en-DK" sz="2000" i="1" kern="1200">
                        <a:latin typeface="Cambria Math" panose="02040503050406030204" pitchFamily="18" charset="0"/>
                      </a:rPr>
                      <m:t>𝐼</m:t>
                    </m:r>
                  </m:e>
                  <m:sub>
                    <m:r>
                      <m:rPr>
                        <m:sty m:val="p"/>
                      </m:rPr>
                      <a:rPr lang="en-DK" sz="2000" kern="1200">
                        <a:latin typeface="Cambria Math" panose="02040503050406030204" pitchFamily="18" charset="0"/>
                      </a:rPr>
                      <m:t>exp</m:t>
                    </m:r>
                  </m:sub>
                  <m:sup>
                    <m:r>
                      <a:rPr lang="en-DK" sz="2000" i="1" kern="1200">
                        <a:latin typeface="Cambria Math" panose="02040503050406030204" pitchFamily="18" charset="0"/>
                      </a:rPr>
                      <m:t>(1)</m:t>
                    </m:r>
                  </m:sup>
                </m:sSubSup>
                <m:r>
                  <a:rPr lang="en-DK" sz="2000" i="1" kern="1200">
                    <a:latin typeface="Cambria Math" panose="02040503050406030204" pitchFamily="18" charset="0"/>
                  </a:rPr>
                  <m:t>=</m:t>
                </m:r>
                <m:r>
                  <m:rPr>
                    <m:sty m:val="p"/>
                  </m:rPr>
                  <a:rPr lang="en-DK" sz="2000" i="1" kern="1200">
                    <a:latin typeface="Cambria Math" panose="02040503050406030204" pitchFamily="18" charset="0"/>
                  </a:rPr>
                  <m:t>Ψ</m:t>
                </m:r>
                <m:r>
                  <a:rPr lang="en-DK" sz="2000" i="1" kern="1200">
                    <a:latin typeface="Cambria Math" panose="02040503050406030204" pitchFamily="18" charset="0"/>
                  </a:rPr>
                  <m:t>𝑁</m:t>
                </m:r>
                <m:sSub>
                  <m:sSubPr>
                    <m:ctrlPr>
                      <a:rPr lang="en-DK" sz="2000" i="1" kern="1200">
                        <a:latin typeface="Cambria Math" panose="02040503050406030204" pitchFamily="18" charset="0"/>
                      </a:rPr>
                    </m:ctrlPr>
                  </m:sSubPr>
                  <m:e>
                    <m:r>
                      <a:rPr lang="en-DK" sz="2000" i="1" kern="1200">
                        <a:latin typeface="Cambria Math" panose="02040503050406030204" pitchFamily="18" charset="0"/>
                      </a:rPr>
                      <m:t>𝜎</m:t>
                    </m:r>
                  </m:e>
                  <m:sub>
                    <m:r>
                      <m:rPr>
                        <m:sty m:val="p"/>
                      </m:rPr>
                      <a:rPr lang="en-DK" sz="2000" kern="1200">
                        <a:latin typeface="Cambria Math" panose="02040503050406030204" pitchFamily="18" charset="0"/>
                      </a:rPr>
                      <m:t>inc</m:t>
                    </m:r>
                    <m:r>
                      <a:rPr lang="en-DK" sz="2000" kern="1200">
                        <a:latin typeface="Cambria Math" panose="02040503050406030204" pitchFamily="18" charset="0"/>
                      </a:rPr>
                      <m:t>,</m:t>
                    </m:r>
                    <m:r>
                      <m:rPr>
                        <m:sty m:val="p"/>
                      </m:rPr>
                      <a:rPr lang="en-DK" sz="2000" kern="1200">
                        <a:latin typeface="Cambria Math" panose="02040503050406030204" pitchFamily="18" charset="0"/>
                      </a:rPr>
                      <m:t>V</m:t>
                    </m:r>
                  </m:sub>
                </m:sSub>
                <m:f>
                  <m:fPr>
                    <m:ctrlPr>
                      <a:rPr lang="en-DK" sz="2000" i="1" kern="1200">
                        <a:latin typeface="Cambria Math" panose="02040503050406030204" pitchFamily="18" charset="0"/>
                      </a:rPr>
                    </m:ctrlPr>
                  </m:fPr>
                  <m:num>
                    <m:r>
                      <m:rPr>
                        <m:sty m:val="p"/>
                      </m:rPr>
                      <a:rPr lang="en-DK" sz="2000" i="1" kern="1200">
                        <a:latin typeface="Cambria Math" panose="02040503050406030204" pitchFamily="18" charset="0"/>
                      </a:rPr>
                      <m:t>ΔΩ</m:t>
                    </m:r>
                  </m:num>
                  <m:den>
                    <m:r>
                      <a:rPr lang="en-DK" sz="2000" i="1" kern="1200">
                        <a:latin typeface="Cambria Math" panose="02040503050406030204" pitchFamily="18" charset="0"/>
                      </a:rPr>
                      <m:t>4</m:t>
                    </m:r>
                    <m:r>
                      <a:rPr lang="en-DK" sz="2000" i="1" kern="1200">
                        <a:latin typeface="Cambria Math" panose="02040503050406030204" pitchFamily="18" charset="0"/>
                      </a:rPr>
                      <m:t>𝜋</m:t>
                    </m:r>
                  </m:den>
                </m:f>
              </m:oMath>
            </m:oMathPara>
          </a14:m>
          <a:endParaRPr lang="en-DK" sz="2000" kern="1200" dirty="0"/>
        </a:p>
      </dsp:txBody>
      <dsp:txXfrm>
        <a:off x="68477" y="3016387"/>
        <a:ext cx="3827540" cy="126580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Intro</a:t>
          </a:r>
          <a:endParaRPr lang="en-US" sz="1500" kern="1200" dirty="0"/>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5F2305-DEC7-E94A-9F41-3DC1E39C222F}">
      <dsp:nvSpPr>
        <dsp:cNvPr id="0" name=""/>
        <dsp:cNvSpPr/>
      </dsp:nvSpPr>
      <dsp:spPr>
        <a:xfrm rot="5400000">
          <a:off x="7002576" y="-2914076"/>
          <a:ext cx="971828" cy="704799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US" sz="2800" kern="1200" dirty="0"/>
            <a:t>The macroscopic cross section</a:t>
          </a:r>
          <a:endParaRPr lang="en-DK" sz="2800" kern="1200" dirty="0"/>
        </a:p>
      </dsp:txBody>
      <dsp:txXfrm rot="-5400000">
        <a:off x="3964495" y="171446"/>
        <a:ext cx="7000550" cy="876946"/>
      </dsp:txXfrm>
    </dsp:sp>
    <dsp:sp modelId="{E0A02BEB-33BD-9B4A-8053-C2D8BE496F33}">
      <dsp:nvSpPr>
        <dsp:cNvPr id="0" name=""/>
        <dsp:cNvSpPr/>
      </dsp:nvSpPr>
      <dsp:spPr>
        <a:xfrm>
          <a:off x="0" y="2525"/>
          <a:ext cx="3964494" cy="12147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DK" sz="2000" i="1" kern="1200" smtClean="0">
                        <a:latin typeface="Cambria Math" panose="02040503050406030204" pitchFamily="18" charset="0"/>
                      </a:rPr>
                    </m:ctrlPr>
                  </m:sSubPr>
                  <m:e>
                    <m:r>
                      <m:rPr>
                        <m:sty m:val="p"/>
                      </m:rPr>
                      <a:rPr lang="en-DK" sz="2000" i="1" kern="1200">
                        <a:latin typeface="Cambria Math" panose="02040503050406030204" pitchFamily="18" charset="0"/>
                      </a:rPr>
                      <m:t>Σ</m:t>
                    </m:r>
                  </m:e>
                  <m:sub>
                    <m:r>
                      <a:rPr lang="en-DK" sz="2000" i="1" kern="1200">
                        <a:latin typeface="Cambria Math" panose="02040503050406030204" pitchFamily="18" charset="0"/>
                      </a:rPr>
                      <m:t>𝑡</m:t>
                    </m:r>
                  </m:sub>
                </m:sSub>
                <m:r>
                  <a:rPr lang="en-DK" sz="2000" i="1" kern="1200">
                    <a:latin typeface="Cambria Math" panose="02040503050406030204" pitchFamily="18" charset="0"/>
                  </a:rPr>
                  <m:t>=</m:t>
                </m:r>
                <m:r>
                  <a:rPr lang="en-DK" sz="2000" i="1" kern="1200">
                    <a:latin typeface="Cambria Math" panose="02040503050406030204" pitchFamily="18" charset="0"/>
                  </a:rPr>
                  <m:t>𝑛</m:t>
                </m:r>
                <m:sSub>
                  <m:sSubPr>
                    <m:ctrlPr>
                      <a:rPr lang="en-DK" sz="2000" i="1" kern="1200">
                        <a:latin typeface="Cambria Math" panose="02040503050406030204" pitchFamily="18" charset="0"/>
                      </a:rPr>
                    </m:ctrlPr>
                  </m:sSubPr>
                  <m:e>
                    <m:r>
                      <a:rPr lang="en-DK" sz="2000" i="1" kern="1200">
                        <a:latin typeface="Cambria Math" panose="02040503050406030204" pitchFamily="18" charset="0"/>
                      </a:rPr>
                      <m:t>𝜎</m:t>
                    </m:r>
                  </m:e>
                  <m:sub>
                    <m:r>
                      <a:rPr lang="en-DK" sz="2000" i="1" kern="1200">
                        <a:latin typeface="Cambria Math" panose="02040503050406030204" pitchFamily="18" charset="0"/>
                      </a:rPr>
                      <m:t>𝑡</m:t>
                    </m:r>
                  </m:sub>
                </m:sSub>
              </m:oMath>
            </m:oMathPara>
          </a14:m>
          <a:endParaRPr lang="en-DK" sz="2000" kern="1200" dirty="0"/>
        </a:p>
      </dsp:txBody>
      <dsp:txXfrm>
        <a:off x="59301" y="61826"/>
        <a:ext cx="3845892" cy="1096183"/>
      </dsp:txXfrm>
    </dsp:sp>
    <dsp:sp modelId="{35BA1301-0431-3242-AEC8-DADC638DF515}">
      <dsp:nvSpPr>
        <dsp:cNvPr id="0" name=""/>
        <dsp:cNvSpPr/>
      </dsp:nvSpPr>
      <dsp:spPr>
        <a:xfrm rot="5400000">
          <a:off x="7002576" y="-1638552"/>
          <a:ext cx="971828" cy="704799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DK" sz="2800" kern="1200" dirty="0"/>
            <a:t>Sampled free-flight distance</a:t>
          </a:r>
        </a:p>
      </dsp:txBody>
      <dsp:txXfrm rot="-5400000">
        <a:off x="3964495" y="1446970"/>
        <a:ext cx="7000550" cy="876946"/>
      </dsp:txXfrm>
    </dsp:sp>
    <dsp:sp modelId="{A6EC7314-7CD6-674C-9233-932F91AB28F4}">
      <dsp:nvSpPr>
        <dsp:cNvPr id="0" name=""/>
        <dsp:cNvSpPr/>
      </dsp:nvSpPr>
      <dsp:spPr>
        <a:xfrm>
          <a:off x="0" y="1278050"/>
          <a:ext cx="3964494" cy="12147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000" i="1" kern="1200" smtClean="0">
                    <a:latin typeface="Cambria Math" panose="02040503050406030204" pitchFamily="18" charset="0"/>
                  </a:rPr>
                  <m:t>𝑠</m:t>
                </m:r>
                <m:r>
                  <a:rPr lang="en-DK" sz="2000" i="1" kern="1200" smtClean="0">
                    <a:latin typeface="Cambria Math" panose="02040503050406030204" pitchFamily="18" charset="0"/>
                  </a:rPr>
                  <m:t>=−</m:t>
                </m:r>
                <m:f>
                  <m:fPr>
                    <m:ctrlPr>
                      <a:rPr lang="en-DK" sz="2000" i="1" kern="1200">
                        <a:latin typeface="Cambria Math" panose="02040503050406030204" pitchFamily="18" charset="0"/>
                      </a:rPr>
                    </m:ctrlPr>
                  </m:fPr>
                  <m:num>
                    <m:func>
                      <m:funcPr>
                        <m:ctrlPr>
                          <a:rPr lang="en-DK" sz="2000" i="1" kern="1200">
                            <a:latin typeface="Cambria Math" panose="02040503050406030204" pitchFamily="18" charset="0"/>
                          </a:rPr>
                        </m:ctrlPr>
                      </m:funcPr>
                      <m:fName>
                        <m:r>
                          <m:rPr>
                            <m:sty m:val="p"/>
                          </m:rPr>
                          <a:rPr lang="en-DK" sz="2000" kern="1200">
                            <a:latin typeface="Cambria Math" panose="02040503050406030204" pitchFamily="18" charset="0"/>
                          </a:rPr>
                          <m:t>ln</m:t>
                        </m:r>
                      </m:fName>
                      <m:e>
                        <m:r>
                          <a:rPr lang="en-DK" sz="2000" i="1" kern="1200">
                            <a:latin typeface="Cambria Math" panose="02040503050406030204" pitchFamily="18" charset="0"/>
                          </a:rPr>
                          <m:t>𝒰</m:t>
                        </m:r>
                      </m:e>
                    </m:func>
                  </m:num>
                  <m:den>
                    <m:sSub>
                      <m:sSubPr>
                        <m:ctrlPr>
                          <a:rPr lang="en-DK" sz="2000" i="1" kern="1200">
                            <a:latin typeface="Cambria Math" panose="02040503050406030204" pitchFamily="18" charset="0"/>
                          </a:rPr>
                        </m:ctrlPr>
                      </m:sSubPr>
                      <m:e>
                        <m:r>
                          <m:rPr>
                            <m:sty m:val="p"/>
                          </m:rPr>
                          <a:rPr lang="en-DK" sz="2000" i="1" kern="1200">
                            <a:latin typeface="Cambria Math" panose="02040503050406030204" pitchFamily="18" charset="0"/>
                          </a:rPr>
                          <m:t>Σ</m:t>
                        </m:r>
                      </m:e>
                      <m:sub>
                        <m:r>
                          <a:rPr lang="en-DK" sz="2000" i="1" kern="1200">
                            <a:latin typeface="Cambria Math" panose="02040503050406030204" pitchFamily="18" charset="0"/>
                          </a:rPr>
                          <m:t>𝑡</m:t>
                        </m:r>
                      </m:sub>
                    </m:sSub>
                  </m:den>
                </m:f>
                <m:r>
                  <a:rPr lang="da-DK" sz="2000" b="0" i="1" kern="1200" smtClean="0">
                    <a:latin typeface="Cambria Math" panose="02040503050406030204" pitchFamily="18" charset="0"/>
                  </a:rPr>
                  <m:t>,  </m:t>
                </m:r>
                <m:r>
                  <a:rPr lang="da-DK" sz="2000" b="0" i="1" kern="1200" smtClean="0">
                    <a:latin typeface="Cambria Math" panose="02040503050406030204" pitchFamily="18" charset="0"/>
                    <a:ea typeface="Cambria Math" panose="02040503050406030204" pitchFamily="18" charset="0"/>
                  </a:rPr>
                  <m:t>𝒰</m:t>
                </m:r>
                <m:r>
                  <a:rPr lang="da-DK" sz="2000" b="0" i="1" kern="1200" smtClean="0">
                    <a:latin typeface="Cambria Math" panose="02040503050406030204" pitchFamily="18" charset="0"/>
                    <a:ea typeface="Cambria Math" panose="02040503050406030204" pitchFamily="18" charset="0"/>
                  </a:rPr>
                  <m:t>∈(0,1]</m:t>
                </m:r>
              </m:oMath>
            </m:oMathPara>
          </a14:m>
          <a:endParaRPr lang="en-DK" sz="2000" kern="1200" dirty="0"/>
        </a:p>
      </dsp:txBody>
      <dsp:txXfrm>
        <a:off x="59301" y="1337351"/>
        <a:ext cx="3845892" cy="1096183"/>
      </dsp:txXfrm>
    </dsp:sp>
    <dsp:sp modelId="{64117DD4-603F-6F46-9AED-BC6743D1CD47}">
      <dsp:nvSpPr>
        <dsp:cNvPr id="0" name=""/>
        <dsp:cNvSpPr/>
      </dsp:nvSpPr>
      <dsp:spPr>
        <a:xfrm rot="5400000">
          <a:off x="7002576" y="-363027"/>
          <a:ext cx="971828" cy="704799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DK" sz="2800" kern="1200" dirty="0"/>
            <a:t>Expected single-scattering intensity</a:t>
          </a:r>
        </a:p>
      </dsp:txBody>
      <dsp:txXfrm rot="-5400000">
        <a:off x="3964495" y="2722495"/>
        <a:ext cx="7000550" cy="876946"/>
      </dsp:txXfrm>
    </dsp:sp>
    <dsp:sp modelId="{C1608598-F642-2D4B-952D-1949748B486F}">
      <dsp:nvSpPr>
        <dsp:cNvPr id="0" name=""/>
        <dsp:cNvSpPr/>
      </dsp:nvSpPr>
      <dsp:spPr>
        <a:xfrm>
          <a:off x="0" y="2553575"/>
          <a:ext cx="3964494" cy="12147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Sup>
                  <m:sSubSupPr>
                    <m:ctrlPr>
                      <a:rPr lang="en-DK" sz="2000" i="1" kern="1200" smtClean="0">
                        <a:latin typeface="Cambria Math" panose="02040503050406030204" pitchFamily="18" charset="0"/>
                      </a:rPr>
                    </m:ctrlPr>
                  </m:sSubSupPr>
                  <m:e>
                    <m:r>
                      <a:rPr lang="en-DK" sz="2000" i="1" kern="1200">
                        <a:latin typeface="Cambria Math" panose="02040503050406030204" pitchFamily="18" charset="0"/>
                      </a:rPr>
                      <m:t>𝐼</m:t>
                    </m:r>
                  </m:e>
                  <m:sub>
                    <m:r>
                      <m:rPr>
                        <m:sty m:val="p"/>
                      </m:rPr>
                      <a:rPr lang="en-DK" sz="2000" kern="1200">
                        <a:latin typeface="Cambria Math" panose="02040503050406030204" pitchFamily="18" charset="0"/>
                      </a:rPr>
                      <m:t>exp</m:t>
                    </m:r>
                  </m:sub>
                  <m:sup>
                    <m:r>
                      <a:rPr lang="en-DK" sz="2000" i="1" kern="1200">
                        <a:latin typeface="Cambria Math" panose="02040503050406030204" pitchFamily="18" charset="0"/>
                      </a:rPr>
                      <m:t>(1)</m:t>
                    </m:r>
                  </m:sup>
                </m:sSubSup>
                <m:r>
                  <a:rPr lang="en-DK" sz="2000" i="1" kern="1200">
                    <a:latin typeface="Cambria Math" panose="02040503050406030204" pitchFamily="18" charset="0"/>
                  </a:rPr>
                  <m:t>=</m:t>
                </m:r>
                <m:r>
                  <m:rPr>
                    <m:sty m:val="p"/>
                  </m:rPr>
                  <a:rPr lang="en-DK" sz="2000" i="1" kern="1200">
                    <a:latin typeface="Cambria Math" panose="02040503050406030204" pitchFamily="18" charset="0"/>
                  </a:rPr>
                  <m:t>Ψ</m:t>
                </m:r>
                <m:r>
                  <a:rPr lang="en-DK" sz="2000" i="1" kern="1200">
                    <a:latin typeface="Cambria Math" panose="02040503050406030204" pitchFamily="18" charset="0"/>
                  </a:rPr>
                  <m:t>𝑁</m:t>
                </m:r>
                <m:sSub>
                  <m:sSubPr>
                    <m:ctrlPr>
                      <a:rPr lang="en-DK" sz="2000" i="1" kern="1200">
                        <a:latin typeface="Cambria Math" panose="02040503050406030204" pitchFamily="18" charset="0"/>
                      </a:rPr>
                    </m:ctrlPr>
                  </m:sSubPr>
                  <m:e>
                    <m:r>
                      <a:rPr lang="en-DK" sz="2000" i="1" kern="1200">
                        <a:latin typeface="Cambria Math" panose="02040503050406030204" pitchFamily="18" charset="0"/>
                      </a:rPr>
                      <m:t>𝜎</m:t>
                    </m:r>
                  </m:e>
                  <m:sub>
                    <m:r>
                      <m:rPr>
                        <m:sty m:val="p"/>
                      </m:rPr>
                      <a:rPr lang="en-DK" sz="2000" kern="1200">
                        <a:latin typeface="Cambria Math" panose="02040503050406030204" pitchFamily="18" charset="0"/>
                      </a:rPr>
                      <m:t>inc</m:t>
                    </m:r>
                    <m:r>
                      <a:rPr lang="en-DK" sz="2000" kern="1200">
                        <a:latin typeface="Cambria Math" panose="02040503050406030204" pitchFamily="18" charset="0"/>
                      </a:rPr>
                      <m:t>,</m:t>
                    </m:r>
                    <m:r>
                      <m:rPr>
                        <m:sty m:val="p"/>
                      </m:rPr>
                      <a:rPr lang="en-DK" sz="2000" kern="1200">
                        <a:latin typeface="Cambria Math" panose="02040503050406030204" pitchFamily="18" charset="0"/>
                      </a:rPr>
                      <m:t>V</m:t>
                    </m:r>
                  </m:sub>
                </m:sSub>
                <m:f>
                  <m:fPr>
                    <m:ctrlPr>
                      <a:rPr lang="en-DK" sz="2000" i="1" kern="1200">
                        <a:latin typeface="Cambria Math" panose="02040503050406030204" pitchFamily="18" charset="0"/>
                      </a:rPr>
                    </m:ctrlPr>
                  </m:fPr>
                  <m:num>
                    <m:r>
                      <m:rPr>
                        <m:sty m:val="p"/>
                      </m:rPr>
                      <a:rPr lang="en-DK" sz="2000" i="1" kern="1200">
                        <a:latin typeface="Cambria Math" panose="02040503050406030204" pitchFamily="18" charset="0"/>
                      </a:rPr>
                      <m:t>ΔΩ</m:t>
                    </m:r>
                  </m:num>
                  <m:den>
                    <m:r>
                      <a:rPr lang="en-DK" sz="2000" i="1" kern="1200">
                        <a:latin typeface="Cambria Math" panose="02040503050406030204" pitchFamily="18" charset="0"/>
                      </a:rPr>
                      <m:t>4</m:t>
                    </m:r>
                    <m:r>
                      <a:rPr lang="en-DK" sz="2000" i="1" kern="1200">
                        <a:latin typeface="Cambria Math" panose="02040503050406030204" pitchFamily="18" charset="0"/>
                      </a:rPr>
                      <m:t>𝜋</m:t>
                    </m:r>
                  </m:den>
                </m:f>
              </m:oMath>
            </m:oMathPara>
          </a14:m>
          <a:endParaRPr lang="en-DK" sz="2000" kern="1200" dirty="0"/>
        </a:p>
      </dsp:txBody>
      <dsp:txXfrm>
        <a:off x="59301" y="2612876"/>
        <a:ext cx="3845892" cy="1096183"/>
      </dsp:txXfrm>
    </dsp:sp>
    <dsp:sp modelId="{E24E64B1-97BC-2046-BB59-EF402514CDF1}">
      <dsp:nvSpPr>
        <dsp:cNvPr id="0" name=""/>
        <dsp:cNvSpPr/>
      </dsp:nvSpPr>
      <dsp:spPr>
        <a:xfrm rot="5400000">
          <a:off x="7002576" y="912497"/>
          <a:ext cx="971828" cy="704799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DK" sz="2800" kern="1200" dirty="0"/>
            <a:t>Observed-to-expected ratio</a:t>
          </a:r>
        </a:p>
      </dsp:txBody>
      <dsp:txXfrm rot="-5400000">
        <a:off x="3964495" y="3998020"/>
        <a:ext cx="7000550" cy="876946"/>
      </dsp:txXfrm>
    </dsp:sp>
    <dsp:sp modelId="{19F10242-B6E8-AD43-9031-6517059EE7B5}">
      <dsp:nvSpPr>
        <dsp:cNvPr id="0" name=""/>
        <dsp:cNvSpPr/>
      </dsp:nvSpPr>
      <dsp:spPr>
        <a:xfrm>
          <a:off x="0" y="3829100"/>
          <a:ext cx="3964494" cy="12147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000" i="1" kern="1200" smtClean="0">
                    <a:latin typeface="Cambria Math" panose="02040503050406030204" pitchFamily="18" charset="0"/>
                  </a:rPr>
                  <m:t>𝑅</m:t>
                </m:r>
                <m:r>
                  <a:rPr lang="en-DK" sz="2000" i="1" kern="1200" smtClean="0">
                    <a:latin typeface="Cambria Math" panose="02040503050406030204" pitchFamily="18" charset="0"/>
                  </a:rPr>
                  <m:t>=</m:t>
                </m:r>
                <m:f>
                  <m:fPr>
                    <m:ctrlPr>
                      <a:rPr lang="en-DK" sz="2000" i="1" kern="1200">
                        <a:latin typeface="Cambria Math" panose="02040503050406030204" pitchFamily="18" charset="0"/>
                      </a:rPr>
                    </m:ctrlPr>
                  </m:fPr>
                  <m:num>
                    <m:sSub>
                      <m:sSubPr>
                        <m:ctrlPr>
                          <a:rPr lang="en-DK" sz="2000" i="1" kern="1200" smtClean="0">
                            <a:latin typeface="Cambria Math" panose="02040503050406030204" pitchFamily="18" charset="0"/>
                          </a:rPr>
                        </m:ctrlPr>
                      </m:sSubPr>
                      <m:e>
                        <m:r>
                          <a:rPr lang="da-DK" sz="2000" b="0" i="1" kern="1200" smtClean="0">
                            <a:latin typeface="Cambria Math" panose="02040503050406030204" pitchFamily="18" charset="0"/>
                          </a:rPr>
                          <m:t>𝐼</m:t>
                        </m:r>
                      </m:e>
                      <m:sub>
                        <m:r>
                          <m:rPr>
                            <m:sty m:val="p"/>
                          </m:rPr>
                          <a:rPr lang="da-DK" sz="2000" b="0" i="0" kern="1200" smtClean="0">
                            <a:latin typeface="Cambria Math" panose="02040503050406030204" pitchFamily="18" charset="0"/>
                          </a:rPr>
                          <m:t>obs</m:t>
                        </m:r>
                      </m:sub>
                    </m:sSub>
                  </m:num>
                  <m:den>
                    <m:sSubSup>
                      <m:sSubSupPr>
                        <m:ctrlPr>
                          <a:rPr lang="en-DK" sz="2000" i="1" kern="1200">
                            <a:latin typeface="Cambria Math" panose="02040503050406030204" pitchFamily="18" charset="0"/>
                          </a:rPr>
                        </m:ctrlPr>
                      </m:sSubSupPr>
                      <m:e>
                        <m:r>
                          <a:rPr lang="en-DK" sz="2000" i="1" kern="1200">
                            <a:latin typeface="Cambria Math" panose="02040503050406030204" pitchFamily="18" charset="0"/>
                          </a:rPr>
                          <m:t>𝐼</m:t>
                        </m:r>
                      </m:e>
                      <m:sub>
                        <m:r>
                          <m:rPr>
                            <m:sty m:val="p"/>
                          </m:rPr>
                          <a:rPr lang="en-DK" sz="2000" kern="1200">
                            <a:latin typeface="Cambria Math" panose="02040503050406030204" pitchFamily="18" charset="0"/>
                          </a:rPr>
                          <m:t>exp</m:t>
                        </m:r>
                      </m:sub>
                      <m:sup>
                        <m:r>
                          <a:rPr lang="en-DK" sz="2000" i="1" kern="1200">
                            <a:latin typeface="Cambria Math" panose="02040503050406030204" pitchFamily="18" charset="0"/>
                          </a:rPr>
                          <m:t>(1)</m:t>
                        </m:r>
                      </m:sup>
                    </m:sSubSup>
                  </m:den>
                </m:f>
              </m:oMath>
            </m:oMathPara>
          </a14:m>
          <a:endParaRPr lang="en-DK" sz="2000" kern="1200" dirty="0"/>
        </a:p>
      </dsp:txBody>
      <dsp:txXfrm>
        <a:off x="59301" y="3888401"/>
        <a:ext cx="3845892" cy="1096183"/>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Intro</a:t>
          </a:r>
          <a:endParaRPr lang="en-US" sz="1500" kern="1200" dirty="0"/>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4FDCBC-A187-AF4C-9B2F-4234CF1AE092}">
      <dsp:nvSpPr>
        <dsp:cNvPr id="0" name=""/>
        <dsp:cNvSpPr/>
      </dsp:nvSpPr>
      <dsp:spPr>
        <a:xfrm>
          <a:off x="276047" y="193776"/>
          <a:ext cx="3045747" cy="951796"/>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4683" tIns="87630" rIns="87630" bIns="87630" numCol="1" spcCol="1270" anchor="t" anchorCtr="0">
          <a:noAutofit/>
        </a:bodyPr>
        <a:lstStyle/>
        <a:p>
          <a:pPr marL="0" lvl="0" indent="0" algn="l" defTabSz="10223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300" b="0" i="1" kern="1200" baseline="0" smtClean="0">
                    <a:latin typeface="Cambria Math" panose="02040503050406030204" pitchFamily="18" charset="0"/>
                  </a:rPr>
                  <m:t>𝑅</m:t>
                </m:r>
                <m:r>
                  <a:rPr lang="en-DK" sz="2300" b="0" i="0" kern="1200" baseline="0">
                    <a:latin typeface="Cambria Math" panose="02040503050406030204" pitchFamily="18" charset="0"/>
                  </a:rPr>
                  <m:t>→1</m:t>
                </m:r>
              </m:oMath>
            </m:oMathPara>
          </a14:m>
          <a:endParaRPr lang="en-DK" sz="2300" kern="1200"/>
        </a:p>
        <a:p>
          <a:pPr marL="171450" lvl="1" indent="-171450" algn="l" defTabSz="800100">
            <a:lnSpc>
              <a:spcPct val="90000"/>
            </a:lnSpc>
            <a:spcBef>
              <a:spcPct val="0"/>
            </a:spcBef>
            <a:spcAft>
              <a:spcPct val="15000"/>
            </a:spcAft>
            <a:buNone/>
          </a:pPr>
          <a:r>
            <a:rPr lang="en-US" sz="1800" b="0" i="0" kern="1200" baseline="0" dirty="0"/>
            <a:t>in the thin limit. </a:t>
          </a:r>
          <a:endParaRPr lang="en-DK" sz="1800" kern="1200" dirty="0"/>
        </a:p>
      </dsp:txBody>
      <dsp:txXfrm>
        <a:off x="276047" y="193776"/>
        <a:ext cx="3045747" cy="951796"/>
      </dsp:txXfrm>
    </dsp:sp>
    <dsp:sp modelId="{B7C77589-DFEA-AA4B-B01B-2DFE11CDE559}">
      <dsp:nvSpPr>
        <dsp:cNvPr id="0" name=""/>
        <dsp:cNvSpPr/>
      </dsp:nvSpPr>
      <dsp:spPr>
        <a:xfrm>
          <a:off x="149141" y="56294"/>
          <a:ext cx="666257" cy="999385"/>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CA0967-23E8-9D4F-B12D-CC33E6FCAC20}">
      <dsp:nvSpPr>
        <dsp:cNvPr id="0" name=""/>
        <dsp:cNvSpPr/>
      </dsp:nvSpPr>
      <dsp:spPr>
        <a:xfrm>
          <a:off x="276047" y="1391981"/>
          <a:ext cx="3045747" cy="951796"/>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4683" tIns="87630" rIns="87630" bIns="87630" numCol="1" spcCol="1270" anchor="t" anchorCtr="0">
          <a:noAutofit/>
        </a:bodyPr>
        <a:lstStyle/>
        <a:p>
          <a:pPr marL="0" lvl="0" indent="0" algn="l" defTabSz="10223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300" b="0" i="1" kern="1200" baseline="0" smtClean="0">
                    <a:latin typeface="Cambria Math" panose="02040503050406030204" pitchFamily="18" charset="0"/>
                  </a:rPr>
                  <m:t>𝑅</m:t>
                </m:r>
                <m:r>
                  <a:rPr lang="en-DK" sz="2300" b="0" i="0" kern="1200" baseline="0">
                    <a:latin typeface="Cambria Math" panose="02040503050406030204" pitchFamily="18" charset="0"/>
                  </a:rPr>
                  <m:t>&lt;1</m:t>
                </m:r>
              </m:oMath>
            </m:oMathPara>
          </a14:m>
          <a:endParaRPr lang="en-DK" sz="2300" kern="1200"/>
        </a:p>
        <a:p>
          <a:pPr marL="171450" lvl="1" indent="-171450" algn="l" defTabSz="800100">
            <a:lnSpc>
              <a:spcPct val="90000"/>
            </a:lnSpc>
            <a:spcBef>
              <a:spcPct val="0"/>
            </a:spcBef>
            <a:spcAft>
              <a:spcPct val="15000"/>
            </a:spcAft>
            <a:buNone/>
          </a:pPr>
          <a:r>
            <a:rPr lang="en-US" sz="1800" b="0" i="0" kern="1200" baseline="0" dirty="0"/>
            <a:t>Self-shielding</a:t>
          </a:r>
          <a:endParaRPr lang="en-DK" sz="1800" kern="1200" dirty="0"/>
        </a:p>
      </dsp:txBody>
      <dsp:txXfrm>
        <a:off x="276047" y="1391981"/>
        <a:ext cx="3045747" cy="951796"/>
      </dsp:txXfrm>
    </dsp:sp>
    <dsp:sp modelId="{AC4528FD-6124-0149-A656-D19928637C49}">
      <dsp:nvSpPr>
        <dsp:cNvPr id="0" name=""/>
        <dsp:cNvSpPr/>
      </dsp:nvSpPr>
      <dsp:spPr>
        <a:xfrm>
          <a:off x="149141" y="1254499"/>
          <a:ext cx="666257" cy="999385"/>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4FDCBC-A187-AF4C-9B2F-4234CF1AE092}">
      <dsp:nvSpPr>
        <dsp:cNvPr id="0" name=""/>
        <dsp:cNvSpPr/>
      </dsp:nvSpPr>
      <dsp:spPr>
        <a:xfrm>
          <a:off x="276047" y="193776"/>
          <a:ext cx="3045747" cy="951796"/>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4683" tIns="87630" rIns="87630" bIns="87630" numCol="1" spcCol="1270" anchor="t" anchorCtr="0">
          <a:noAutofit/>
        </a:bodyPr>
        <a:lstStyle/>
        <a:p>
          <a:pPr marL="0" lvl="0" indent="0" algn="l" defTabSz="10223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300" b="0" i="1" kern="1200" baseline="0" smtClean="0">
                    <a:latin typeface="Cambria Math" panose="02040503050406030204" pitchFamily="18" charset="0"/>
                  </a:rPr>
                  <m:t>𝑅</m:t>
                </m:r>
                <m:r>
                  <a:rPr lang="en-DK" sz="2300" b="0" i="0" kern="1200" baseline="0">
                    <a:latin typeface="Cambria Math" panose="02040503050406030204" pitchFamily="18" charset="0"/>
                  </a:rPr>
                  <m:t>→1</m:t>
                </m:r>
              </m:oMath>
            </m:oMathPara>
          </a14:m>
          <a:endParaRPr lang="en-DK" sz="2300" kern="1200"/>
        </a:p>
        <a:p>
          <a:pPr marL="171450" lvl="1" indent="-171450" algn="l" defTabSz="800100">
            <a:lnSpc>
              <a:spcPct val="90000"/>
            </a:lnSpc>
            <a:spcBef>
              <a:spcPct val="0"/>
            </a:spcBef>
            <a:spcAft>
              <a:spcPct val="15000"/>
            </a:spcAft>
            <a:buNone/>
          </a:pPr>
          <a:r>
            <a:rPr lang="en-US" sz="1800" b="0" i="0" kern="1200" baseline="0" dirty="0"/>
            <a:t>in the thin limit. </a:t>
          </a:r>
          <a:endParaRPr lang="en-DK" sz="1800" kern="1200" dirty="0"/>
        </a:p>
      </dsp:txBody>
      <dsp:txXfrm>
        <a:off x="276047" y="193776"/>
        <a:ext cx="3045747" cy="951796"/>
      </dsp:txXfrm>
    </dsp:sp>
    <dsp:sp modelId="{B7C77589-DFEA-AA4B-B01B-2DFE11CDE559}">
      <dsp:nvSpPr>
        <dsp:cNvPr id="0" name=""/>
        <dsp:cNvSpPr/>
      </dsp:nvSpPr>
      <dsp:spPr>
        <a:xfrm>
          <a:off x="149141" y="56294"/>
          <a:ext cx="666257" cy="999385"/>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CA0967-23E8-9D4F-B12D-CC33E6FCAC20}">
      <dsp:nvSpPr>
        <dsp:cNvPr id="0" name=""/>
        <dsp:cNvSpPr/>
      </dsp:nvSpPr>
      <dsp:spPr>
        <a:xfrm>
          <a:off x="276047" y="1391981"/>
          <a:ext cx="3045747" cy="951796"/>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4683" tIns="87630" rIns="87630" bIns="87630" numCol="1" spcCol="1270" anchor="t" anchorCtr="0">
          <a:noAutofit/>
        </a:bodyPr>
        <a:lstStyle/>
        <a:p>
          <a:pPr marL="0" lvl="0" indent="0" algn="l" defTabSz="10223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300" b="0" i="1" kern="1200" baseline="0" smtClean="0">
                    <a:latin typeface="Cambria Math" panose="02040503050406030204" pitchFamily="18" charset="0"/>
                  </a:rPr>
                  <m:t>𝑅</m:t>
                </m:r>
                <m:r>
                  <a:rPr lang="en-DK" sz="2300" b="0" i="0" kern="1200" baseline="0">
                    <a:latin typeface="Cambria Math" panose="02040503050406030204" pitchFamily="18" charset="0"/>
                  </a:rPr>
                  <m:t>&lt;1</m:t>
                </m:r>
              </m:oMath>
            </m:oMathPara>
          </a14:m>
          <a:endParaRPr lang="en-DK" sz="2300" kern="1200"/>
        </a:p>
        <a:p>
          <a:pPr marL="171450" lvl="1" indent="-171450" algn="l" defTabSz="800100">
            <a:lnSpc>
              <a:spcPct val="90000"/>
            </a:lnSpc>
            <a:spcBef>
              <a:spcPct val="0"/>
            </a:spcBef>
            <a:spcAft>
              <a:spcPct val="15000"/>
            </a:spcAft>
            <a:buNone/>
          </a:pPr>
          <a:r>
            <a:rPr lang="en-US" sz="1800" b="0" i="0" kern="1200" baseline="0" dirty="0"/>
            <a:t>Self-shielding</a:t>
          </a:r>
          <a:endParaRPr lang="en-DK" sz="1800" kern="1200" dirty="0"/>
        </a:p>
      </dsp:txBody>
      <dsp:txXfrm>
        <a:off x="276047" y="1391981"/>
        <a:ext cx="3045747" cy="951796"/>
      </dsp:txXfrm>
    </dsp:sp>
    <dsp:sp modelId="{AC4528FD-6124-0149-A656-D19928637C49}">
      <dsp:nvSpPr>
        <dsp:cNvPr id="0" name=""/>
        <dsp:cNvSpPr/>
      </dsp:nvSpPr>
      <dsp:spPr>
        <a:xfrm>
          <a:off x="149141" y="1254499"/>
          <a:ext cx="666257" cy="999385"/>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5F2305-DEC7-E94A-9F41-3DC1E39C222F}">
      <dsp:nvSpPr>
        <dsp:cNvPr id="0" name=""/>
        <dsp:cNvSpPr/>
      </dsp:nvSpPr>
      <dsp:spPr>
        <a:xfrm rot="5400000">
          <a:off x="4098464" y="-1547436"/>
          <a:ext cx="971828" cy="43147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US" sz="2800" kern="1200" dirty="0"/>
            <a:t>The macroscopic cross section</a:t>
          </a:r>
          <a:endParaRPr lang="en-DK" sz="2800" kern="1200" dirty="0"/>
        </a:p>
      </dsp:txBody>
      <dsp:txXfrm rot="-5400000">
        <a:off x="2427024" y="171445"/>
        <a:ext cx="4267268" cy="876946"/>
      </dsp:txXfrm>
    </dsp:sp>
    <dsp:sp modelId="{E0A02BEB-33BD-9B4A-8053-C2D8BE496F33}">
      <dsp:nvSpPr>
        <dsp:cNvPr id="0" name=""/>
        <dsp:cNvSpPr/>
      </dsp:nvSpPr>
      <dsp:spPr>
        <a:xfrm>
          <a:off x="0" y="2525"/>
          <a:ext cx="2427024" cy="12147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DK" sz="2000" i="1" kern="1200" smtClean="0">
                        <a:latin typeface="Cambria Math" panose="02040503050406030204" pitchFamily="18" charset="0"/>
                      </a:rPr>
                    </m:ctrlPr>
                  </m:sSubPr>
                  <m:e>
                    <m:r>
                      <m:rPr>
                        <m:sty m:val="p"/>
                      </m:rPr>
                      <a:rPr lang="en-DK" sz="2000" i="1" kern="1200">
                        <a:latin typeface="Cambria Math" panose="02040503050406030204" pitchFamily="18" charset="0"/>
                      </a:rPr>
                      <m:t>Σ</m:t>
                    </m:r>
                  </m:e>
                  <m:sub>
                    <m:r>
                      <a:rPr lang="en-DK" sz="2000" i="1" kern="1200">
                        <a:latin typeface="Cambria Math" panose="02040503050406030204" pitchFamily="18" charset="0"/>
                      </a:rPr>
                      <m:t>𝑡</m:t>
                    </m:r>
                  </m:sub>
                </m:sSub>
                <m:r>
                  <a:rPr lang="en-DK" sz="2000" i="1" kern="1200">
                    <a:latin typeface="Cambria Math" panose="02040503050406030204" pitchFamily="18" charset="0"/>
                  </a:rPr>
                  <m:t>=</m:t>
                </m:r>
                <m:r>
                  <a:rPr lang="en-DK" sz="2000" i="1" kern="1200">
                    <a:latin typeface="Cambria Math" panose="02040503050406030204" pitchFamily="18" charset="0"/>
                  </a:rPr>
                  <m:t>𝑛</m:t>
                </m:r>
                <m:sSub>
                  <m:sSubPr>
                    <m:ctrlPr>
                      <a:rPr lang="en-DK" sz="2000" i="1" kern="1200">
                        <a:latin typeface="Cambria Math" panose="02040503050406030204" pitchFamily="18" charset="0"/>
                      </a:rPr>
                    </m:ctrlPr>
                  </m:sSubPr>
                  <m:e>
                    <m:r>
                      <a:rPr lang="en-DK" sz="2000" i="1" kern="1200">
                        <a:latin typeface="Cambria Math" panose="02040503050406030204" pitchFamily="18" charset="0"/>
                      </a:rPr>
                      <m:t>𝜎</m:t>
                    </m:r>
                  </m:e>
                  <m:sub>
                    <m:r>
                      <a:rPr lang="en-DK" sz="2000" i="1" kern="1200">
                        <a:latin typeface="Cambria Math" panose="02040503050406030204" pitchFamily="18" charset="0"/>
                      </a:rPr>
                      <m:t>𝑡</m:t>
                    </m:r>
                  </m:sub>
                </m:sSub>
              </m:oMath>
            </m:oMathPara>
          </a14:m>
          <a:endParaRPr lang="en-DK" sz="2000" kern="1200" dirty="0"/>
        </a:p>
      </dsp:txBody>
      <dsp:txXfrm>
        <a:off x="59301" y="61826"/>
        <a:ext cx="2308422" cy="1096183"/>
      </dsp:txXfrm>
    </dsp:sp>
    <dsp:sp modelId="{35BA1301-0431-3242-AEC8-DADC638DF515}">
      <dsp:nvSpPr>
        <dsp:cNvPr id="0" name=""/>
        <dsp:cNvSpPr/>
      </dsp:nvSpPr>
      <dsp:spPr>
        <a:xfrm rot="5400000">
          <a:off x="4098464" y="-271911"/>
          <a:ext cx="971828" cy="43147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DK" sz="2800" kern="1200" dirty="0"/>
            <a:t>Sampled free-flight distance</a:t>
          </a:r>
        </a:p>
      </dsp:txBody>
      <dsp:txXfrm rot="-5400000">
        <a:off x="2427024" y="1446970"/>
        <a:ext cx="4267268" cy="876946"/>
      </dsp:txXfrm>
    </dsp:sp>
    <dsp:sp modelId="{A6EC7314-7CD6-674C-9233-932F91AB28F4}">
      <dsp:nvSpPr>
        <dsp:cNvPr id="0" name=""/>
        <dsp:cNvSpPr/>
      </dsp:nvSpPr>
      <dsp:spPr>
        <a:xfrm>
          <a:off x="0" y="1278050"/>
          <a:ext cx="2427024" cy="12147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000" i="1" kern="1200" smtClean="0">
                    <a:latin typeface="Cambria Math" panose="02040503050406030204" pitchFamily="18" charset="0"/>
                  </a:rPr>
                  <m:t>𝑠</m:t>
                </m:r>
                <m:r>
                  <a:rPr lang="en-DK" sz="2000" i="1" kern="1200" smtClean="0">
                    <a:latin typeface="Cambria Math" panose="02040503050406030204" pitchFamily="18" charset="0"/>
                  </a:rPr>
                  <m:t>=−</m:t>
                </m:r>
                <m:f>
                  <m:fPr>
                    <m:ctrlPr>
                      <a:rPr lang="en-DK" sz="2000" i="1" kern="1200">
                        <a:latin typeface="Cambria Math" panose="02040503050406030204" pitchFamily="18" charset="0"/>
                      </a:rPr>
                    </m:ctrlPr>
                  </m:fPr>
                  <m:num>
                    <m:func>
                      <m:funcPr>
                        <m:ctrlPr>
                          <a:rPr lang="en-DK" sz="2000" i="1" kern="1200">
                            <a:latin typeface="Cambria Math" panose="02040503050406030204" pitchFamily="18" charset="0"/>
                          </a:rPr>
                        </m:ctrlPr>
                      </m:funcPr>
                      <m:fName>
                        <m:r>
                          <m:rPr>
                            <m:sty m:val="p"/>
                          </m:rPr>
                          <a:rPr lang="en-DK" sz="2000" kern="1200">
                            <a:latin typeface="Cambria Math" panose="02040503050406030204" pitchFamily="18" charset="0"/>
                          </a:rPr>
                          <m:t>ln</m:t>
                        </m:r>
                      </m:fName>
                      <m:e>
                        <m:r>
                          <a:rPr lang="en-DK" sz="2000" i="1" kern="1200">
                            <a:latin typeface="Cambria Math" panose="02040503050406030204" pitchFamily="18" charset="0"/>
                          </a:rPr>
                          <m:t>𝒰</m:t>
                        </m:r>
                      </m:e>
                    </m:func>
                  </m:num>
                  <m:den>
                    <m:sSub>
                      <m:sSubPr>
                        <m:ctrlPr>
                          <a:rPr lang="en-DK" sz="2000" i="1" kern="1200">
                            <a:latin typeface="Cambria Math" panose="02040503050406030204" pitchFamily="18" charset="0"/>
                          </a:rPr>
                        </m:ctrlPr>
                      </m:sSubPr>
                      <m:e>
                        <m:r>
                          <m:rPr>
                            <m:sty m:val="p"/>
                          </m:rPr>
                          <a:rPr lang="en-DK" sz="2000" i="1" kern="1200">
                            <a:latin typeface="Cambria Math" panose="02040503050406030204" pitchFamily="18" charset="0"/>
                          </a:rPr>
                          <m:t>Σ</m:t>
                        </m:r>
                      </m:e>
                      <m:sub>
                        <m:r>
                          <a:rPr lang="en-DK" sz="2000" i="1" kern="1200">
                            <a:latin typeface="Cambria Math" panose="02040503050406030204" pitchFamily="18" charset="0"/>
                          </a:rPr>
                          <m:t>𝑡</m:t>
                        </m:r>
                      </m:sub>
                    </m:sSub>
                  </m:den>
                </m:f>
                <m:r>
                  <a:rPr lang="da-DK" sz="2000" b="0" i="1" kern="1200" smtClean="0">
                    <a:latin typeface="Cambria Math" panose="02040503050406030204" pitchFamily="18" charset="0"/>
                  </a:rPr>
                  <m:t>,  </m:t>
                </m:r>
                <m:r>
                  <a:rPr lang="da-DK" sz="2000" b="0" i="1" kern="1200" smtClean="0">
                    <a:latin typeface="Cambria Math" panose="02040503050406030204" pitchFamily="18" charset="0"/>
                    <a:ea typeface="Cambria Math" panose="02040503050406030204" pitchFamily="18" charset="0"/>
                  </a:rPr>
                  <m:t>𝒰</m:t>
                </m:r>
                <m:r>
                  <a:rPr lang="da-DK" sz="2000" b="0" i="1" kern="1200" smtClean="0">
                    <a:latin typeface="Cambria Math" panose="02040503050406030204" pitchFamily="18" charset="0"/>
                    <a:ea typeface="Cambria Math" panose="02040503050406030204" pitchFamily="18" charset="0"/>
                  </a:rPr>
                  <m:t>∈(0,1]</m:t>
                </m:r>
              </m:oMath>
            </m:oMathPara>
          </a14:m>
          <a:endParaRPr lang="en-DK" sz="2000" kern="1200" dirty="0"/>
        </a:p>
      </dsp:txBody>
      <dsp:txXfrm>
        <a:off x="59301" y="1337351"/>
        <a:ext cx="2308422" cy="1096183"/>
      </dsp:txXfrm>
    </dsp:sp>
    <dsp:sp modelId="{64117DD4-603F-6F46-9AED-BC6743D1CD47}">
      <dsp:nvSpPr>
        <dsp:cNvPr id="0" name=""/>
        <dsp:cNvSpPr/>
      </dsp:nvSpPr>
      <dsp:spPr>
        <a:xfrm rot="5400000">
          <a:off x="4098464" y="1003613"/>
          <a:ext cx="971828" cy="43147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DK" sz="2800" kern="1200" dirty="0"/>
            <a:t>Expected single-scattering intensity</a:t>
          </a:r>
        </a:p>
      </dsp:txBody>
      <dsp:txXfrm rot="-5400000">
        <a:off x="2427024" y="2722495"/>
        <a:ext cx="4267268" cy="876946"/>
      </dsp:txXfrm>
    </dsp:sp>
    <dsp:sp modelId="{C1608598-F642-2D4B-952D-1949748B486F}">
      <dsp:nvSpPr>
        <dsp:cNvPr id="0" name=""/>
        <dsp:cNvSpPr/>
      </dsp:nvSpPr>
      <dsp:spPr>
        <a:xfrm>
          <a:off x="0" y="2553575"/>
          <a:ext cx="2427024" cy="12147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Sup>
                  <m:sSubSupPr>
                    <m:ctrlPr>
                      <a:rPr lang="en-DK" sz="2000" i="1" kern="1200" smtClean="0">
                        <a:latin typeface="Cambria Math" panose="02040503050406030204" pitchFamily="18" charset="0"/>
                      </a:rPr>
                    </m:ctrlPr>
                  </m:sSubSupPr>
                  <m:e>
                    <m:r>
                      <a:rPr lang="en-DK" sz="2000" i="1" kern="1200">
                        <a:latin typeface="Cambria Math" panose="02040503050406030204" pitchFamily="18" charset="0"/>
                      </a:rPr>
                      <m:t>𝐼</m:t>
                    </m:r>
                  </m:e>
                  <m:sub>
                    <m:r>
                      <m:rPr>
                        <m:sty m:val="p"/>
                      </m:rPr>
                      <a:rPr lang="en-DK" sz="2000" kern="1200">
                        <a:latin typeface="Cambria Math" panose="02040503050406030204" pitchFamily="18" charset="0"/>
                      </a:rPr>
                      <m:t>exp</m:t>
                    </m:r>
                  </m:sub>
                  <m:sup>
                    <m:r>
                      <a:rPr lang="en-DK" sz="2000" i="1" kern="1200">
                        <a:latin typeface="Cambria Math" panose="02040503050406030204" pitchFamily="18" charset="0"/>
                      </a:rPr>
                      <m:t>(1)</m:t>
                    </m:r>
                  </m:sup>
                </m:sSubSup>
                <m:r>
                  <a:rPr lang="en-DK" sz="2000" i="1" kern="1200">
                    <a:latin typeface="Cambria Math" panose="02040503050406030204" pitchFamily="18" charset="0"/>
                  </a:rPr>
                  <m:t>=</m:t>
                </m:r>
                <m:r>
                  <m:rPr>
                    <m:sty m:val="p"/>
                  </m:rPr>
                  <a:rPr lang="en-DK" sz="2000" i="1" kern="1200">
                    <a:latin typeface="Cambria Math" panose="02040503050406030204" pitchFamily="18" charset="0"/>
                  </a:rPr>
                  <m:t>Ψ</m:t>
                </m:r>
                <m:r>
                  <a:rPr lang="en-DK" sz="2000" i="1" kern="1200">
                    <a:latin typeface="Cambria Math" panose="02040503050406030204" pitchFamily="18" charset="0"/>
                  </a:rPr>
                  <m:t>𝑁</m:t>
                </m:r>
                <m:sSub>
                  <m:sSubPr>
                    <m:ctrlPr>
                      <a:rPr lang="en-DK" sz="2000" i="1" kern="1200">
                        <a:latin typeface="Cambria Math" panose="02040503050406030204" pitchFamily="18" charset="0"/>
                      </a:rPr>
                    </m:ctrlPr>
                  </m:sSubPr>
                  <m:e>
                    <m:r>
                      <a:rPr lang="en-DK" sz="2000" i="1" kern="1200">
                        <a:latin typeface="Cambria Math" panose="02040503050406030204" pitchFamily="18" charset="0"/>
                      </a:rPr>
                      <m:t>𝜎</m:t>
                    </m:r>
                  </m:e>
                  <m:sub>
                    <m:r>
                      <m:rPr>
                        <m:sty m:val="p"/>
                      </m:rPr>
                      <a:rPr lang="en-DK" sz="2000" kern="1200">
                        <a:latin typeface="Cambria Math" panose="02040503050406030204" pitchFamily="18" charset="0"/>
                      </a:rPr>
                      <m:t>inc</m:t>
                    </m:r>
                    <m:r>
                      <a:rPr lang="en-DK" sz="2000" kern="1200">
                        <a:latin typeface="Cambria Math" panose="02040503050406030204" pitchFamily="18" charset="0"/>
                      </a:rPr>
                      <m:t>,</m:t>
                    </m:r>
                    <m:r>
                      <m:rPr>
                        <m:sty m:val="p"/>
                      </m:rPr>
                      <a:rPr lang="en-DK" sz="2000" kern="1200">
                        <a:latin typeface="Cambria Math" panose="02040503050406030204" pitchFamily="18" charset="0"/>
                      </a:rPr>
                      <m:t>V</m:t>
                    </m:r>
                  </m:sub>
                </m:sSub>
                <m:f>
                  <m:fPr>
                    <m:ctrlPr>
                      <a:rPr lang="en-DK" sz="2000" i="1" kern="1200">
                        <a:latin typeface="Cambria Math" panose="02040503050406030204" pitchFamily="18" charset="0"/>
                      </a:rPr>
                    </m:ctrlPr>
                  </m:fPr>
                  <m:num>
                    <m:r>
                      <m:rPr>
                        <m:sty m:val="p"/>
                      </m:rPr>
                      <a:rPr lang="en-DK" sz="2000" i="1" kern="1200">
                        <a:latin typeface="Cambria Math" panose="02040503050406030204" pitchFamily="18" charset="0"/>
                      </a:rPr>
                      <m:t>ΔΩ</m:t>
                    </m:r>
                  </m:num>
                  <m:den>
                    <m:r>
                      <a:rPr lang="en-DK" sz="2000" i="1" kern="1200">
                        <a:latin typeface="Cambria Math" panose="02040503050406030204" pitchFamily="18" charset="0"/>
                      </a:rPr>
                      <m:t>4</m:t>
                    </m:r>
                    <m:r>
                      <a:rPr lang="en-DK" sz="2000" i="1" kern="1200">
                        <a:latin typeface="Cambria Math" panose="02040503050406030204" pitchFamily="18" charset="0"/>
                      </a:rPr>
                      <m:t>𝜋</m:t>
                    </m:r>
                  </m:den>
                </m:f>
              </m:oMath>
            </m:oMathPara>
          </a14:m>
          <a:endParaRPr lang="en-DK" sz="2000" kern="1200" dirty="0"/>
        </a:p>
      </dsp:txBody>
      <dsp:txXfrm>
        <a:off x="59301" y="2612876"/>
        <a:ext cx="2308422" cy="1096183"/>
      </dsp:txXfrm>
    </dsp:sp>
    <dsp:sp modelId="{E24E64B1-97BC-2046-BB59-EF402514CDF1}">
      <dsp:nvSpPr>
        <dsp:cNvPr id="0" name=""/>
        <dsp:cNvSpPr/>
      </dsp:nvSpPr>
      <dsp:spPr>
        <a:xfrm rot="5400000">
          <a:off x="4098464" y="2279138"/>
          <a:ext cx="971828" cy="43147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DK" sz="2800" kern="1200" dirty="0"/>
            <a:t>Observed-to-expected ratio</a:t>
          </a:r>
        </a:p>
      </dsp:txBody>
      <dsp:txXfrm rot="-5400000">
        <a:off x="2427024" y="3998020"/>
        <a:ext cx="4267268" cy="876946"/>
      </dsp:txXfrm>
    </dsp:sp>
    <dsp:sp modelId="{19F10242-B6E8-AD43-9031-6517059EE7B5}">
      <dsp:nvSpPr>
        <dsp:cNvPr id="0" name=""/>
        <dsp:cNvSpPr/>
      </dsp:nvSpPr>
      <dsp:spPr>
        <a:xfrm>
          <a:off x="0" y="3829100"/>
          <a:ext cx="2427024" cy="12147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000" i="1" kern="1200" smtClean="0">
                    <a:latin typeface="Cambria Math" panose="02040503050406030204" pitchFamily="18" charset="0"/>
                  </a:rPr>
                  <m:t>𝑅</m:t>
                </m:r>
                <m:r>
                  <a:rPr lang="en-DK" sz="2000" i="1" kern="1200" smtClean="0">
                    <a:latin typeface="Cambria Math" panose="02040503050406030204" pitchFamily="18" charset="0"/>
                  </a:rPr>
                  <m:t>=</m:t>
                </m:r>
                <m:f>
                  <m:fPr>
                    <m:ctrlPr>
                      <a:rPr lang="en-DK" sz="2000" i="1" kern="1200">
                        <a:latin typeface="Cambria Math" panose="02040503050406030204" pitchFamily="18" charset="0"/>
                      </a:rPr>
                    </m:ctrlPr>
                  </m:fPr>
                  <m:num>
                    <m:sSub>
                      <m:sSubPr>
                        <m:ctrlPr>
                          <a:rPr lang="en-DK" sz="2000" i="1" kern="1200" smtClean="0">
                            <a:latin typeface="Cambria Math" panose="02040503050406030204" pitchFamily="18" charset="0"/>
                          </a:rPr>
                        </m:ctrlPr>
                      </m:sSubPr>
                      <m:e>
                        <m:r>
                          <a:rPr lang="da-DK" sz="2000" b="0" i="1" kern="1200" smtClean="0">
                            <a:latin typeface="Cambria Math" panose="02040503050406030204" pitchFamily="18" charset="0"/>
                          </a:rPr>
                          <m:t>𝐼</m:t>
                        </m:r>
                      </m:e>
                      <m:sub>
                        <m:r>
                          <m:rPr>
                            <m:sty m:val="p"/>
                          </m:rPr>
                          <a:rPr lang="da-DK" sz="2000" b="0" i="0" kern="1200" smtClean="0">
                            <a:latin typeface="Cambria Math" panose="02040503050406030204" pitchFamily="18" charset="0"/>
                          </a:rPr>
                          <m:t>obs</m:t>
                        </m:r>
                      </m:sub>
                    </m:sSub>
                  </m:num>
                  <m:den>
                    <m:sSubSup>
                      <m:sSubSupPr>
                        <m:ctrlPr>
                          <a:rPr lang="en-DK" sz="2000" i="1" kern="1200">
                            <a:latin typeface="Cambria Math" panose="02040503050406030204" pitchFamily="18" charset="0"/>
                          </a:rPr>
                        </m:ctrlPr>
                      </m:sSubSupPr>
                      <m:e>
                        <m:r>
                          <a:rPr lang="en-DK" sz="2000" i="1" kern="1200">
                            <a:latin typeface="Cambria Math" panose="02040503050406030204" pitchFamily="18" charset="0"/>
                          </a:rPr>
                          <m:t>𝐼</m:t>
                        </m:r>
                      </m:e>
                      <m:sub>
                        <m:r>
                          <m:rPr>
                            <m:sty m:val="p"/>
                          </m:rPr>
                          <a:rPr lang="en-DK" sz="2000" kern="1200">
                            <a:latin typeface="Cambria Math" panose="02040503050406030204" pitchFamily="18" charset="0"/>
                          </a:rPr>
                          <m:t>exp</m:t>
                        </m:r>
                      </m:sub>
                      <m:sup>
                        <m:r>
                          <a:rPr lang="en-DK" sz="2000" i="1" kern="1200">
                            <a:latin typeface="Cambria Math" panose="02040503050406030204" pitchFamily="18" charset="0"/>
                          </a:rPr>
                          <m:t>(1)</m:t>
                        </m:r>
                      </m:sup>
                    </m:sSubSup>
                  </m:den>
                </m:f>
              </m:oMath>
            </m:oMathPara>
          </a14:m>
          <a:endParaRPr lang="en-DK" sz="2000" kern="1200" dirty="0"/>
        </a:p>
      </dsp:txBody>
      <dsp:txXfrm>
        <a:off x="59301" y="3888401"/>
        <a:ext cx="2308422" cy="1096183"/>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Intro</a:t>
          </a:r>
          <a:endParaRPr lang="en-US" sz="1500" kern="1200" dirty="0"/>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4FDCBC-A187-AF4C-9B2F-4234CF1AE092}">
      <dsp:nvSpPr>
        <dsp:cNvPr id="0" name=""/>
        <dsp:cNvSpPr/>
      </dsp:nvSpPr>
      <dsp:spPr>
        <a:xfrm>
          <a:off x="276047" y="193776"/>
          <a:ext cx="3045747" cy="951796"/>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4683" tIns="87630" rIns="87630" bIns="87630" numCol="1" spcCol="1270" anchor="t" anchorCtr="0">
          <a:noAutofit/>
        </a:bodyPr>
        <a:lstStyle/>
        <a:p>
          <a:pPr marL="0" lvl="0" indent="0" algn="l" defTabSz="10223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300" b="0" i="1" kern="1200" baseline="0" smtClean="0">
                    <a:latin typeface="Cambria Math" panose="02040503050406030204" pitchFamily="18" charset="0"/>
                  </a:rPr>
                  <m:t>𝑅</m:t>
                </m:r>
                <m:r>
                  <a:rPr lang="en-DK" sz="2300" b="0" i="0" kern="1200" baseline="0">
                    <a:latin typeface="Cambria Math" panose="02040503050406030204" pitchFamily="18" charset="0"/>
                  </a:rPr>
                  <m:t>→1</m:t>
                </m:r>
              </m:oMath>
            </m:oMathPara>
          </a14:m>
          <a:endParaRPr lang="en-DK" sz="2300" kern="1200"/>
        </a:p>
        <a:p>
          <a:pPr marL="171450" lvl="1" indent="-171450" algn="l" defTabSz="800100">
            <a:lnSpc>
              <a:spcPct val="90000"/>
            </a:lnSpc>
            <a:spcBef>
              <a:spcPct val="0"/>
            </a:spcBef>
            <a:spcAft>
              <a:spcPct val="15000"/>
            </a:spcAft>
            <a:buNone/>
          </a:pPr>
          <a:r>
            <a:rPr lang="en-US" sz="1800" b="0" i="0" kern="1200" baseline="0" dirty="0"/>
            <a:t>in the thin limit. </a:t>
          </a:r>
          <a:endParaRPr lang="en-DK" sz="1800" kern="1200" dirty="0"/>
        </a:p>
      </dsp:txBody>
      <dsp:txXfrm>
        <a:off x="276047" y="193776"/>
        <a:ext cx="3045747" cy="951796"/>
      </dsp:txXfrm>
    </dsp:sp>
    <dsp:sp modelId="{B7C77589-DFEA-AA4B-B01B-2DFE11CDE559}">
      <dsp:nvSpPr>
        <dsp:cNvPr id="0" name=""/>
        <dsp:cNvSpPr/>
      </dsp:nvSpPr>
      <dsp:spPr>
        <a:xfrm>
          <a:off x="149141" y="56294"/>
          <a:ext cx="666257" cy="999385"/>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CA0967-23E8-9D4F-B12D-CC33E6FCAC20}">
      <dsp:nvSpPr>
        <dsp:cNvPr id="0" name=""/>
        <dsp:cNvSpPr/>
      </dsp:nvSpPr>
      <dsp:spPr>
        <a:xfrm>
          <a:off x="276047" y="1391981"/>
          <a:ext cx="3045747" cy="951796"/>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4683" tIns="87630" rIns="87630" bIns="87630" numCol="1" spcCol="1270" anchor="t" anchorCtr="0">
          <a:noAutofit/>
        </a:bodyPr>
        <a:lstStyle/>
        <a:p>
          <a:pPr marL="0" lvl="0" indent="0" algn="l" defTabSz="10223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300" b="0" i="1" kern="1200" baseline="0" smtClean="0">
                    <a:latin typeface="Cambria Math" panose="02040503050406030204" pitchFamily="18" charset="0"/>
                  </a:rPr>
                  <m:t>𝑅</m:t>
                </m:r>
                <m:r>
                  <a:rPr lang="en-DK" sz="2300" b="0" i="0" kern="1200" baseline="0">
                    <a:latin typeface="Cambria Math" panose="02040503050406030204" pitchFamily="18" charset="0"/>
                  </a:rPr>
                  <m:t>&lt;1</m:t>
                </m:r>
              </m:oMath>
            </m:oMathPara>
          </a14:m>
          <a:endParaRPr lang="en-DK" sz="2300" kern="1200"/>
        </a:p>
        <a:p>
          <a:pPr marL="171450" lvl="1" indent="-171450" algn="l" defTabSz="800100">
            <a:lnSpc>
              <a:spcPct val="90000"/>
            </a:lnSpc>
            <a:spcBef>
              <a:spcPct val="0"/>
            </a:spcBef>
            <a:spcAft>
              <a:spcPct val="15000"/>
            </a:spcAft>
            <a:buNone/>
          </a:pPr>
          <a:r>
            <a:rPr lang="en-US" sz="1800" b="0" i="0" kern="1200" baseline="0" dirty="0"/>
            <a:t>Self-shielding</a:t>
          </a:r>
          <a:endParaRPr lang="en-DK" sz="1800" kern="1200" dirty="0"/>
        </a:p>
      </dsp:txBody>
      <dsp:txXfrm>
        <a:off x="276047" y="1391981"/>
        <a:ext cx="3045747" cy="951796"/>
      </dsp:txXfrm>
    </dsp:sp>
    <dsp:sp modelId="{AC4528FD-6124-0149-A656-D19928637C49}">
      <dsp:nvSpPr>
        <dsp:cNvPr id="0" name=""/>
        <dsp:cNvSpPr/>
      </dsp:nvSpPr>
      <dsp:spPr>
        <a:xfrm>
          <a:off x="149141" y="1254499"/>
          <a:ext cx="666257" cy="999385"/>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5F2305-DEC7-E94A-9F41-3DC1E39C222F}">
      <dsp:nvSpPr>
        <dsp:cNvPr id="0" name=""/>
        <dsp:cNvSpPr/>
      </dsp:nvSpPr>
      <dsp:spPr>
        <a:xfrm rot="5400000">
          <a:off x="4098464" y="-1547436"/>
          <a:ext cx="971828" cy="43147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US" sz="2800" kern="1200" dirty="0"/>
            <a:t>The macroscopic cross section</a:t>
          </a:r>
          <a:endParaRPr lang="en-DK" sz="2800" kern="1200" dirty="0"/>
        </a:p>
      </dsp:txBody>
      <dsp:txXfrm rot="-5400000">
        <a:off x="2427024" y="171445"/>
        <a:ext cx="4267268" cy="876946"/>
      </dsp:txXfrm>
    </dsp:sp>
    <dsp:sp modelId="{E0A02BEB-33BD-9B4A-8053-C2D8BE496F33}">
      <dsp:nvSpPr>
        <dsp:cNvPr id="0" name=""/>
        <dsp:cNvSpPr/>
      </dsp:nvSpPr>
      <dsp:spPr>
        <a:xfrm>
          <a:off x="0" y="2525"/>
          <a:ext cx="2427024" cy="12147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DK" sz="2000" i="1" kern="1200" smtClean="0">
                        <a:latin typeface="Cambria Math" panose="02040503050406030204" pitchFamily="18" charset="0"/>
                      </a:rPr>
                    </m:ctrlPr>
                  </m:sSubPr>
                  <m:e>
                    <m:r>
                      <m:rPr>
                        <m:sty m:val="p"/>
                      </m:rPr>
                      <a:rPr lang="en-DK" sz="2000" i="1" kern="1200">
                        <a:latin typeface="Cambria Math" panose="02040503050406030204" pitchFamily="18" charset="0"/>
                      </a:rPr>
                      <m:t>Σ</m:t>
                    </m:r>
                  </m:e>
                  <m:sub>
                    <m:r>
                      <a:rPr lang="en-DK" sz="2000" i="1" kern="1200">
                        <a:latin typeface="Cambria Math" panose="02040503050406030204" pitchFamily="18" charset="0"/>
                      </a:rPr>
                      <m:t>𝑡</m:t>
                    </m:r>
                  </m:sub>
                </m:sSub>
                <m:r>
                  <a:rPr lang="en-DK" sz="2000" i="1" kern="1200">
                    <a:latin typeface="Cambria Math" panose="02040503050406030204" pitchFamily="18" charset="0"/>
                  </a:rPr>
                  <m:t>=</m:t>
                </m:r>
                <m:r>
                  <a:rPr lang="en-DK" sz="2000" i="1" kern="1200">
                    <a:latin typeface="Cambria Math" panose="02040503050406030204" pitchFamily="18" charset="0"/>
                  </a:rPr>
                  <m:t>𝑛</m:t>
                </m:r>
                <m:sSub>
                  <m:sSubPr>
                    <m:ctrlPr>
                      <a:rPr lang="en-DK" sz="2000" i="1" kern="1200">
                        <a:latin typeface="Cambria Math" panose="02040503050406030204" pitchFamily="18" charset="0"/>
                      </a:rPr>
                    </m:ctrlPr>
                  </m:sSubPr>
                  <m:e>
                    <m:r>
                      <a:rPr lang="en-DK" sz="2000" i="1" kern="1200">
                        <a:latin typeface="Cambria Math" panose="02040503050406030204" pitchFamily="18" charset="0"/>
                      </a:rPr>
                      <m:t>𝜎</m:t>
                    </m:r>
                  </m:e>
                  <m:sub>
                    <m:r>
                      <a:rPr lang="en-DK" sz="2000" i="1" kern="1200">
                        <a:latin typeface="Cambria Math" panose="02040503050406030204" pitchFamily="18" charset="0"/>
                      </a:rPr>
                      <m:t>𝑡</m:t>
                    </m:r>
                  </m:sub>
                </m:sSub>
              </m:oMath>
            </m:oMathPara>
          </a14:m>
          <a:endParaRPr lang="en-DK" sz="2000" kern="1200" dirty="0"/>
        </a:p>
      </dsp:txBody>
      <dsp:txXfrm>
        <a:off x="59301" y="61826"/>
        <a:ext cx="2308422" cy="1096183"/>
      </dsp:txXfrm>
    </dsp:sp>
    <dsp:sp modelId="{35BA1301-0431-3242-AEC8-DADC638DF515}">
      <dsp:nvSpPr>
        <dsp:cNvPr id="0" name=""/>
        <dsp:cNvSpPr/>
      </dsp:nvSpPr>
      <dsp:spPr>
        <a:xfrm rot="5400000">
          <a:off x="4098464" y="-271911"/>
          <a:ext cx="971828" cy="43147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DK" sz="2800" kern="1200" dirty="0"/>
            <a:t>Sampled free-flight distance</a:t>
          </a:r>
        </a:p>
      </dsp:txBody>
      <dsp:txXfrm rot="-5400000">
        <a:off x="2427024" y="1446970"/>
        <a:ext cx="4267268" cy="876946"/>
      </dsp:txXfrm>
    </dsp:sp>
    <dsp:sp modelId="{A6EC7314-7CD6-674C-9233-932F91AB28F4}">
      <dsp:nvSpPr>
        <dsp:cNvPr id="0" name=""/>
        <dsp:cNvSpPr/>
      </dsp:nvSpPr>
      <dsp:spPr>
        <a:xfrm>
          <a:off x="0" y="1278050"/>
          <a:ext cx="2427024" cy="12147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000" i="1" kern="1200" smtClean="0">
                    <a:latin typeface="Cambria Math" panose="02040503050406030204" pitchFamily="18" charset="0"/>
                  </a:rPr>
                  <m:t>𝑠</m:t>
                </m:r>
                <m:r>
                  <a:rPr lang="en-DK" sz="2000" i="1" kern="1200" smtClean="0">
                    <a:latin typeface="Cambria Math" panose="02040503050406030204" pitchFamily="18" charset="0"/>
                  </a:rPr>
                  <m:t>=−</m:t>
                </m:r>
                <m:f>
                  <m:fPr>
                    <m:ctrlPr>
                      <a:rPr lang="en-DK" sz="2000" i="1" kern="1200">
                        <a:latin typeface="Cambria Math" panose="02040503050406030204" pitchFamily="18" charset="0"/>
                      </a:rPr>
                    </m:ctrlPr>
                  </m:fPr>
                  <m:num>
                    <m:func>
                      <m:funcPr>
                        <m:ctrlPr>
                          <a:rPr lang="en-DK" sz="2000" i="1" kern="1200">
                            <a:latin typeface="Cambria Math" panose="02040503050406030204" pitchFamily="18" charset="0"/>
                          </a:rPr>
                        </m:ctrlPr>
                      </m:funcPr>
                      <m:fName>
                        <m:r>
                          <m:rPr>
                            <m:sty m:val="p"/>
                          </m:rPr>
                          <a:rPr lang="en-DK" sz="2000" kern="1200">
                            <a:latin typeface="Cambria Math" panose="02040503050406030204" pitchFamily="18" charset="0"/>
                          </a:rPr>
                          <m:t>ln</m:t>
                        </m:r>
                      </m:fName>
                      <m:e>
                        <m:r>
                          <a:rPr lang="en-DK" sz="2000" i="1" kern="1200">
                            <a:latin typeface="Cambria Math" panose="02040503050406030204" pitchFamily="18" charset="0"/>
                          </a:rPr>
                          <m:t>𝒰</m:t>
                        </m:r>
                      </m:e>
                    </m:func>
                  </m:num>
                  <m:den>
                    <m:sSub>
                      <m:sSubPr>
                        <m:ctrlPr>
                          <a:rPr lang="en-DK" sz="2000" i="1" kern="1200">
                            <a:latin typeface="Cambria Math" panose="02040503050406030204" pitchFamily="18" charset="0"/>
                          </a:rPr>
                        </m:ctrlPr>
                      </m:sSubPr>
                      <m:e>
                        <m:r>
                          <m:rPr>
                            <m:sty m:val="p"/>
                          </m:rPr>
                          <a:rPr lang="en-DK" sz="2000" i="1" kern="1200">
                            <a:latin typeface="Cambria Math" panose="02040503050406030204" pitchFamily="18" charset="0"/>
                          </a:rPr>
                          <m:t>Σ</m:t>
                        </m:r>
                      </m:e>
                      <m:sub>
                        <m:r>
                          <a:rPr lang="en-DK" sz="2000" i="1" kern="1200">
                            <a:latin typeface="Cambria Math" panose="02040503050406030204" pitchFamily="18" charset="0"/>
                          </a:rPr>
                          <m:t>𝑡</m:t>
                        </m:r>
                      </m:sub>
                    </m:sSub>
                  </m:den>
                </m:f>
                <m:r>
                  <a:rPr lang="da-DK" sz="2000" b="0" i="1" kern="1200" smtClean="0">
                    <a:latin typeface="Cambria Math" panose="02040503050406030204" pitchFamily="18" charset="0"/>
                  </a:rPr>
                  <m:t>,  </m:t>
                </m:r>
                <m:r>
                  <a:rPr lang="da-DK" sz="2000" b="0" i="1" kern="1200" smtClean="0">
                    <a:latin typeface="Cambria Math" panose="02040503050406030204" pitchFamily="18" charset="0"/>
                    <a:ea typeface="Cambria Math" panose="02040503050406030204" pitchFamily="18" charset="0"/>
                  </a:rPr>
                  <m:t>𝒰</m:t>
                </m:r>
                <m:r>
                  <a:rPr lang="da-DK" sz="2000" b="0" i="1" kern="1200" smtClean="0">
                    <a:latin typeface="Cambria Math" panose="02040503050406030204" pitchFamily="18" charset="0"/>
                    <a:ea typeface="Cambria Math" panose="02040503050406030204" pitchFamily="18" charset="0"/>
                  </a:rPr>
                  <m:t>∈(0,1]</m:t>
                </m:r>
              </m:oMath>
            </m:oMathPara>
          </a14:m>
          <a:endParaRPr lang="en-DK" sz="2000" kern="1200" dirty="0"/>
        </a:p>
      </dsp:txBody>
      <dsp:txXfrm>
        <a:off x="59301" y="1337351"/>
        <a:ext cx="2308422" cy="1096183"/>
      </dsp:txXfrm>
    </dsp:sp>
    <dsp:sp modelId="{64117DD4-603F-6F46-9AED-BC6743D1CD47}">
      <dsp:nvSpPr>
        <dsp:cNvPr id="0" name=""/>
        <dsp:cNvSpPr/>
      </dsp:nvSpPr>
      <dsp:spPr>
        <a:xfrm rot="5400000">
          <a:off x="4098464" y="1003613"/>
          <a:ext cx="971828" cy="43147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DK" sz="2800" kern="1200" dirty="0"/>
            <a:t>Expected single-scattering intensity</a:t>
          </a:r>
        </a:p>
      </dsp:txBody>
      <dsp:txXfrm rot="-5400000">
        <a:off x="2427024" y="2722495"/>
        <a:ext cx="4267268" cy="876946"/>
      </dsp:txXfrm>
    </dsp:sp>
    <dsp:sp modelId="{C1608598-F642-2D4B-952D-1949748B486F}">
      <dsp:nvSpPr>
        <dsp:cNvPr id="0" name=""/>
        <dsp:cNvSpPr/>
      </dsp:nvSpPr>
      <dsp:spPr>
        <a:xfrm>
          <a:off x="0" y="2553575"/>
          <a:ext cx="2427024" cy="12147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Sup>
                  <m:sSubSupPr>
                    <m:ctrlPr>
                      <a:rPr lang="en-DK" sz="2000" i="1" kern="1200" smtClean="0">
                        <a:latin typeface="Cambria Math" panose="02040503050406030204" pitchFamily="18" charset="0"/>
                      </a:rPr>
                    </m:ctrlPr>
                  </m:sSubSupPr>
                  <m:e>
                    <m:r>
                      <a:rPr lang="en-DK" sz="2000" i="1" kern="1200">
                        <a:latin typeface="Cambria Math" panose="02040503050406030204" pitchFamily="18" charset="0"/>
                      </a:rPr>
                      <m:t>𝐼</m:t>
                    </m:r>
                  </m:e>
                  <m:sub>
                    <m:r>
                      <m:rPr>
                        <m:sty m:val="p"/>
                      </m:rPr>
                      <a:rPr lang="en-DK" sz="2000" kern="1200">
                        <a:latin typeface="Cambria Math" panose="02040503050406030204" pitchFamily="18" charset="0"/>
                      </a:rPr>
                      <m:t>exp</m:t>
                    </m:r>
                  </m:sub>
                  <m:sup>
                    <m:r>
                      <a:rPr lang="en-DK" sz="2000" i="1" kern="1200">
                        <a:latin typeface="Cambria Math" panose="02040503050406030204" pitchFamily="18" charset="0"/>
                      </a:rPr>
                      <m:t>(1)</m:t>
                    </m:r>
                  </m:sup>
                </m:sSubSup>
                <m:r>
                  <a:rPr lang="en-DK" sz="2000" i="1" kern="1200">
                    <a:latin typeface="Cambria Math" panose="02040503050406030204" pitchFamily="18" charset="0"/>
                  </a:rPr>
                  <m:t>=</m:t>
                </m:r>
                <m:r>
                  <m:rPr>
                    <m:sty m:val="p"/>
                  </m:rPr>
                  <a:rPr lang="en-DK" sz="2000" i="1" kern="1200">
                    <a:latin typeface="Cambria Math" panose="02040503050406030204" pitchFamily="18" charset="0"/>
                  </a:rPr>
                  <m:t>Ψ</m:t>
                </m:r>
                <m:r>
                  <a:rPr lang="en-DK" sz="2000" i="1" kern="1200">
                    <a:latin typeface="Cambria Math" panose="02040503050406030204" pitchFamily="18" charset="0"/>
                  </a:rPr>
                  <m:t>𝑁</m:t>
                </m:r>
                <m:sSub>
                  <m:sSubPr>
                    <m:ctrlPr>
                      <a:rPr lang="en-DK" sz="2000" i="1" kern="1200">
                        <a:latin typeface="Cambria Math" panose="02040503050406030204" pitchFamily="18" charset="0"/>
                      </a:rPr>
                    </m:ctrlPr>
                  </m:sSubPr>
                  <m:e>
                    <m:r>
                      <a:rPr lang="en-DK" sz="2000" i="1" kern="1200">
                        <a:latin typeface="Cambria Math" panose="02040503050406030204" pitchFamily="18" charset="0"/>
                      </a:rPr>
                      <m:t>𝜎</m:t>
                    </m:r>
                  </m:e>
                  <m:sub>
                    <m:r>
                      <m:rPr>
                        <m:sty m:val="p"/>
                      </m:rPr>
                      <a:rPr lang="en-DK" sz="2000" kern="1200">
                        <a:latin typeface="Cambria Math" panose="02040503050406030204" pitchFamily="18" charset="0"/>
                      </a:rPr>
                      <m:t>inc</m:t>
                    </m:r>
                    <m:r>
                      <a:rPr lang="en-DK" sz="2000" kern="1200">
                        <a:latin typeface="Cambria Math" panose="02040503050406030204" pitchFamily="18" charset="0"/>
                      </a:rPr>
                      <m:t>,</m:t>
                    </m:r>
                    <m:r>
                      <m:rPr>
                        <m:sty m:val="p"/>
                      </m:rPr>
                      <a:rPr lang="en-DK" sz="2000" kern="1200">
                        <a:latin typeface="Cambria Math" panose="02040503050406030204" pitchFamily="18" charset="0"/>
                      </a:rPr>
                      <m:t>V</m:t>
                    </m:r>
                  </m:sub>
                </m:sSub>
                <m:f>
                  <m:fPr>
                    <m:ctrlPr>
                      <a:rPr lang="en-DK" sz="2000" i="1" kern="1200">
                        <a:latin typeface="Cambria Math" panose="02040503050406030204" pitchFamily="18" charset="0"/>
                      </a:rPr>
                    </m:ctrlPr>
                  </m:fPr>
                  <m:num>
                    <m:r>
                      <m:rPr>
                        <m:sty m:val="p"/>
                      </m:rPr>
                      <a:rPr lang="en-DK" sz="2000" i="1" kern="1200">
                        <a:latin typeface="Cambria Math" panose="02040503050406030204" pitchFamily="18" charset="0"/>
                      </a:rPr>
                      <m:t>ΔΩ</m:t>
                    </m:r>
                  </m:num>
                  <m:den>
                    <m:r>
                      <a:rPr lang="en-DK" sz="2000" i="1" kern="1200">
                        <a:latin typeface="Cambria Math" panose="02040503050406030204" pitchFamily="18" charset="0"/>
                      </a:rPr>
                      <m:t>4</m:t>
                    </m:r>
                    <m:r>
                      <a:rPr lang="en-DK" sz="2000" i="1" kern="1200">
                        <a:latin typeface="Cambria Math" panose="02040503050406030204" pitchFamily="18" charset="0"/>
                      </a:rPr>
                      <m:t>𝜋</m:t>
                    </m:r>
                  </m:den>
                </m:f>
              </m:oMath>
            </m:oMathPara>
          </a14:m>
          <a:endParaRPr lang="en-DK" sz="2000" kern="1200" dirty="0"/>
        </a:p>
      </dsp:txBody>
      <dsp:txXfrm>
        <a:off x="59301" y="2612876"/>
        <a:ext cx="2308422" cy="1096183"/>
      </dsp:txXfrm>
    </dsp:sp>
    <dsp:sp modelId="{E24E64B1-97BC-2046-BB59-EF402514CDF1}">
      <dsp:nvSpPr>
        <dsp:cNvPr id="0" name=""/>
        <dsp:cNvSpPr/>
      </dsp:nvSpPr>
      <dsp:spPr>
        <a:xfrm rot="5400000">
          <a:off x="4098464" y="2279138"/>
          <a:ext cx="971828" cy="43147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None/>
          </a:pPr>
          <a:r>
            <a:rPr lang="en-DK" sz="2800" kern="1200" dirty="0"/>
            <a:t>Observed-to-expected ratio</a:t>
          </a:r>
        </a:p>
      </dsp:txBody>
      <dsp:txXfrm rot="-5400000">
        <a:off x="2427024" y="3998020"/>
        <a:ext cx="4267268" cy="876946"/>
      </dsp:txXfrm>
    </dsp:sp>
    <dsp:sp modelId="{19F10242-B6E8-AD43-9031-6517059EE7B5}">
      <dsp:nvSpPr>
        <dsp:cNvPr id="0" name=""/>
        <dsp:cNvSpPr/>
      </dsp:nvSpPr>
      <dsp:spPr>
        <a:xfrm>
          <a:off x="0" y="3829100"/>
          <a:ext cx="2427024" cy="12147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000" i="1" kern="1200" smtClean="0">
                    <a:latin typeface="Cambria Math" panose="02040503050406030204" pitchFamily="18" charset="0"/>
                  </a:rPr>
                  <m:t>𝑅</m:t>
                </m:r>
                <m:r>
                  <a:rPr lang="en-DK" sz="2000" i="1" kern="1200" smtClean="0">
                    <a:latin typeface="Cambria Math" panose="02040503050406030204" pitchFamily="18" charset="0"/>
                  </a:rPr>
                  <m:t>=</m:t>
                </m:r>
                <m:f>
                  <m:fPr>
                    <m:ctrlPr>
                      <a:rPr lang="en-DK" sz="2000" i="1" kern="1200">
                        <a:latin typeface="Cambria Math" panose="02040503050406030204" pitchFamily="18" charset="0"/>
                      </a:rPr>
                    </m:ctrlPr>
                  </m:fPr>
                  <m:num>
                    <m:sSubSup>
                      <m:sSubSupPr>
                        <m:ctrlPr>
                          <a:rPr lang="en-DK" sz="2000" i="1" kern="1200">
                            <a:latin typeface="Cambria Math" panose="02040503050406030204" pitchFamily="18" charset="0"/>
                          </a:rPr>
                        </m:ctrlPr>
                      </m:sSubSupPr>
                      <m:e>
                        <m:r>
                          <a:rPr lang="en-DK" sz="2000" i="1" kern="1200">
                            <a:latin typeface="Cambria Math" panose="02040503050406030204" pitchFamily="18" charset="0"/>
                          </a:rPr>
                          <m:t>𝐼</m:t>
                        </m:r>
                      </m:e>
                      <m:sub>
                        <m:r>
                          <m:rPr>
                            <m:sty m:val="p"/>
                          </m:rPr>
                          <a:rPr lang="en-DK" sz="2000" kern="1200">
                            <a:latin typeface="Cambria Math" panose="02040503050406030204" pitchFamily="18" charset="0"/>
                          </a:rPr>
                          <m:t>obs</m:t>
                        </m:r>
                      </m:sub>
                      <m:sup>
                        <m:r>
                          <a:rPr lang="en-DK" sz="2000" i="1" kern="1200">
                            <a:latin typeface="Cambria Math" panose="02040503050406030204" pitchFamily="18" charset="0"/>
                          </a:rPr>
                          <m:t>(1)</m:t>
                        </m:r>
                      </m:sup>
                    </m:sSubSup>
                  </m:num>
                  <m:den>
                    <m:sSubSup>
                      <m:sSubSupPr>
                        <m:ctrlPr>
                          <a:rPr lang="en-DK" sz="2000" i="1" kern="1200">
                            <a:latin typeface="Cambria Math" panose="02040503050406030204" pitchFamily="18" charset="0"/>
                          </a:rPr>
                        </m:ctrlPr>
                      </m:sSubSupPr>
                      <m:e>
                        <m:r>
                          <a:rPr lang="en-DK" sz="2000" i="1" kern="1200">
                            <a:latin typeface="Cambria Math" panose="02040503050406030204" pitchFamily="18" charset="0"/>
                          </a:rPr>
                          <m:t>𝐼</m:t>
                        </m:r>
                      </m:e>
                      <m:sub>
                        <m:r>
                          <m:rPr>
                            <m:sty m:val="p"/>
                          </m:rPr>
                          <a:rPr lang="en-DK" sz="2000" kern="1200">
                            <a:latin typeface="Cambria Math" panose="02040503050406030204" pitchFamily="18" charset="0"/>
                          </a:rPr>
                          <m:t>exp</m:t>
                        </m:r>
                      </m:sub>
                      <m:sup>
                        <m:r>
                          <a:rPr lang="en-DK" sz="2000" i="1" kern="1200">
                            <a:latin typeface="Cambria Math" panose="02040503050406030204" pitchFamily="18" charset="0"/>
                          </a:rPr>
                          <m:t>(1)</m:t>
                        </m:r>
                      </m:sup>
                    </m:sSubSup>
                  </m:den>
                </m:f>
              </m:oMath>
            </m:oMathPara>
          </a14:m>
          <a:endParaRPr lang="en-DK" sz="2000" kern="1200" dirty="0"/>
        </a:p>
      </dsp:txBody>
      <dsp:txXfrm>
        <a:off x="59301" y="3888401"/>
        <a:ext cx="2308422" cy="1096183"/>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857CE-8A93-C94E-BEA6-2424E7F3A969}">
      <dsp:nvSpPr>
        <dsp:cNvPr id="0" name=""/>
        <dsp:cNvSpPr/>
      </dsp:nvSpPr>
      <dsp:spPr>
        <a:xfrm>
          <a:off x="0" y="97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Raw total intensity ratio was: </a:t>
          </a:r>
          <a14:m xmlns:a14="http://schemas.microsoft.com/office/drawing/2010/main">
            <m:oMath xmlns:m="http://schemas.openxmlformats.org/officeDocument/2006/math">
              <m:r>
                <a:rPr lang="en-DK" sz="1800" i="1" kern="1200">
                  <a:latin typeface="Cambria Math" panose="02040503050406030204" pitchFamily="18" charset="0"/>
                </a:rPr>
                <m:t>1+3×</m:t>
              </m:r>
              <m:sSup>
                <m:sSupPr>
                  <m:ctrlPr>
                    <a:rPr lang="en-DK" sz="1800" i="1" kern="1200">
                      <a:latin typeface="Cambria Math" panose="02040503050406030204" pitchFamily="18" charset="0"/>
                    </a:rPr>
                  </m:ctrlPr>
                </m:sSupPr>
                <m:e>
                  <m:r>
                    <a:rPr lang="en-DK" sz="1800" i="1" kern="1200">
                      <a:latin typeface="Cambria Math" panose="02040503050406030204" pitchFamily="18" charset="0"/>
                    </a:rPr>
                    <m:t>10</m:t>
                  </m:r>
                </m:e>
                <m:sup>
                  <m:r>
                    <a:rPr lang="en-DK" sz="1800" i="1" kern="1200">
                      <a:latin typeface="Cambria Math" panose="02040503050406030204" pitchFamily="18" charset="0"/>
                    </a:rPr>
                    <m:t>−7</m:t>
                  </m:r>
                </m:sup>
              </m:sSup>
            </m:oMath>
          </a14:m>
          <a:endParaRPr lang="en-DK" sz="1800" kern="1200" dirty="0"/>
        </a:p>
      </dsp:txBody>
      <dsp:txXfrm>
        <a:off x="23131" y="24101"/>
        <a:ext cx="4498824" cy="427587"/>
      </dsp:txXfrm>
    </dsp:sp>
    <dsp:sp modelId="{6234AC52-2918-9143-8F92-836E6FE86B1D}">
      <dsp:nvSpPr>
        <dsp:cNvPr id="0" name=""/>
        <dsp:cNvSpPr/>
      </dsp:nvSpPr>
      <dsp:spPr>
        <a:xfrm>
          <a:off x="0" y="52666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Pearson correlation: </a:t>
          </a:r>
          <a14:m xmlns:a14="http://schemas.microsoft.com/office/drawing/2010/main">
            <m:oMath xmlns:m="http://schemas.openxmlformats.org/officeDocument/2006/math">
              <m:r>
                <a:rPr lang="en-DK" sz="1800" i="1" kern="1200">
                  <a:latin typeface="Cambria Math" panose="02040503050406030204" pitchFamily="18" charset="0"/>
                </a:rPr>
                <m:t>0.999961</m:t>
              </m:r>
            </m:oMath>
          </a14:m>
          <a:endParaRPr lang="en-DK" sz="1800" kern="1200" dirty="0"/>
        </a:p>
      </dsp:txBody>
      <dsp:txXfrm>
        <a:off x="23131" y="549791"/>
        <a:ext cx="4498824" cy="427587"/>
      </dsp:txXfrm>
    </dsp:sp>
    <dsp:sp modelId="{9E173454-E394-C64F-B624-2E498778417C}">
      <dsp:nvSpPr>
        <dsp:cNvPr id="0" name=""/>
        <dsp:cNvSpPr/>
      </dsp:nvSpPr>
      <dsp:spPr>
        <a:xfrm>
          <a:off x="0" y="105235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a:t>
          </a:r>
          <a14:m xmlns:a14="http://schemas.microsoft.com/office/drawing/2010/main">
            <m:oMath xmlns:m="http://schemas.openxmlformats.org/officeDocument/2006/math">
              <m:sSubSup>
                <m:sSubSupPr>
                  <m:ctrlPr>
                    <a:rPr lang="en-DK" sz="1800" i="1" kern="120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=3.02</m:t>
              </m:r>
            </m:oMath>
          </a14:m>
          <a:endParaRPr lang="en-DK" sz="1800" kern="1200" dirty="0"/>
        </a:p>
      </dsp:txBody>
      <dsp:txXfrm>
        <a:off x="23131" y="1075481"/>
        <a:ext cx="4498824" cy="427587"/>
      </dsp:txXfrm>
    </dsp:sp>
    <dsp:sp modelId="{8F0AB8AD-9421-3F4D-9636-4F5507F11D45}">
      <dsp:nvSpPr>
        <dsp:cNvPr id="0" name=""/>
        <dsp:cNvSpPr/>
      </dsp:nvSpPr>
      <dsp:spPr>
        <a:xfrm>
          <a:off x="0" y="157804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shape only: </a:t>
          </a:r>
          <a14:m xmlns:a14="http://schemas.microsoft.com/office/drawing/2010/main">
            <m:oMath xmlns:m="http://schemas.openxmlformats.org/officeDocument/2006/math">
              <m:sSubSup>
                <m:sSubSupPr>
                  <m:ctrlPr>
                    <a:rPr lang="en-DK" sz="1800" i="1" kern="1200" smtClean="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m:t>
              </m:r>
              <m:r>
                <a:rPr lang="da-DK" sz="1800" b="0" i="1" kern="1200" smtClean="0">
                  <a:latin typeface="Cambria Math" panose="02040503050406030204" pitchFamily="18" charset="0"/>
                </a:rPr>
                <m:t>1.74</m:t>
              </m:r>
              <m:r>
                <a:rPr lang="da-DK" sz="1800" b="0" i="1" kern="1200" smtClean="0">
                  <a:latin typeface="Cambria Math" panose="02040503050406030204" pitchFamily="18" charset="0"/>
                  <a:ea typeface="Cambria Math" panose="02040503050406030204" pitchFamily="18" charset="0"/>
                </a:rPr>
                <m:t>×</m:t>
              </m:r>
              <m:sSup>
                <m:sSupPr>
                  <m:ctrlPr>
                    <a:rPr lang="en-US" sz="1800" b="0" i="1" kern="1200" smtClean="0">
                      <a:latin typeface="Cambria Math" panose="02040503050406030204" pitchFamily="18" charset="0"/>
                      <a:ea typeface="Cambria Math" panose="02040503050406030204" pitchFamily="18" charset="0"/>
                    </a:rPr>
                  </m:ctrlPr>
                </m:sSupPr>
                <m:e>
                  <m:r>
                    <a:rPr lang="da-DK" sz="1800" b="0" i="1" kern="1200" smtClean="0">
                      <a:latin typeface="Cambria Math" panose="02040503050406030204" pitchFamily="18" charset="0"/>
                      <a:ea typeface="Cambria Math" panose="02040503050406030204" pitchFamily="18" charset="0"/>
                    </a:rPr>
                    <m:t>10</m:t>
                  </m:r>
                </m:e>
                <m:sup>
                  <m:r>
                    <a:rPr lang="da-DK" sz="1800" b="0" i="1" kern="1200" smtClean="0">
                      <a:latin typeface="Cambria Math" panose="02040503050406030204" pitchFamily="18" charset="0"/>
                      <a:ea typeface="Cambria Math" panose="02040503050406030204" pitchFamily="18" charset="0"/>
                    </a:rPr>
                    <m:t>−8</m:t>
                  </m:r>
                </m:sup>
              </m:sSup>
            </m:oMath>
          </a14:m>
          <a:endParaRPr lang="en-US" sz="1800" kern="1200" dirty="0"/>
        </a:p>
      </dsp:txBody>
      <dsp:txXfrm>
        <a:off x="23131" y="1601171"/>
        <a:ext cx="4498824" cy="427587"/>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857CE-8A93-C94E-BEA6-2424E7F3A969}">
      <dsp:nvSpPr>
        <dsp:cNvPr id="0" name=""/>
        <dsp:cNvSpPr/>
      </dsp:nvSpPr>
      <dsp:spPr>
        <a:xfrm>
          <a:off x="0" y="97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Raw total intensity ratio was: </a:t>
          </a:r>
          <a14:m xmlns:a14="http://schemas.microsoft.com/office/drawing/2010/main">
            <m:oMath xmlns:m="http://schemas.openxmlformats.org/officeDocument/2006/math">
              <m:r>
                <a:rPr lang="en-DK" sz="1800" i="1" kern="1200">
                  <a:latin typeface="Cambria Math" panose="02040503050406030204" pitchFamily="18" charset="0"/>
                </a:rPr>
                <m:t>1+3×</m:t>
              </m:r>
              <m:sSup>
                <m:sSupPr>
                  <m:ctrlPr>
                    <a:rPr lang="en-DK" sz="1800" i="1" kern="1200">
                      <a:latin typeface="Cambria Math" panose="02040503050406030204" pitchFamily="18" charset="0"/>
                    </a:rPr>
                  </m:ctrlPr>
                </m:sSupPr>
                <m:e>
                  <m:r>
                    <a:rPr lang="en-DK" sz="1800" i="1" kern="1200">
                      <a:latin typeface="Cambria Math" panose="02040503050406030204" pitchFamily="18" charset="0"/>
                    </a:rPr>
                    <m:t>10</m:t>
                  </m:r>
                </m:e>
                <m:sup>
                  <m:r>
                    <a:rPr lang="en-DK" sz="1800" i="1" kern="1200">
                      <a:latin typeface="Cambria Math" panose="02040503050406030204" pitchFamily="18" charset="0"/>
                    </a:rPr>
                    <m:t>−7</m:t>
                  </m:r>
                </m:sup>
              </m:sSup>
            </m:oMath>
          </a14:m>
          <a:endParaRPr lang="en-DK" sz="1800" kern="1200" dirty="0"/>
        </a:p>
      </dsp:txBody>
      <dsp:txXfrm>
        <a:off x="23131" y="24101"/>
        <a:ext cx="4498824" cy="427587"/>
      </dsp:txXfrm>
    </dsp:sp>
    <dsp:sp modelId="{6234AC52-2918-9143-8F92-836E6FE86B1D}">
      <dsp:nvSpPr>
        <dsp:cNvPr id="0" name=""/>
        <dsp:cNvSpPr/>
      </dsp:nvSpPr>
      <dsp:spPr>
        <a:xfrm>
          <a:off x="0" y="52666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Pearson correlation: </a:t>
          </a:r>
          <a14:m xmlns:a14="http://schemas.microsoft.com/office/drawing/2010/main">
            <m:oMath xmlns:m="http://schemas.openxmlformats.org/officeDocument/2006/math">
              <m:r>
                <a:rPr lang="en-DK" sz="1800" i="1" kern="1200">
                  <a:latin typeface="Cambria Math" panose="02040503050406030204" pitchFamily="18" charset="0"/>
                </a:rPr>
                <m:t>0.999961</m:t>
              </m:r>
            </m:oMath>
          </a14:m>
          <a:endParaRPr lang="en-DK" sz="1800" kern="1200" dirty="0"/>
        </a:p>
      </dsp:txBody>
      <dsp:txXfrm>
        <a:off x="23131" y="549791"/>
        <a:ext cx="4498824" cy="427587"/>
      </dsp:txXfrm>
    </dsp:sp>
    <dsp:sp modelId="{9E173454-E394-C64F-B624-2E498778417C}">
      <dsp:nvSpPr>
        <dsp:cNvPr id="0" name=""/>
        <dsp:cNvSpPr/>
      </dsp:nvSpPr>
      <dsp:spPr>
        <a:xfrm>
          <a:off x="0" y="105235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a:t>
          </a:r>
          <a14:m xmlns:a14="http://schemas.microsoft.com/office/drawing/2010/main">
            <m:oMath xmlns:m="http://schemas.openxmlformats.org/officeDocument/2006/math">
              <m:sSubSup>
                <m:sSubSupPr>
                  <m:ctrlPr>
                    <a:rPr lang="en-DK" sz="1800" i="1" kern="120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=3.02</m:t>
              </m:r>
            </m:oMath>
          </a14:m>
          <a:endParaRPr lang="en-DK" sz="1800" kern="1200" dirty="0"/>
        </a:p>
      </dsp:txBody>
      <dsp:txXfrm>
        <a:off x="23131" y="1075481"/>
        <a:ext cx="4498824" cy="427587"/>
      </dsp:txXfrm>
    </dsp:sp>
    <dsp:sp modelId="{8F0AB8AD-9421-3F4D-9636-4F5507F11D45}">
      <dsp:nvSpPr>
        <dsp:cNvPr id="0" name=""/>
        <dsp:cNvSpPr/>
      </dsp:nvSpPr>
      <dsp:spPr>
        <a:xfrm>
          <a:off x="0" y="157804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shape only: </a:t>
          </a:r>
          <a14:m xmlns:a14="http://schemas.microsoft.com/office/drawing/2010/main">
            <m:oMath xmlns:m="http://schemas.openxmlformats.org/officeDocument/2006/math">
              <m:sSubSup>
                <m:sSubSupPr>
                  <m:ctrlPr>
                    <a:rPr lang="en-DK" sz="1800" i="1" kern="1200" smtClean="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m:t>
              </m:r>
              <m:r>
                <a:rPr lang="da-DK" sz="1800" b="0" i="1" kern="1200" smtClean="0">
                  <a:latin typeface="Cambria Math" panose="02040503050406030204" pitchFamily="18" charset="0"/>
                </a:rPr>
                <m:t>1.74</m:t>
              </m:r>
              <m:r>
                <a:rPr lang="da-DK" sz="1800" b="0" i="1" kern="1200" smtClean="0">
                  <a:latin typeface="Cambria Math" panose="02040503050406030204" pitchFamily="18" charset="0"/>
                  <a:ea typeface="Cambria Math" panose="02040503050406030204" pitchFamily="18" charset="0"/>
                </a:rPr>
                <m:t>×</m:t>
              </m:r>
              <m:sSup>
                <m:sSupPr>
                  <m:ctrlPr>
                    <a:rPr lang="en-US" sz="1800" b="0" i="1" kern="1200" smtClean="0">
                      <a:latin typeface="Cambria Math" panose="02040503050406030204" pitchFamily="18" charset="0"/>
                      <a:ea typeface="Cambria Math" panose="02040503050406030204" pitchFamily="18" charset="0"/>
                    </a:rPr>
                  </m:ctrlPr>
                </m:sSupPr>
                <m:e>
                  <m:r>
                    <a:rPr lang="da-DK" sz="1800" b="0" i="1" kern="1200" smtClean="0">
                      <a:latin typeface="Cambria Math" panose="02040503050406030204" pitchFamily="18" charset="0"/>
                      <a:ea typeface="Cambria Math" panose="02040503050406030204" pitchFamily="18" charset="0"/>
                    </a:rPr>
                    <m:t>10</m:t>
                  </m:r>
                </m:e>
                <m:sup>
                  <m:r>
                    <a:rPr lang="da-DK" sz="1800" b="0" i="1" kern="1200" smtClean="0">
                      <a:latin typeface="Cambria Math" panose="02040503050406030204" pitchFamily="18" charset="0"/>
                      <a:ea typeface="Cambria Math" panose="02040503050406030204" pitchFamily="18" charset="0"/>
                    </a:rPr>
                    <m:t>−8</m:t>
                  </m:r>
                </m:sup>
              </m:sSup>
            </m:oMath>
          </a14:m>
          <a:endParaRPr lang="en-US" sz="1800" kern="1200" dirty="0"/>
        </a:p>
      </dsp:txBody>
      <dsp:txXfrm>
        <a:off x="23131" y="1601171"/>
        <a:ext cx="4498824" cy="427587"/>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4EC37-B284-C848-B052-BA543E59BFEF}">
      <dsp:nvSpPr>
        <dsp:cNvPr id="0" name=""/>
        <dsp:cNvSpPr/>
      </dsp:nvSpPr>
      <dsp:spPr>
        <a:xfrm rot="5400000">
          <a:off x="4927681" y="-1964674"/>
          <a:ext cx="908977" cy="506557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da-DK" sz="2400" b="0" i="1" kern="1200" smtClean="0">
                        <a:latin typeface="Cambria Math" panose="02040503050406030204" pitchFamily="18" charset="0"/>
                      </a:rPr>
                    </m:ctrlPr>
                  </m:sSubPr>
                  <m:e>
                    <m:r>
                      <a:rPr lang="da-DK" sz="2400" b="0" i="1" kern="1200" smtClean="0">
                        <a:latin typeface="Cambria Math" panose="02040503050406030204" pitchFamily="18" charset="0"/>
                      </a:rPr>
                      <m:t>𝐼</m:t>
                    </m:r>
                  </m:e>
                  <m:sub>
                    <m:r>
                      <m:rPr>
                        <m:sty m:val="p"/>
                      </m:rPr>
                      <a:rPr lang="da-DK" sz="2400" b="0" i="0" kern="1200" smtClean="0">
                        <a:latin typeface="Cambria Math" panose="02040503050406030204" pitchFamily="18" charset="0"/>
                      </a:rPr>
                      <m:t>McMini</m:t>
                    </m:r>
                  </m:sub>
                </m:sSub>
                <m:r>
                  <a:rPr lang="da-DK" sz="2400" b="0" i="1" kern="1200" smtClean="0">
                    <a:latin typeface="Cambria Math" panose="02040503050406030204" pitchFamily="18" charset="0"/>
                  </a:rPr>
                  <m:t>/</m:t>
                </m:r>
                <m:sSub>
                  <m:sSubPr>
                    <m:ctrlPr>
                      <a:rPr lang="da-DK" sz="2400" b="0" i="1" kern="1200" smtClean="0">
                        <a:latin typeface="Cambria Math" panose="02040503050406030204" pitchFamily="18" charset="0"/>
                      </a:rPr>
                    </m:ctrlPr>
                  </m:sSubPr>
                  <m:e>
                    <m:r>
                      <a:rPr lang="da-DK" sz="2400" b="0" i="1" kern="1200" smtClean="0">
                        <a:latin typeface="Cambria Math" panose="02040503050406030204" pitchFamily="18" charset="0"/>
                      </a:rPr>
                      <m:t>𝐼</m:t>
                    </m:r>
                  </m:e>
                  <m:sub>
                    <m:r>
                      <m:rPr>
                        <m:sty m:val="p"/>
                      </m:rPr>
                      <a:rPr lang="da-DK" sz="2400" b="0" i="0" kern="1200" smtClean="0">
                        <a:latin typeface="Cambria Math" panose="02040503050406030204" pitchFamily="18" charset="0"/>
                      </a:rPr>
                      <m:t>Mc</m:t>
                    </m:r>
                    <m:r>
                      <a:rPr lang="da-DK" sz="2400" b="0" i="1" kern="1200" smtClean="0">
                        <a:latin typeface="Cambria Math" panose="02040503050406030204" pitchFamily="18" charset="0"/>
                      </a:rPr>
                      <m:t>𝑆𝑡𝑎𝑠</m:t>
                    </m:r>
                  </m:sub>
                </m:sSub>
                <m:r>
                  <a:rPr lang="da-DK" sz="2400" b="0" i="1" kern="1200" smtClean="0">
                    <a:latin typeface="Cambria Math" panose="02040503050406030204" pitchFamily="18" charset="0"/>
                  </a:rPr>
                  <m:t>=</m:t>
                </m:r>
                <m:r>
                  <a:rPr lang="en-DK" sz="2400" i="1" kern="1200" smtClean="0">
                    <a:latin typeface="Cambria Math" panose="02040503050406030204" pitchFamily="18" charset="0"/>
                  </a:rPr>
                  <m:t>1+3×</m:t>
                </m:r>
                <m:sSup>
                  <m:sSupPr>
                    <m:ctrlPr>
                      <a:rPr lang="en-DK" sz="2400" i="1" kern="1200">
                        <a:latin typeface="Cambria Math" panose="02040503050406030204" pitchFamily="18" charset="0"/>
                      </a:rPr>
                    </m:ctrlPr>
                  </m:sSupPr>
                  <m:e>
                    <m:r>
                      <a:rPr lang="en-DK" sz="2400" i="1" kern="1200">
                        <a:latin typeface="Cambria Math" panose="02040503050406030204" pitchFamily="18" charset="0"/>
                      </a:rPr>
                      <m:t>10</m:t>
                    </m:r>
                  </m:e>
                  <m:sup>
                    <m:r>
                      <a:rPr lang="en-DK" sz="2400" i="1" kern="1200">
                        <a:latin typeface="Cambria Math" panose="02040503050406030204" pitchFamily="18" charset="0"/>
                      </a:rPr>
                      <m:t>−7</m:t>
                    </m:r>
                  </m:sup>
                </m:sSup>
              </m:oMath>
            </m:oMathPara>
          </a14:m>
          <a:endParaRPr lang="en-DK" sz="2400" kern="1200" dirty="0"/>
        </a:p>
      </dsp:txBody>
      <dsp:txXfrm rot="-5400000">
        <a:off x="2849385" y="157995"/>
        <a:ext cx="5021198" cy="820231"/>
      </dsp:txXfrm>
    </dsp:sp>
    <dsp:sp modelId="{9F285121-88A9-1749-8809-5678F1E1EBBB}">
      <dsp:nvSpPr>
        <dsp:cNvPr id="0" name=""/>
        <dsp:cNvSpPr/>
      </dsp:nvSpPr>
      <dsp:spPr>
        <a:xfrm>
          <a:off x="0" y="0"/>
          <a:ext cx="2849384" cy="113622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dirty="0"/>
            <a:t>Integrated intensity ratio:</a:t>
          </a:r>
          <a:endParaRPr lang="en-DK" sz="1800" kern="1200" dirty="0"/>
        </a:p>
      </dsp:txBody>
      <dsp:txXfrm>
        <a:off x="55466" y="55466"/>
        <a:ext cx="2738452" cy="1025290"/>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857CE-8A93-C94E-BEA6-2424E7F3A969}">
      <dsp:nvSpPr>
        <dsp:cNvPr id="0" name=""/>
        <dsp:cNvSpPr/>
      </dsp:nvSpPr>
      <dsp:spPr>
        <a:xfrm>
          <a:off x="0" y="97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Raw total intensity ratio was: </a:t>
          </a:r>
          <a14:m xmlns:a14="http://schemas.microsoft.com/office/drawing/2010/main">
            <m:oMath xmlns:m="http://schemas.openxmlformats.org/officeDocument/2006/math">
              <m:r>
                <a:rPr lang="en-DK" sz="1800" i="1" kern="1200">
                  <a:latin typeface="Cambria Math" panose="02040503050406030204" pitchFamily="18" charset="0"/>
                </a:rPr>
                <m:t>1+3×</m:t>
              </m:r>
              <m:sSup>
                <m:sSupPr>
                  <m:ctrlPr>
                    <a:rPr lang="en-DK" sz="1800" i="1" kern="1200">
                      <a:latin typeface="Cambria Math" panose="02040503050406030204" pitchFamily="18" charset="0"/>
                    </a:rPr>
                  </m:ctrlPr>
                </m:sSupPr>
                <m:e>
                  <m:r>
                    <a:rPr lang="en-DK" sz="1800" i="1" kern="1200">
                      <a:latin typeface="Cambria Math" panose="02040503050406030204" pitchFamily="18" charset="0"/>
                    </a:rPr>
                    <m:t>10</m:t>
                  </m:r>
                </m:e>
                <m:sup>
                  <m:r>
                    <a:rPr lang="en-DK" sz="1800" i="1" kern="1200">
                      <a:latin typeface="Cambria Math" panose="02040503050406030204" pitchFamily="18" charset="0"/>
                    </a:rPr>
                    <m:t>−7</m:t>
                  </m:r>
                </m:sup>
              </m:sSup>
            </m:oMath>
          </a14:m>
          <a:endParaRPr lang="en-DK" sz="1800" kern="1200" dirty="0"/>
        </a:p>
      </dsp:txBody>
      <dsp:txXfrm>
        <a:off x="23131" y="24101"/>
        <a:ext cx="4498824" cy="427587"/>
      </dsp:txXfrm>
    </dsp:sp>
    <dsp:sp modelId="{6234AC52-2918-9143-8F92-836E6FE86B1D}">
      <dsp:nvSpPr>
        <dsp:cNvPr id="0" name=""/>
        <dsp:cNvSpPr/>
      </dsp:nvSpPr>
      <dsp:spPr>
        <a:xfrm>
          <a:off x="0" y="52666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Pearson correlation: </a:t>
          </a:r>
          <a14:m xmlns:a14="http://schemas.microsoft.com/office/drawing/2010/main">
            <m:oMath xmlns:m="http://schemas.openxmlformats.org/officeDocument/2006/math">
              <m:r>
                <a:rPr lang="en-DK" sz="1800" i="1" kern="1200">
                  <a:latin typeface="Cambria Math" panose="02040503050406030204" pitchFamily="18" charset="0"/>
                </a:rPr>
                <m:t>0.999961</m:t>
              </m:r>
            </m:oMath>
          </a14:m>
          <a:endParaRPr lang="en-DK" sz="1800" kern="1200" dirty="0"/>
        </a:p>
      </dsp:txBody>
      <dsp:txXfrm>
        <a:off x="23131" y="549791"/>
        <a:ext cx="4498824" cy="427587"/>
      </dsp:txXfrm>
    </dsp:sp>
    <dsp:sp modelId="{9E173454-E394-C64F-B624-2E498778417C}">
      <dsp:nvSpPr>
        <dsp:cNvPr id="0" name=""/>
        <dsp:cNvSpPr/>
      </dsp:nvSpPr>
      <dsp:spPr>
        <a:xfrm>
          <a:off x="0" y="105235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a:t>
          </a:r>
          <a14:m xmlns:a14="http://schemas.microsoft.com/office/drawing/2010/main">
            <m:oMath xmlns:m="http://schemas.openxmlformats.org/officeDocument/2006/math">
              <m:sSubSup>
                <m:sSubSupPr>
                  <m:ctrlPr>
                    <a:rPr lang="en-DK" sz="1800" i="1" kern="120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=3.02</m:t>
              </m:r>
            </m:oMath>
          </a14:m>
          <a:endParaRPr lang="en-DK" sz="1800" kern="1200" dirty="0"/>
        </a:p>
      </dsp:txBody>
      <dsp:txXfrm>
        <a:off x="23131" y="1075481"/>
        <a:ext cx="4498824" cy="427587"/>
      </dsp:txXfrm>
    </dsp:sp>
    <dsp:sp modelId="{8F0AB8AD-9421-3F4D-9636-4F5507F11D45}">
      <dsp:nvSpPr>
        <dsp:cNvPr id="0" name=""/>
        <dsp:cNvSpPr/>
      </dsp:nvSpPr>
      <dsp:spPr>
        <a:xfrm>
          <a:off x="0" y="157804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shape only: </a:t>
          </a:r>
          <a14:m xmlns:a14="http://schemas.microsoft.com/office/drawing/2010/main">
            <m:oMath xmlns:m="http://schemas.openxmlformats.org/officeDocument/2006/math">
              <m:sSubSup>
                <m:sSubSupPr>
                  <m:ctrlPr>
                    <a:rPr lang="en-DK" sz="1800" i="1" kern="1200" smtClean="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m:t>
              </m:r>
              <m:r>
                <a:rPr lang="da-DK" sz="1800" b="0" i="1" kern="1200" smtClean="0">
                  <a:latin typeface="Cambria Math" panose="02040503050406030204" pitchFamily="18" charset="0"/>
                </a:rPr>
                <m:t>1.74</m:t>
              </m:r>
              <m:r>
                <a:rPr lang="da-DK" sz="1800" b="0" i="1" kern="1200" smtClean="0">
                  <a:latin typeface="Cambria Math" panose="02040503050406030204" pitchFamily="18" charset="0"/>
                  <a:ea typeface="Cambria Math" panose="02040503050406030204" pitchFamily="18" charset="0"/>
                </a:rPr>
                <m:t>×</m:t>
              </m:r>
              <m:sSup>
                <m:sSupPr>
                  <m:ctrlPr>
                    <a:rPr lang="en-US" sz="1800" b="0" i="1" kern="1200" smtClean="0">
                      <a:latin typeface="Cambria Math" panose="02040503050406030204" pitchFamily="18" charset="0"/>
                      <a:ea typeface="Cambria Math" panose="02040503050406030204" pitchFamily="18" charset="0"/>
                    </a:rPr>
                  </m:ctrlPr>
                </m:sSupPr>
                <m:e>
                  <m:r>
                    <a:rPr lang="da-DK" sz="1800" b="0" i="1" kern="1200" smtClean="0">
                      <a:latin typeface="Cambria Math" panose="02040503050406030204" pitchFamily="18" charset="0"/>
                      <a:ea typeface="Cambria Math" panose="02040503050406030204" pitchFamily="18" charset="0"/>
                    </a:rPr>
                    <m:t>10</m:t>
                  </m:r>
                </m:e>
                <m:sup>
                  <m:r>
                    <a:rPr lang="da-DK" sz="1800" b="0" i="1" kern="1200" smtClean="0">
                      <a:latin typeface="Cambria Math" panose="02040503050406030204" pitchFamily="18" charset="0"/>
                      <a:ea typeface="Cambria Math" panose="02040503050406030204" pitchFamily="18" charset="0"/>
                    </a:rPr>
                    <m:t>−8</m:t>
                  </m:r>
                </m:sup>
              </m:sSup>
            </m:oMath>
          </a14:m>
          <a:endParaRPr lang="en-US" sz="1800" kern="1200" dirty="0"/>
        </a:p>
      </dsp:txBody>
      <dsp:txXfrm>
        <a:off x="23131" y="1601171"/>
        <a:ext cx="4498824" cy="427587"/>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4EC37-B284-C848-B052-BA543E59BFEF}">
      <dsp:nvSpPr>
        <dsp:cNvPr id="0" name=""/>
        <dsp:cNvSpPr/>
      </dsp:nvSpPr>
      <dsp:spPr>
        <a:xfrm rot="5400000">
          <a:off x="4927681" y="-1964674"/>
          <a:ext cx="908977" cy="506557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da-DK" sz="2400" b="0" i="1" kern="1200" smtClean="0">
                        <a:latin typeface="Cambria Math" panose="02040503050406030204" pitchFamily="18" charset="0"/>
                      </a:rPr>
                    </m:ctrlPr>
                  </m:sSubPr>
                  <m:e>
                    <m:r>
                      <a:rPr lang="da-DK" sz="2400" b="0" i="1" kern="1200" smtClean="0">
                        <a:latin typeface="Cambria Math" panose="02040503050406030204" pitchFamily="18" charset="0"/>
                      </a:rPr>
                      <m:t>𝐼</m:t>
                    </m:r>
                  </m:e>
                  <m:sub>
                    <m:r>
                      <m:rPr>
                        <m:sty m:val="p"/>
                      </m:rPr>
                      <a:rPr lang="da-DK" sz="2400" b="0" i="0" kern="1200" smtClean="0">
                        <a:latin typeface="Cambria Math" panose="02040503050406030204" pitchFamily="18" charset="0"/>
                      </a:rPr>
                      <m:t>McMini</m:t>
                    </m:r>
                  </m:sub>
                </m:sSub>
                <m:r>
                  <a:rPr lang="da-DK" sz="2400" b="0" i="1" kern="1200" smtClean="0">
                    <a:latin typeface="Cambria Math" panose="02040503050406030204" pitchFamily="18" charset="0"/>
                  </a:rPr>
                  <m:t>/</m:t>
                </m:r>
                <m:sSub>
                  <m:sSubPr>
                    <m:ctrlPr>
                      <a:rPr lang="da-DK" sz="2400" b="0" i="1" kern="1200" smtClean="0">
                        <a:latin typeface="Cambria Math" panose="02040503050406030204" pitchFamily="18" charset="0"/>
                      </a:rPr>
                    </m:ctrlPr>
                  </m:sSubPr>
                  <m:e>
                    <m:r>
                      <a:rPr lang="da-DK" sz="2400" b="0" i="1" kern="1200" smtClean="0">
                        <a:latin typeface="Cambria Math" panose="02040503050406030204" pitchFamily="18" charset="0"/>
                      </a:rPr>
                      <m:t>𝐼</m:t>
                    </m:r>
                  </m:e>
                  <m:sub>
                    <m:r>
                      <m:rPr>
                        <m:sty m:val="p"/>
                      </m:rPr>
                      <a:rPr lang="da-DK" sz="2400" b="0" i="0" kern="1200" smtClean="0">
                        <a:latin typeface="Cambria Math" panose="02040503050406030204" pitchFamily="18" charset="0"/>
                      </a:rPr>
                      <m:t>Mc</m:t>
                    </m:r>
                    <m:r>
                      <a:rPr lang="da-DK" sz="2400" b="0" i="1" kern="1200" smtClean="0">
                        <a:latin typeface="Cambria Math" panose="02040503050406030204" pitchFamily="18" charset="0"/>
                      </a:rPr>
                      <m:t>𝑆𝑡𝑎𝑠</m:t>
                    </m:r>
                  </m:sub>
                </m:sSub>
                <m:r>
                  <a:rPr lang="da-DK" sz="2400" b="0" i="1" kern="1200" smtClean="0">
                    <a:latin typeface="Cambria Math" panose="02040503050406030204" pitchFamily="18" charset="0"/>
                  </a:rPr>
                  <m:t>=</m:t>
                </m:r>
                <m:r>
                  <a:rPr lang="en-DK" sz="2400" i="1" kern="1200" smtClean="0">
                    <a:latin typeface="Cambria Math" panose="02040503050406030204" pitchFamily="18" charset="0"/>
                  </a:rPr>
                  <m:t>1+3×</m:t>
                </m:r>
                <m:sSup>
                  <m:sSupPr>
                    <m:ctrlPr>
                      <a:rPr lang="en-DK" sz="2400" i="1" kern="1200">
                        <a:latin typeface="Cambria Math" panose="02040503050406030204" pitchFamily="18" charset="0"/>
                      </a:rPr>
                    </m:ctrlPr>
                  </m:sSupPr>
                  <m:e>
                    <m:r>
                      <a:rPr lang="en-DK" sz="2400" i="1" kern="1200">
                        <a:latin typeface="Cambria Math" panose="02040503050406030204" pitchFamily="18" charset="0"/>
                      </a:rPr>
                      <m:t>10</m:t>
                    </m:r>
                  </m:e>
                  <m:sup>
                    <m:r>
                      <a:rPr lang="en-DK" sz="2400" i="1" kern="1200">
                        <a:latin typeface="Cambria Math" panose="02040503050406030204" pitchFamily="18" charset="0"/>
                      </a:rPr>
                      <m:t>−7</m:t>
                    </m:r>
                  </m:sup>
                </m:sSup>
              </m:oMath>
            </m:oMathPara>
          </a14:m>
          <a:endParaRPr lang="en-DK" sz="2400" kern="1200" dirty="0"/>
        </a:p>
      </dsp:txBody>
      <dsp:txXfrm rot="-5400000">
        <a:off x="2849385" y="157995"/>
        <a:ext cx="5021198" cy="820231"/>
      </dsp:txXfrm>
    </dsp:sp>
    <dsp:sp modelId="{9F285121-88A9-1749-8809-5678F1E1EBBB}">
      <dsp:nvSpPr>
        <dsp:cNvPr id="0" name=""/>
        <dsp:cNvSpPr/>
      </dsp:nvSpPr>
      <dsp:spPr>
        <a:xfrm>
          <a:off x="0" y="0"/>
          <a:ext cx="2849384" cy="113622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dirty="0"/>
            <a:t>Integrated intensity ratio:</a:t>
          </a:r>
          <a:endParaRPr lang="en-DK" sz="1800" kern="1200" dirty="0"/>
        </a:p>
      </dsp:txBody>
      <dsp:txXfrm>
        <a:off x="55466" y="55466"/>
        <a:ext cx="2738452" cy="1025290"/>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857CE-8A93-C94E-BEA6-2424E7F3A969}">
      <dsp:nvSpPr>
        <dsp:cNvPr id="0" name=""/>
        <dsp:cNvSpPr/>
      </dsp:nvSpPr>
      <dsp:spPr>
        <a:xfrm>
          <a:off x="0" y="97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Raw total intensity ratio was: </a:t>
          </a:r>
          <a14:m xmlns:a14="http://schemas.microsoft.com/office/drawing/2010/main">
            <m:oMath xmlns:m="http://schemas.openxmlformats.org/officeDocument/2006/math">
              <m:r>
                <a:rPr lang="en-DK" sz="1800" i="1" kern="1200">
                  <a:latin typeface="Cambria Math" panose="02040503050406030204" pitchFamily="18" charset="0"/>
                </a:rPr>
                <m:t>1+3×</m:t>
              </m:r>
              <m:sSup>
                <m:sSupPr>
                  <m:ctrlPr>
                    <a:rPr lang="en-DK" sz="1800" i="1" kern="1200">
                      <a:latin typeface="Cambria Math" panose="02040503050406030204" pitchFamily="18" charset="0"/>
                    </a:rPr>
                  </m:ctrlPr>
                </m:sSupPr>
                <m:e>
                  <m:r>
                    <a:rPr lang="en-DK" sz="1800" i="1" kern="1200">
                      <a:latin typeface="Cambria Math" panose="02040503050406030204" pitchFamily="18" charset="0"/>
                    </a:rPr>
                    <m:t>10</m:t>
                  </m:r>
                </m:e>
                <m:sup>
                  <m:r>
                    <a:rPr lang="en-DK" sz="1800" i="1" kern="1200">
                      <a:latin typeface="Cambria Math" panose="02040503050406030204" pitchFamily="18" charset="0"/>
                    </a:rPr>
                    <m:t>−7</m:t>
                  </m:r>
                </m:sup>
              </m:sSup>
            </m:oMath>
          </a14:m>
          <a:endParaRPr lang="en-DK" sz="1800" kern="1200" dirty="0"/>
        </a:p>
      </dsp:txBody>
      <dsp:txXfrm>
        <a:off x="23131" y="24101"/>
        <a:ext cx="4498824" cy="427587"/>
      </dsp:txXfrm>
    </dsp:sp>
    <dsp:sp modelId="{6234AC52-2918-9143-8F92-836E6FE86B1D}">
      <dsp:nvSpPr>
        <dsp:cNvPr id="0" name=""/>
        <dsp:cNvSpPr/>
      </dsp:nvSpPr>
      <dsp:spPr>
        <a:xfrm>
          <a:off x="0" y="52666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Pearson correlation: </a:t>
          </a:r>
          <a14:m xmlns:a14="http://schemas.microsoft.com/office/drawing/2010/main">
            <m:oMath xmlns:m="http://schemas.openxmlformats.org/officeDocument/2006/math">
              <m:r>
                <a:rPr lang="en-DK" sz="1800" i="1" kern="1200">
                  <a:latin typeface="Cambria Math" panose="02040503050406030204" pitchFamily="18" charset="0"/>
                </a:rPr>
                <m:t>0.999961</m:t>
              </m:r>
            </m:oMath>
          </a14:m>
          <a:endParaRPr lang="en-DK" sz="1800" kern="1200" dirty="0"/>
        </a:p>
      </dsp:txBody>
      <dsp:txXfrm>
        <a:off x="23131" y="549791"/>
        <a:ext cx="4498824" cy="427587"/>
      </dsp:txXfrm>
    </dsp:sp>
    <dsp:sp modelId="{9E173454-E394-C64F-B624-2E498778417C}">
      <dsp:nvSpPr>
        <dsp:cNvPr id="0" name=""/>
        <dsp:cNvSpPr/>
      </dsp:nvSpPr>
      <dsp:spPr>
        <a:xfrm>
          <a:off x="0" y="105235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a:t>
          </a:r>
          <a14:m xmlns:a14="http://schemas.microsoft.com/office/drawing/2010/main">
            <m:oMath xmlns:m="http://schemas.openxmlformats.org/officeDocument/2006/math">
              <m:sSubSup>
                <m:sSubSupPr>
                  <m:ctrlPr>
                    <a:rPr lang="en-DK" sz="1800" i="1" kern="120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=3.02</m:t>
              </m:r>
            </m:oMath>
          </a14:m>
          <a:endParaRPr lang="en-DK" sz="1800" kern="1200" dirty="0"/>
        </a:p>
      </dsp:txBody>
      <dsp:txXfrm>
        <a:off x="23131" y="1075481"/>
        <a:ext cx="4498824" cy="427587"/>
      </dsp:txXfrm>
    </dsp:sp>
    <dsp:sp modelId="{8F0AB8AD-9421-3F4D-9636-4F5507F11D45}">
      <dsp:nvSpPr>
        <dsp:cNvPr id="0" name=""/>
        <dsp:cNvSpPr/>
      </dsp:nvSpPr>
      <dsp:spPr>
        <a:xfrm>
          <a:off x="0" y="157804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shape only: </a:t>
          </a:r>
          <a14:m xmlns:a14="http://schemas.microsoft.com/office/drawing/2010/main">
            <m:oMath xmlns:m="http://schemas.openxmlformats.org/officeDocument/2006/math">
              <m:sSubSup>
                <m:sSubSupPr>
                  <m:ctrlPr>
                    <a:rPr lang="en-DK" sz="1800" i="1" kern="1200" smtClean="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m:t>
              </m:r>
              <m:r>
                <a:rPr lang="da-DK" sz="1800" b="0" i="1" kern="1200" smtClean="0">
                  <a:latin typeface="Cambria Math" panose="02040503050406030204" pitchFamily="18" charset="0"/>
                </a:rPr>
                <m:t>1.74</m:t>
              </m:r>
              <m:r>
                <a:rPr lang="da-DK" sz="1800" b="0" i="1" kern="1200" smtClean="0">
                  <a:latin typeface="Cambria Math" panose="02040503050406030204" pitchFamily="18" charset="0"/>
                  <a:ea typeface="Cambria Math" panose="02040503050406030204" pitchFamily="18" charset="0"/>
                </a:rPr>
                <m:t>×</m:t>
              </m:r>
              <m:sSup>
                <m:sSupPr>
                  <m:ctrlPr>
                    <a:rPr lang="en-US" sz="1800" b="0" i="1" kern="1200" smtClean="0">
                      <a:latin typeface="Cambria Math" panose="02040503050406030204" pitchFamily="18" charset="0"/>
                      <a:ea typeface="Cambria Math" panose="02040503050406030204" pitchFamily="18" charset="0"/>
                    </a:rPr>
                  </m:ctrlPr>
                </m:sSupPr>
                <m:e>
                  <m:r>
                    <a:rPr lang="da-DK" sz="1800" b="0" i="1" kern="1200" smtClean="0">
                      <a:latin typeface="Cambria Math" panose="02040503050406030204" pitchFamily="18" charset="0"/>
                      <a:ea typeface="Cambria Math" panose="02040503050406030204" pitchFamily="18" charset="0"/>
                    </a:rPr>
                    <m:t>10</m:t>
                  </m:r>
                </m:e>
                <m:sup>
                  <m:r>
                    <a:rPr lang="da-DK" sz="1800" b="0" i="1" kern="1200" smtClean="0">
                      <a:latin typeface="Cambria Math" panose="02040503050406030204" pitchFamily="18" charset="0"/>
                      <a:ea typeface="Cambria Math" panose="02040503050406030204" pitchFamily="18" charset="0"/>
                    </a:rPr>
                    <m:t>−8</m:t>
                  </m:r>
                </m:sup>
              </m:sSup>
            </m:oMath>
          </a14:m>
          <a:endParaRPr lang="en-US" sz="1800" kern="1200" dirty="0"/>
        </a:p>
      </dsp:txBody>
      <dsp:txXfrm>
        <a:off x="23131" y="1601171"/>
        <a:ext cx="4498824" cy="427587"/>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4EC37-B284-C848-B052-BA543E59BFEF}">
      <dsp:nvSpPr>
        <dsp:cNvPr id="0" name=""/>
        <dsp:cNvSpPr/>
      </dsp:nvSpPr>
      <dsp:spPr>
        <a:xfrm rot="5400000">
          <a:off x="4449858" y="-1917308"/>
          <a:ext cx="452817" cy="440119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da-DK" sz="2000" b="0" i="1" kern="1200" smtClean="0">
                        <a:latin typeface="Cambria Math" panose="02040503050406030204" pitchFamily="18" charset="0"/>
                      </a:rPr>
                    </m:ctrlPr>
                  </m:sSubPr>
                  <m:e>
                    <m:r>
                      <a:rPr lang="da-DK" sz="2000" b="0" i="1" kern="1200" smtClean="0">
                        <a:latin typeface="Cambria Math" panose="02040503050406030204" pitchFamily="18" charset="0"/>
                      </a:rPr>
                      <m:t>𝐼</m:t>
                    </m:r>
                  </m:e>
                  <m:sub>
                    <m:r>
                      <m:rPr>
                        <m:sty m:val="p"/>
                      </m:rPr>
                      <a:rPr lang="da-DK" sz="2000" b="0" i="0" kern="1200" smtClean="0">
                        <a:latin typeface="Cambria Math" panose="02040503050406030204" pitchFamily="18" charset="0"/>
                      </a:rPr>
                      <m:t>McMini</m:t>
                    </m:r>
                  </m:sub>
                </m:sSub>
                <m:r>
                  <a:rPr lang="da-DK" sz="2000" b="0" i="1" kern="1200" smtClean="0">
                    <a:latin typeface="Cambria Math" panose="02040503050406030204" pitchFamily="18" charset="0"/>
                  </a:rPr>
                  <m:t>/</m:t>
                </m:r>
                <m:sSub>
                  <m:sSubPr>
                    <m:ctrlPr>
                      <a:rPr lang="da-DK" sz="2000" b="0" i="1" kern="1200" smtClean="0">
                        <a:latin typeface="Cambria Math" panose="02040503050406030204" pitchFamily="18" charset="0"/>
                      </a:rPr>
                    </m:ctrlPr>
                  </m:sSubPr>
                  <m:e>
                    <m:r>
                      <a:rPr lang="da-DK" sz="2000" b="0" i="1" kern="1200" smtClean="0">
                        <a:latin typeface="Cambria Math" panose="02040503050406030204" pitchFamily="18" charset="0"/>
                      </a:rPr>
                      <m:t>𝐼</m:t>
                    </m:r>
                  </m:e>
                  <m:sub>
                    <m:r>
                      <m:rPr>
                        <m:sty m:val="p"/>
                      </m:rPr>
                      <a:rPr lang="da-DK" sz="2000" b="0" i="0" kern="1200" smtClean="0">
                        <a:latin typeface="Cambria Math" panose="02040503050406030204" pitchFamily="18" charset="0"/>
                      </a:rPr>
                      <m:t>Mc</m:t>
                    </m:r>
                    <m:r>
                      <a:rPr lang="da-DK" sz="2000" b="0" i="1" kern="1200" smtClean="0">
                        <a:latin typeface="Cambria Math" panose="02040503050406030204" pitchFamily="18" charset="0"/>
                      </a:rPr>
                      <m:t>𝑆𝑡𝑎𝑠</m:t>
                    </m:r>
                  </m:sub>
                </m:sSub>
                <m:r>
                  <a:rPr lang="da-DK" sz="2000" b="0" i="1" kern="1200" smtClean="0">
                    <a:latin typeface="Cambria Math" panose="02040503050406030204" pitchFamily="18" charset="0"/>
                  </a:rPr>
                  <m:t>=</m:t>
                </m:r>
                <m:r>
                  <a:rPr lang="en-DK" sz="2000" i="1" kern="1200" smtClean="0">
                    <a:latin typeface="Cambria Math" panose="02040503050406030204" pitchFamily="18" charset="0"/>
                  </a:rPr>
                  <m:t>1+3×</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−7</m:t>
                    </m:r>
                  </m:sup>
                </m:sSup>
              </m:oMath>
            </m:oMathPara>
          </a14:m>
          <a:endParaRPr lang="en-DK" sz="2000" kern="1200" dirty="0"/>
        </a:p>
      </dsp:txBody>
      <dsp:txXfrm rot="-5400000">
        <a:off x="2475671" y="78984"/>
        <a:ext cx="4379087" cy="408607"/>
      </dsp:txXfrm>
    </dsp:sp>
    <dsp:sp modelId="{9F285121-88A9-1749-8809-5678F1E1EBBB}">
      <dsp:nvSpPr>
        <dsp:cNvPr id="0" name=""/>
        <dsp:cNvSpPr/>
      </dsp:nvSpPr>
      <dsp:spPr>
        <a:xfrm>
          <a:off x="0" y="276"/>
          <a:ext cx="2475671" cy="566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t>Integrated intensity ratio:</a:t>
          </a:r>
          <a:endParaRPr lang="en-DK" sz="1400" kern="1200" dirty="0"/>
        </a:p>
      </dsp:txBody>
      <dsp:txXfrm>
        <a:off x="27631" y="27907"/>
        <a:ext cx="2420409" cy="510759"/>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857CE-8A93-C94E-BEA6-2424E7F3A969}">
      <dsp:nvSpPr>
        <dsp:cNvPr id="0" name=""/>
        <dsp:cNvSpPr/>
      </dsp:nvSpPr>
      <dsp:spPr>
        <a:xfrm>
          <a:off x="0" y="97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Raw total intensity ratio was: </a:t>
          </a:r>
          <a14:m xmlns:a14="http://schemas.microsoft.com/office/drawing/2010/main">
            <m:oMath xmlns:m="http://schemas.openxmlformats.org/officeDocument/2006/math">
              <m:r>
                <a:rPr lang="en-DK" sz="1800" i="1" kern="1200">
                  <a:latin typeface="Cambria Math" panose="02040503050406030204" pitchFamily="18" charset="0"/>
                </a:rPr>
                <m:t>1+3×</m:t>
              </m:r>
              <m:sSup>
                <m:sSupPr>
                  <m:ctrlPr>
                    <a:rPr lang="en-DK" sz="1800" i="1" kern="1200">
                      <a:latin typeface="Cambria Math" panose="02040503050406030204" pitchFamily="18" charset="0"/>
                    </a:rPr>
                  </m:ctrlPr>
                </m:sSupPr>
                <m:e>
                  <m:r>
                    <a:rPr lang="en-DK" sz="1800" i="1" kern="1200">
                      <a:latin typeface="Cambria Math" panose="02040503050406030204" pitchFamily="18" charset="0"/>
                    </a:rPr>
                    <m:t>10</m:t>
                  </m:r>
                </m:e>
                <m:sup>
                  <m:r>
                    <a:rPr lang="en-DK" sz="1800" i="1" kern="1200">
                      <a:latin typeface="Cambria Math" panose="02040503050406030204" pitchFamily="18" charset="0"/>
                    </a:rPr>
                    <m:t>−7</m:t>
                  </m:r>
                </m:sup>
              </m:sSup>
            </m:oMath>
          </a14:m>
          <a:endParaRPr lang="en-DK" sz="1800" kern="1200" dirty="0"/>
        </a:p>
      </dsp:txBody>
      <dsp:txXfrm>
        <a:off x="23131" y="24101"/>
        <a:ext cx="4498824" cy="427587"/>
      </dsp:txXfrm>
    </dsp:sp>
    <dsp:sp modelId="{6234AC52-2918-9143-8F92-836E6FE86B1D}">
      <dsp:nvSpPr>
        <dsp:cNvPr id="0" name=""/>
        <dsp:cNvSpPr/>
      </dsp:nvSpPr>
      <dsp:spPr>
        <a:xfrm>
          <a:off x="0" y="52666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Pearson correlation: </a:t>
          </a:r>
          <a14:m xmlns:a14="http://schemas.microsoft.com/office/drawing/2010/main">
            <m:oMath xmlns:m="http://schemas.openxmlformats.org/officeDocument/2006/math">
              <m:r>
                <a:rPr lang="en-DK" sz="1800" i="1" kern="1200">
                  <a:latin typeface="Cambria Math" panose="02040503050406030204" pitchFamily="18" charset="0"/>
                </a:rPr>
                <m:t>0.999961</m:t>
              </m:r>
            </m:oMath>
          </a14:m>
          <a:endParaRPr lang="en-DK" sz="1800" kern="1200" dirty="0"/>
        </a:p>
      </dsp:txBody>
      <dsp:txXfrm>
        <a:off x="23131" y="549791"/>
        <a:ext cx="4498824" cy="427587"/>
      </dsp:txXfrm>
    </dsp:sp>
    <dsp:sp modelId="{9E173454-E394-C64F-B624-2E498778417C}">
      <dsp:nvSpPr>
        <dsp:cNvPr id="0" name=""/>
        <dsp:cNvSpPr/>
      </dsp:nvSpPr>
      <dsp:spPr>
        <a:xfrm>
          <a:off x="0" y="105235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a:t>
          </a:r>
          <a14:m xmlns:a14="http://schemas.microsoft.com/office/drawing/2010/main">
            <m:oMath xmlns:m="http://schemas.openxmlformats.org/officeDocument/2006/math">
              <m:sSubSup>
                <m:sSubSupPr>
                  <m:ctrlPr>
                    <a:rPr lang="en-DK" sz="1800" i="1" kern="120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=3.02</m:t>
              </m:r>
            </m:oMath>
          </a14:m>
          <a:endParaRPr lang="en-DK" sz="1800" kern="1200" dirty="0"/>
        </a:p>
      </dsp:txBody>
      <dsp:txXfrm>
        <a:off x="23131" y="1075481"/>
        <a:ext cx="4498824" cy="427587"/>
      </dsp:txXfrm>
    </dsp:sp>
    <dsp:sp modelId="{8F0AB8AD-9421-3F4D-9636-4F5507F11D45}">
      <dsp:nvSpPr>
        <dsp:cNvPr id="0" name=""/>
        <dsp:cNvSpPr/>
      </dsp:nvSpPr>
      <dsp:spPr>
        <a:xfrm>
          <a:off x="0" y="157804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shape only: </a:t>
          </a:r>
          <a14:m xmlns:a14="http://schemas.microsoft.com/office/drawing/2010/main">
            <m:oMath xmlns:m="http://schemas.openxmlformats.org/officeDocument/2006/math">
              <m:sSubSup>
                <m:sSubSupPr>
                  <m:ctrlPr>
                    <a:rPr lang="en-DK" sz="1800" i="1" kern="1200" smtClean="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m:t>
              </m:r>
              <m:r>
                <a:rPr lang="da-DK" sz="1800" b="0" i="1" kern="1200" smtClean="0">
                  <a:latin typeface="Cambria Math" panose="02040503050406030204" pitchFamily="18" charset="0"/>
                </a:rPr>
                <m:t>1.74</m:t>
              </m:r>
              <m:r>
                <a:rPr lang="da-DK" sz="1800" b="0" i="1" kern="1200" smtClean="0">
                  <a:latin typeface="Cambria Math" panose="02040503050406030204" pitchFamily="18" charset="0"/>
                  <a:ea typeface="Cambria Math" panose="02040503050406030204" pitchFamily="18" charset="0"/>
                </a:rPr>
                <m:t>×</m:t>
              </m:r>
              <m:sSup>
                <m:sSupPr>
                  <m:ctrlPr>
                    <a:rPr lang="en-US" sz="1800" b="0" i="1" kern="1200" smtClean="0">
                      <a:latin typeface="Cambria Math" panose="02040503050406030204" pitchFamily="18" charset="0"/>
                      <a:ea typeface="Cambria Math" panose="02040503050406030204" pitchFamily="18" charset="0"/>
                    </a:rPr>
                  </m:ctrlPr>
                </m:sSupPr>
                <m:e>
                  <m:r>
                    <a:rPr lang="da-DK" sz="1800" b="0" i="1" kern="1200" smtClean="0">
                      <a:latin typeface="Cambria Math" panose="02040503050406030204" pitchFamily="18" charset="0"/>
                      <a:ea typeface="Cambria Math" panose="02040503050406030204" pitchFamily="18" charset="0"/>
                    </a:rPr>
                    <m:t>10</m:t>
                  </m:r>
                </m:e>
                <m:sup>
                  <m:r>
                    <a:rPr lang="da-DK" sz="1800" b="0" i="1" kern="1200" smtClean="0">
                      <a:latin typeface="Cambria Math" panose="02040503050406030204" pitchFamily="18" charset="0"/>
                      <a:ea typeface="Cambria Math" panose="02040503050406030204" pitchFamily="18" charset="0"/>
                    </a:rPr>
                    <m:t>−8</m:t>
                  </m:r>
                </m:sup>
              </m:sSup>
            </m:oMath>
          </a14:m>
          <a:endParaRPr lang="en-US" sz="1800" kern="1200" dirty="0"/>
        </a:p>
      </dsp:txBody>
      <dsp:txXfrm>
        <a:off x="23131" y="1601171"/>
        <a:ext cx="4498824" cy="427587"/>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4EC37-B284-C848-B052-BA543E59BFEF}">
      <dsp:nvSpPr>
        <dsp:cNvPr id="0" name=""/>
        <dsp:cNvSpPr/>
      </dsp:nvSpPr>
      <dsp:spPr>
        <a:xfrm rot="5400000">
          <a:off x="4449858" y="-1917308"/>
          <a:ext cx="452817" cy="440119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da-DK" sz="2000" b="0" i="1" kern="1200" smtClean="0">
                        <a:latin typeface="Cambria Math" panose="02040503050406030204" pitchFamily="18" charset="0"/>
                      </a:rPr>
                    </m:ctrlPr>
                  </m:sSubPr>
                  <m:e>
                    <m:r>
                      <a:rPr lang="da-DK" sz="2000" b="0" i="1" kern="1200" smtClean="0">
                        <a:latin typeface="Cambria Math" panose="02040503050406030204" pitchFamily="18" charset="0"/>
                      </a:rPr>
                      <m:t>𝐼</m:t>
                    </m:r>
                  </m:e>
                  <m:sub>
                    <m:r>
                      <m:rPr>
                        <m:sty m:val="p"/>
                      </m:rPr>
                      <a:rPr lang="da-DK" sz="2000" b="0" i="0" kern="1200" smtClean="0">
                        <a:latin typeface="Cambria Math" panose="02040503050406030204" pitchFamily="18" charset="0"/>
                      </a:rPr>
                      <m:t>McMini</m:t>
                    </m:r>
                  </m:sub>
                </m:sSub>
                <m:r>
                  <a:rPr lang="da-DK" sz="2000" b="0" i="1" kern="1200" smtClean="0">
                    <a:latin typeface="Cambria Math" panose="02040503050406030204" pitchFamily="18" charset="0"/>
                  </a:rPr>
                  <m:t>/</m:t>
                </m:r>
                <m:sSub>
                  <m:sSubPr>
                    <m:ctrlPr>
                      <a:rPr lang="da-DK" sz="2000" b="0" i="1" kern="1200" smtClean="0">
                        <a:latin typeface="Cambria Math" panose="02040503050406030204" pitchFamily="18" charset="0"/>
                      </a:rPr>
                    </m:ctrlPr>
                  </m:sSubPr>
                  <m:e>
                    <m:r>
                      <a:rPr lang="da-DK" sz="2000" b="0" i="1" kern="1200" smtClean="0">
                        <a:latin typeface="Cambria Math" panose="02040503050406030204" pitchFamily="18" charset="0"/>
                      </a:rPr>
                      <m:t>𝐼</m:t>
                    </m:r>
                  </m:e>
                  <m:sub>
                    <m:r>
                      <m:rPr>
                        <m:sty m:val="p"/>
                      </m:rPr>
                      <a:rPr lang="da-DK" sz="2000" b="0" i="0" kern="1200" smtClean="0">
                        <a:latin typeface="Cambria Math" panose="02040503050406030204" pitchFamily="18" charset="0"/>
                      </a:rPr>
                      <m:t>Mc</m:t>
                    </m:r>
                    <m:r>
                      <a:rPr lang="da-DK" sz="2000" b="0" i="1" kern="1200" smtClean="0">
                        <a:latin typeface="Cambria Math" panose="02040503050406030204" pitchFamily="18" charset="0"/>
                      </a:rPr>
                      <m:t>𝑆𝑡𝑎𝑠</m:t>
                    </m:r>
                  </m:sub>
                </m:sSub>
                <m:r>
                  <a:rPr lang="da-DK" sz="2000" b="0" i="1" kern="1200" smtClean="0">
                    <a:latin typeface="Cambria Math" panose="02040503050406030204" pitchFamily="18" charset="0"/>
                  </a:rPr>
                  <m:t>=</m:t>
                </m:r>
                <m:r>
                  <a:rPr lang="en-DK" sz="2000" i="1" kern="1200" smtClean="0">
                    <a:latin typeface="Cambria Math" panose="02040503050406030204" pitchFamily="18" charset="0"/>
                  </a:rPr>
                  <m:t>1+3×</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−7</m:t>
                    </m:r>
                  </m:sup>
                </m:sSup>
              </m:oMath>
            </m:oMathPara>
          </a14:m>
          <a:endParaRPr lang="en-DK" sz="2000" kern="1200" dirty="0"/>
        </a:p>
      </dsp:txBody>
      <dsp:txXfrm rot="-5400000">
        <a:off x="2475671" y="78984"/>
        <a:ext cx="4379087" cy="408607"/>
      </dsp:txXfrm>
    </dsp:sp>
    <dsp:sp modelId="{9F285121-88A9-1749-8809-5678F1E1EBBB}">
      <dsp:nvSpPr>
        <dsp:cNvPr id="0" name=""/>
        <dsp:cNvSpPr/>
      </dsp:nvSpPr>
      <dsp:spPr>
        <a:xfrm>
          <a:off x="0" y="276"/>
          <a:ext cx="2475671" cy="566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t>Integrated intensity ratio:</a:t>
          </a:r>
          <a:endParaRPr lang="en-DK" sz="1400" kern="1200" dirty="0"/>
        </a:p>
      </dsp:txBody>
      <dsp:txXfrm>
        <a:off x="27631" y="27907"/>
        <a:ext cx="2420409" cy="510759"/>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DBE07-D6DD-AF4F-874A-38DE52C96EF2}">
      <dsp:nvSpPr>
        <dsp:cNvPr id="0" name=""/>
        <dsp:cNvSpPr/>
      </dsp:nvSpPr>
      <dsp:spPr>
        <a:xfrm rot="5400000">
          <a:off x="4522112" y="-1858261"/>
          <a:ext cx="691210" cy="458138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r>
                  <a:rPr lang="da-DK" sz="2400" b="0" i="1" kern="1200" smtClean="0">
                    <a:latin typeface="Cambria Math" panose="02040503050406030204" pitchFamily="18" charset="0"/>
                    <a:ea typeface="Cambria Math" panose="02040503050406030204" pitchFamily="18" charset="0"/>
                  </a:rPr>
                  <m:t>𝜌</m:t>
                </m:r>
                <m:r>
                  <a:rPr lang="da-DK" sz="2400" b="0" i="1" kern="1200" smtClean="0">
                    <a:latin typeface="Cambria Math" panose="02040503050406030204" pitchFamily="18" charset="0"/>
                  </a:rPr>
                  <m:t>=</m:t>
                </m:r>
                <m:r>
                  <a:rPr lang="en-DK" sz="2400" i="1" kern="1200" smtClean="0">
                    <a:latin typeface="Cambria Math" panose="02040503050406030204" pitchFamily="18" charset="0"/>
                  </a:rPr>
                  <m:t>0.999961</m:t>
                </m:r>
              </m:oMath>
            </m:oMathPara>
          </a14:m>
          <a:endParaRPr lang="en-DK" sz="2400" kern="1200" dirty="0"/>
        </a:p>
      </dsp:txBody>
      <dsp:txXfrm rot="-5400000">
        <a:off x="2577027" y="120566"/>
        <a:ext cx="4547639" cy="623726"/>
      </dsp:txXfrm>
    </dsp:sp>
    <dsp:sp modelId="{65EDA51D-37AE-5A4F-995E-50092FCDEFE0}">
      <dsp:nvSpPr>
        <dsp:cNvPr id="0" name=""/>
        <dsp:cNvSpPr/>
      </dsp:nvSpPr>
      <dsp:spPr>
        <a:xfrm>
          <a:off x="0" y="422"/>
          <a:ext cx="2577027" cy="8640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Equator-cut correlation:</a:t>
          </a:r>
          <a:endParaRPr lang="en-DK" sz="1600" kern="1200" dirty="0"/>
        </a:p>
      </dsp:txBody>
      <dsp:txXfrm>
        <a:off x="42178" y="42600"/>
        <a:ext cx="2492671" cy="779657"/>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857CE-8A93-C94E-BEA6-2424E7F3A969}">
      <dsp:nvSpPr>
        <dsp:cNvPr id="0" name=""/>
        <dsp:cNvSpPr/>
      </dsp:nvSpPr>
      <dsp:spPr>
        <a:xfrm>
          <a:off x="0" y="97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Raw total intensity ratio was: </a:t>
          </a:r>
          <a14:m xmlns:a14="http://schemas.microsoft.com/office/drawing/2010/main">
            <m:oMath xmlns:m="http://schemas.openxmlformats.org/officeDocument/2006/math">
              <m:r>
                <a:rPr lang="en-DK" sz="1800" i="1" kern="1200">
                  <a:latin typeface="Cambria Math" panose="02040503050406030204" pitchFamily="18" charset="0"/>
                </a:rPr>
                <m:t>1+3×</m:t>
              </m:r>
              <m:sSup>
                <m:sSupPr>
                  <m:ctrlPr>
                    <a:rPr lang="en-DK" sz="1800" i="1" kern="1200">
                      <a:latin typeface="Cambria Math" panose="02040503050406030204" pitchFamily="18" charset="0"/>
                    </a:rPr>
                  </m:ctrlPr>
                </m:sSupPr>
                <m:e>
                  <m:r>
                    <a:rPr lang="en-DK" sz="1800" i="1" kern="1200">
                      <a:latin typeface="Cambria Math" panose="02040503050406030204" pitchFamily="18" charset="0"/>
                    </a:rPr>
                    <m:t>10</m:t>
                  </m:r>
                </m:e>
                <m:sup>
                  <m:r>
                    <a:rPr lang="en-DK" sz="1800" i="1" kern="1200">
                      <a:latin typeface="Cambria Math" panose="02040503050406030204" pitchFamily="18" charset="0"/>
                    </a:rPr>
                    <m:t>−7</m:t>
                  </m:r>
                </m:sup>
              </m:sSup>
            </m:oMath>
          </a14:m>
          <a:endParaRPr lang="en-DK" sz="1800" kern="1200" dirty="0"/>
        </a:p>
      </dsp:txBody>
      <dsp:txXfrm>
        <a:off x="23131" y="24101"/>
        <a:ext cx="4498824" cy="427587"/>
      </dsp:txXfrm>
    </dsp:sp>
    <dsp:sp modelId="{6234AC52-2918-9143-8F92-836E6FE86B1D}">
      <dsp:nvSpPr>
        <dsp:cNvPr id="0" name=""/>
        <dsp:cNvSpPr/>
      </dsp:nvSpPr>
      <dsp:spPr>
        <a:xfrm>
          <a:off x="0" y="52666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Pearson correlation: </a:t>
          </a:r>
          <a14:m xmlns:a14="http://schemas.microsoft.com/office/drawing/2010/main">
            <m:oMath xmlns:m="http://schemas.openxmlformats.org/officeDocument/2006/math">
              <m:r>
                <a:rPr lang="en-DK" sz="1800" i="1" kern="1200">
                  <a:latin typeface="Cambria Math" panose="02040503050406030204" pitchFamily="18" charset="0"/>
                </a:rPr>
                <m:t>0.999961</m:t>
              </m:r>
            </m:oMath>
          </a14:m>
          <a:endParaRPr lang="en-DK" sz="1800" kern="1200" dirty="0"/>
        </a:p>
      </dsp:txBody>
      <dsp:txXfrm>
        <a:off x="23131" y="549791"/>
        <a:ext cx="4498824" cy="427587"/>
      </dsp:txXfrm>
    </dsp:sp>
    <dsp:sp modelId="{9E173454-E394-C64F-B624-2E498778417C}">
      <dsp:nvSpPr>
        <dsp:cNvPr id="0" name=""/>
        <dsp:cNvSpPr/>
      </dsp:nvSpPr>
      <dsp:spPr>
        <a:xfrm>
          <a:off x="0" y="105235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a:t>
          </a:r>
          <a14:m xmlns:a14="http://schemas.microsoft.com/office/drawing/2010/main">
            <m:oMath xmlns:m="http://schemas.openxmlformats.org/officeDocument/2006/math">
              <m:sSubSup>
                <m:sSubSupPr>
                  <m:ctrlPr>
                    <a:rPr lang="en-DK" sz="1800" i="1" kern="120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=3.02</m:t>
              </m:r>
            </m:oMath>
          </a14:m>
          <a:endParaRPr lang="en-DK" sz="1800" kern="1200" dirty="0"/>
        </a:p>
      </dsp:txBody>
      <dsp:txXfrm>
        <a:off x="23131" y="1075481"/>
        <a:ext cx="4498824" cy="427587"/>
      </dsp:txXfrm>
    </dsp:sp>
    <dsp:sp modelId="{8F0AB8AD-9421-3F4D-9636-4F5507F11D45}">
      <dsp:nvSpPr>
        <dsp:cNvPr id="0" name=""/>
        <dsp:cNvSpPr/>
      </dsp:nvSpPr>
      <dsp:spPr>
        <a:xfrm>
          <a:off x="0" y="157804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shape only: </a:t>
          </a:r>
          <a14:m xmlns:a14="http://schemas.microsoft.com/office/drawing/2010/main">
            <m:oMath xmlns:m="http://schemas.openxmlformats.org/officeDocument/2006/math">
              <m:sSubSup>
                <m:sSubSupPr>
                  <m:ctrlPr>
                    <a:rPr lang="en-DK" sz="1800" i="1" kern="1200" smtClean="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m:t>
              </m:r>
              <m:r>
                <a:rPr lang="da-DK" sz="1800" b="0" i="1" kern="1200" smtClean="0">
                  <a:latin typeface="Cambria Math" panose="02040503050406030204" pitchFamily="18" charset="0"/>
                </a:rPr>
                <m:t>1.74</m:t>
              </m:r>
              <m:r>
                <a:rPr lang="da-DK" sz="1800" b="0" i="1" kern="1200" smtClean="0">
                  <a:latin typeface="Cambria Math" panose="02040503050406030204" pitchFamily="18" charset="0"/>
                  <a:ea typeface="Cambria Math" panose="02040503050406030204" pitchFamily="18" charset="0"/>
                </a:rPr>
                <m:t>×</m:t>
              </m:r>
              <m:sSup>
                <m:sSupPr>
                  <m:ctrlPr>
                    <a:rPr lang="en-US" sz="1800" b="0" i="1" kern="1200" smtClean="0">
                      <a:latin typeface="Cambria Math" panose="02040503050406030204" pitchFamily="18" charset="0"/>
                      <a:ea typeface="Cambria Math" panose="02040503050406030204" pitchFamily="18" charset="0"/>
                    </a:rPr>
                  </m:ctrlPr>
                </m:sSupPr>
                <m:e>
                  <m:r>
                    <a:rPr lang="da-DK" sz="1800" b="0" i="1" kern="1200" smtClean="0">
                      <a:latin typeface="Cambria Math" panose="02040503050406030204" pitchFamily="18" charset="0"/>
                      <a:ea typeface="Cambria Math" panose="02040503050406030204" pitchFamily="18" charset="0"/>
                    </a:rPr>
                    <m:t>10</m:t>
                  </m:r>
                </m:e>
                <m:sup>
                  <m:r>
                    <a:rPr lang="da-DK" sz="1800" b="0" i="1" kern="1200" smtClean="0">
                      <a:latin typeface="Cambria Math" panose="02040503050406030204" pitchFamily="18" charset="0"/>
                      <a:ea typeface="Cambria Math" panose="02040503050406030204" pitchFamily="18" charset="0"/>
                    </a:rPr>
                    <m:t>−8</m:t>
                  </m:r>
                </m:sup>
              </m:sSup>
            </m:oMath>
          </a14:m>
          <a:endParaRPr lang="en-US" sz="1800" kern="1200" dirty="0"/>
        </a:p>
      </dsp:txBody>
      <dsp:txXfrm>
        <a:off x="23131" y="1601171"/>
        <a:ext cx="4498824" cy="427587"/>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4EC37-B284-C848-B052-BA543E59BFEF}">
      <dsp:nvSpPr>
        <dsp:cNvPr id="0" name=""/>
        <dsp:cNvSpPr/>
      </dsp:nvSpPr>
      <dsp:spPr>
        <a:xfrm rot="5400000">
          <a:off x="4449858" y="-1917308"/>
          <a:ext cx="452817" cy="440119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da-DK" sz="2000" b="0" i="1" kern="1200" smtClean="0">
                        <a:latin typeface="Cambria Math" panose="02040503050406030204" pitchFamily="18" charset="0"/>
                      </a:rPr>
                    </m:ctrlPr>
                  </m:sSubPr>
                  <m:e>
                    <m:r>
                      <a:rPr lang="da-DK" sz="2000" b="0" i="1" kern="1200" smtClean="0">
                        <a:latin typeface="Cambria Math" panose="02040503050406030204" pitchFamily="18" charset="0"/>
                      </a:rPr>
                      <m:t>𝐼</m:t>
                    </m:r>
                  </m:e>
                  <m:sub>
                    <m:r>
                      <m:rPr>
                        <m:sty m:val="p"/>
                      </m:rPr>
                      <a:rPr lang="da-DK" sz="2000" b="0" i="0" kern="1200" smtClean="0">
                        <a:latin typeface="Cambria Math" panose="02040503050406030204" pitchFamily="18" charset="0"/>
                      </a:rPr>
                      <m:t>McMini</m:t>
                    </m:r>
                  </m:sub>
                </m:sSub>
                <m:r>
                  <a:rPr lang="da-DK" sz="2000" b="0" i="1" kern="1200" smtClean="0">
                    <a:latin typeface="Cambria Math" panose="02040503050406030204" pitchFamily="18" charset="0"/>
                  </a:rPr>
                  <m:t>/</m:t>
                </m:r>
                <m:sSub>
                  <m:sSubPr>
                    <m:ctrlPr>
                      <a:rPr lang="da-DK" sz="2000" b="0" i="1" kern="1200" smtClean="0">
                        <a:latin typeface="Cambria Math" panose="02040503050406030204" pitchFamily="18" charset="0"/>
                      </a:rPr>
                    </m:ctrlPr>
                  </m:sSubPr>
                  <m:e>
                    <m:r>
                      <a:rPr lang="da-DK" sz="2000" b="0" i="1" kern="1200" smtClean="0">
                        <a:latin typeface="Cambria Math" panose="02040503050406030204" pitchFamily="18" charset="0"/>
                      </a:rPr>
                      <m:t>𝐼</m:t>
                    </m:r>
                  </m:e>
                  <m:sub>
                    <m:r>
                      <m:rPr>
                        <m:sty m:val="p"/>
                      </m:rPr>
                      <a:rPr lang="da-DK" sz="2000" b="0" i="0" kern="1200" smtClean="0">
                        <a:latin typeface="Cambria Math" panose="02040503050406030204" pitchFamily="18" charset="0"/>
                      </a:rPr>
                      <m:t>Mc</m:t>
                    </m:r>
                    <m:r>
                      <a:rPr lang="da-DK" sz="2000" b="0" i="1" kern="1200" smtClean="0">
                        <a:latin typeface="Cambria Math" panose="02040503050406030204" pitchFamily="18" charset="0"/>
                      </a:rPr>
                      <m:t>𝑆𝑡𝑎𝑠</m:t>
                    </m:r>
                  </m:sub>
                </m:sSub>
                <m:r>
                  <a:rPr lang="da-DK" sz="2000" b="0" i="1" kern="1200" smtClean="0">
                    <a:latin typeface="Cambria Math" panose="02040503050406030204" pitchFamily="18" charset="0"/>
                  </a:rPr>
                  <m:t>=</m:t>
                </m:r>
                <m:r>
                  <a:rPr lang="en-DK" sz="2000" i="1" kern="1200" smtClean="0">
                    <a:latin typeface="Cambria Math" panose="02040503050406030204" pitchFamily="18" charset="0"/>
                  </a:rPr>
                  <m:t>1+3×</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−7</m:t>
                    </m:r>
                  </m:sup>
                </m:sSup>
              </m:oMath>
            </m:oMathPara>
          </a14:m>
          <a:endParaRPr lang="en-DK" sz="2000" kern="1200" dirty="0"/>
        </a:p>
      </dsp:txBody>
      <dsp:txXfrm rot="-5400000">
        <a:off x="2475671" y="78984"/>
        <a:ext cx="4379087" cy="408607"/>
      </dsp:txXfrm>
    </dsp:sp>
    <dsp:sp modelId="{9F285121-88A9-1749-8809-5678F1E1EBBB}">
      <dsp:nvSpPr>
        <dsp:cNvPr id="0" name=""/>
        <dsp:cNvSpPr/>
      </dsp:nvSpPr>
      <dsp:spPr>
        <a:xfrm>
          <a:off x="0" y="276"/>
          <a:ext cx="2475671" cy="566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t>Integrated intensity ratio:</a:t>
          </a:r>
          <a:endParaRPr lang="en-DK" sz="1400" kern="1200" dirty="0"/>
        </a:p>
      </dsp:txBody>
      <dsp:txXfrm>
        <a:off x="27631" y="27907"/>
        <a:ext cx="2420409" cy="510759"/>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DBE07-D6DD-AF4F-874A-38DE52C96EF2}">
      <dsp:nvSpPr>
        <dsp:cNvPr id="0" name=""/>
        <dsp:cNvSpPr/>
      </dsp:nvSpPr>
      <dsp:spPr>
        <a:xfrm rot="5400000">
          <a:off x="4502758" y="-1918136"/>
          <a:ext cx="515239" cy="448035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r>
                  <a:rPr lang="da-DK" sz="2000" b="0" i="1" kern="1200" smtClean="0">
                    <a:latin typeface="Cambria Math" panose="02040503050406030204" pitchFamily="18" charset="0"/>
                    <a:ea typeface="Cambria Math" panose="02040503050406030204" pitchFamily="18" charset="0"/>
                  </a:rPr>
                  <m:t>𝜌</m:t>
                </m:r>
                <m:r>
                  <a:rPr lang="da-DK" sz="2000" b="0" i="1" kern="1200" smtClean="0">
                    <a:latin typeface="Cambria Math" panose="02040503050406030204" pitchFamily="18" charset="0"/>
                  </a:rPr>
                  <m:t>=</m:t>
                </m:r>
                <m:r>
                  <a:rPr lang="en-DK" sz="2000" i="1" kern="1200" smtClean="0">
                    <a:latin typeface="Cambria Math" panose="02040503050406030204" pitchFamily="18" charset="0"/>
                  </a:rPr>
                  <m:t>0.999961</m:t>
                </m:r>
              </m:oMath>
            </m:oMathPara>
          </a14:m>
          <a:endParaRPr lang="en-DK" sz="2000" kern="1200" dirty="0"/>
        </a:p>
      </dsp:txBody>
      <dsp:txXfrm rot="-5400000">
        <a:off x="2520200" y="89574"/>
        <a:ext cx="4455203" cy="464935"/>
      </dsp:txXfrm>
    </dsp:sp>
    <dsp:sp modelId="{65EDA51D-37AE-5A4F-995E-50092FCDEFE0}">
      <dsp:nvSpPr>
        <dsp:cNvPr id="0" name=""/>
        <dsp:cNvSpPr/>
      </dsp:nvSpPr>
      <dsp:spPr>
        <a:xfrm>
          <a:off x="0" y="16"/>
          <a:ext cx="2520200" cy="6440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t>Equator-cut correlation:</a:t>
          </a:r>
          <a:endParaRPr lang="en-DK" sz="1400" kern="1200" dirty="0"/>
        </a:p>
      </dsp:txBody>
      <dsp:txXfrm>
        <a:off x="31440" y="31456"/>
        <a:ext cx="2457320" cy="581169"/>
      </dsp:txXfrm>
    </dsp:sp>
    <dsp:sp modelId="{891A531F-2E95-FE40-BD84-898A7B33D2A7}">
      <dsp:nvSpPr>
        <dsp:cNvPr id="0" name=""/>
        <dsp:cNvSpPr/>
      </dsp:nvSpPr>
      <dsp:spPr>
        <a:xfrm rot="5400000">
          <a:off x="4502758" y="-1241884"/>
          <a:ext cx="515239" cy="448035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bSup>
                  <m:sSubSupPr>
                    <m:ctrlPr>
                      <a:rPr lang="en-DK" sz="2000" i="1" kern="1200" smtClean="0">
                        <a:latin typeface="Cambria Math" panose="02040503050406030204" pitchFamily="18" charset="0"/>
                      </a:rPr>
                    </m:ctrlPr>
                  </m:sSubSupPr>
                  <m:e>
                    <m:r>
                      <a:rPr lang="en-DK" sz="2000" i="1" kern="1200">
                        <a:latin typeface="Cambria Math" panose="02040503050406030204" pitchFamily="18" charset="0"/>
                      </a:rPr>
                      <m:t>𝜒</m:t>
                    </m:r>
                  </m:e>
                  <m:sub>
                    <m:r>
                      <a:rPr lang="en-DK" sz="2000" i="1" kern="1200">
                        <a:latin typeface="Cambria Math" panose="02040503050406030204" pitchFamily="18" charset="0"/>
                      </a:rPr>
                      <m:t>𝜐</m:t>
                    </m:r>
                  </m:sub>
                  <m:sup>
                    <m:r>
                      <a:rPr lang="en-DK" sz="2000" i="1" kern="1200">
                        <a:latin typeface="Cambria Math" panose="02040503050406030204" pitchFamily="18" charset="0"/>
                      </a:rPr>
                      <m:t>2</m:t>
                    </m:r>
                  </m:sup>
                </m:sSubSup>
                <m:r>
                  <a:rPr lang="en-DK" sz="2000" i="1" kern="1200">
                    <a:latin typeface="Cambria Math" panose="02040503050406030204" pitchFamily="18" charset="0"/>
                  </a:rPr>
                  <m:t>=3.02</m:t>
                </m:r>
              </m:oMath>
            </m:oMathPara>
          </a14:m>
          <a:endParaRPr lang="en-DK" sz="2000" kern="1200" dirty="0"/>
        </a:p>
      </dsp:txBody>
      <dsp:txXfrm rot="-5400000">
        <a:off x="2520200" y="765826"/>
        <a:ext cx="4455203" cy="464935"/>
      </dsp:txXfrm>
    </dsp:sp>
    <dsp:sp modelId="{DAC57656-315C-3846-B7BE-FAF18FF2F35C}">
      <dsp:nvSpPr>
        <dsp:cNvPr id="0" name=""/>
        <dsp:cNvSpPr/>
      </dsp:nvSpPr>
      <dsp:spPr>
        <a:xfrm>
          <a:off x="0" y="676268"/>
          <a:ext cx="2520200" cy="6440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t>Equator-cut </a:t>
          </a:r>
          <a14:m xmlns:a14="http://schemas.microsoft.com/office/drawing/2010/main">
            <m:oMath xmlns:m="http://schemas.openxmlformats.org/officeDocument/2006/math">
              <m:sSubSup>
                <m:sSubSupPr>
                  <m:ctrlPr>
                    <a:rPr lang="en-DK" sz="1400" i="1" kern="1200" smtClean="0">
                      <a:latin typeface="Cambria Math" panose="02040503050406030204" pitchFamily="18" charset="0"/>
                    </a:rPr>
                  </m:ctrlPr>
                </m:sSubSupPr>
                <m:e>
                  <m:r>
                    <a:rPr lang="en-DK" sz="1400" i="1" kern="1200">
                      <a:latin typeface="Cambria Math" panose="02040503050406030204" pitchFamily="18" charset="0"/>
                    </a:rPr>
                    <m:t>𝜒</m:t>
                  </m:r>
                </m:e>
                <m:sub>
                  <m:r>
                    <a:rPr lang="en-DK" sz="1400" i="1" kern="1200">
                      <a:latin typeface="Cambria Math" panose="02040503050406030204" pitchFamily="18" charset="0"/>
                    </a:rPr>
                    <m:t>𝜐</m:t>
                  </m:r>
                </m:sub>
                <m:sup>
                  <m:r>
                    <a:rPr lang="en-DK" sz="1400" i="1" kern="1200">
                      <a:latin typeface="Cambria Math" panose="02040503050406030204" pitchFamily="18" charset="0"/>
                    </a:rPr>
                    <m:t>2</m:t>
                  </m:r>
                </m:sup>
              </m:sSubSup>
            </m:oMath>
          </a14:m>
          <a:r>
            <a:rPr lang="en-US" sz="1400" kern="1200" dirty="0"/>
            <a:t>: </a:t>
          </a:r>
          <a:endParaRPr lang="en-DK" sz="1400" kern="1200" dirty="0"/>
        </a:p>
      </dsp:txBody>
      <dsp:txXfrm>
        <a:off x="31440" y="707708"/>
        <a:ext cx="2457320" cy="581169"/>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857CE-8A93-C94E-BEA6-2424E7F3A969}">
      <dsp:nvSpPr>
        <dsp:cNvPr id="0" name=""/>
        <dsp:cNvSpPr/>
      </dsp:nvSpPr>
      <dsp:spPr>
        <a:xfrm>
          <a:off x="0" y="97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Raw total intensity ratio was: </a:t>
          </a:r>
          <a14:m xmlns:a14="http://schemas.microsoft.com/office/drawing/2010/main">
            <m:oMath xmlns:m="http://schemas.openxmlformats.org/officeDocument/2006/math">
              <m:r>
                <a:rPr lang="en-DK" sz="1800" i="1" kern="1200">
                  <a:latin typeface="Cambria Math" panose="02040503050406030204" pitchFamily="18" charset="0"/>
                </a:rPr>
                <m:t>1+3×</m:t>
              </m:r>
              <m:sSup>
                <m:sSupPr>
                  <m:ctrlPr>
                    <a:rPr lang="en-DK" sz="1800" i="1" kern="1200">
                      <a:latin typeface="Cambria Math" panose="02040503050406030204" pitchFamily="18" charset="0"/>
                    </a:rPr>
                  </m:ctrlPr>
                </m:sSupPr>
                <m:e>
                  <m:r>
                    <a:rPr lang="en-DK" sz="1800" i="1" kern="1200">
                      <a:latin typeface="Cambria Math" panose="02040503050406030204" pitchFamily="18" charset="0"/>
                    </a:rPr>
                    <m:t>10</m:t>
                  </m:r>
                </m:e>
                <m:sup>
                  <m:r>
                    <a:rPr lang="en-DK" sz="1800" i="1" kern="1200">
                      <a:latin typeface="Cambria Math" panose="02040503050406030204" pitchFamily="18" charset="0"/>
                    </a:rPr>
                    <m:t>−7</m:t>
                  </m:r>
                </m:sup>
              </m:sSup>
            </m:oMath>
          </a14:m>
          <a:endParaRPr lang="en-DK" sz="1800" kern="1200" dirty="0"/>
        </a:p>
      </dsp:txBody>
      <dsp:txXfrm>
        <a:off x="23131" y="24101"/>
        <a:ext cx="4498824" cy="427587"/>
      </dsp:txXfrm>
    </dsp:sp>
    <dsp:sp modelId="{6234AC52-2918-9143-8F92-836E6FE86B1D}">
      <dsp:nvSpPr>
        <dsp:cNvPr id="0" name=""/>
        <dsp:cNvSpPr/>
      </dsp:nvSpPr>
      <dsp:spPr>
        <a:xfrm>
          <a:off x="0" y="52666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Pearson correlation: </a:t>
          </a:r>
          <a14:m xmlns:a14="http://schemas.microsoft.com/office/drawing/2010/main">
            <m:oMath xmlns:m="http://schemas.openxmlformats.org/officeDocument/2006/math">
              <m:r>
                <a:rPr lang="en-DK" sz="1800" i="1" kern="1200">
                  <a:latin typeface="Cambria Math" panose="02040503050406030204" pitchFamily="18" charset="0"/>
                </a:rPr>
                <m:t>0.999961</m:t>
              </m:r>
            </m:oMath>
          </a14:m>
          <a:endParaRPr lang="en-DK" sz="1800" kern="1200" dirty="0"/>
        </a:p>
      </dsp:txBody>
      <dsp:txXfrm>
        <a:off x="23131" y="549791"/>
        <a:ext cx="4498824" cy="427587"/>
      </dsp:txXfrm>
    </dsp:sp>
    <dsp:sp modelId="{9E173454-E394-C64F-B624-2E498778417C}">
      <dsp:nvSpPr>
        <dsp:cNvPr id="0" name=""/>
        <dsp:cNvSpPr/>
      </dsp:nvSpPr>
      <dsp:spPr>
        <a:xfrm>
          <a:off x="0" y="105235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a:t>
          </a:r>
          <a14:m xmlns:a14="http://schemas.microsoft.com/office/drawing/2010/main">
            <m:oMath xmlns:m="http://schemas.openxmlformats.org/officeDocument/2006/math">
              <m:sSubSup>
                <m:sSubSupPr>
                  <m:ctrlPr>
                    <a:rPr lang="en-DK" sz="1800" i="1" kern="120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=3.02</m:t>
              </m:r>
            </m:oMath>
          </a14:m>
          <a:endParaRPr lang="en-DK" sz="1800" kern="1200" dirty="0"/>
        </a:p>
      </dsp:txBody>
      <dsp:txXfrm>
        <a:off x="23131" y="1075481"/>
        <a:ext cx="4498824" cy="427587"/>
      </dsp:txXfrm>
    </dsp:sp>
    <dsp:sp modelId="{8F0AB8AD-9421-3F4D-9636-4F5507F11D45}">
      <dsp:nvSpPr>
        <dsp:cNvPr id="0" name=""/>
        <dsp:cNvSpPr/>
      </dsp:nvSpPr>
      <dsp:spPr>
        <a:xfrm>
          <a:off x="0" y="1578040"/>
          <a:ext cx="4545086" cy="473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Equator-cut shape only: </a:t>
          </a:r>
          <a14:m xmlns:a14="http://schemas.microsoft.com/office/drawing/2010/main">
            <m:oMath xmlns:m="http://schemas.openxmlformats.org/officeDocument/2006/math">
              <m:sSubSup>
                <m:sSubSupPr>
                  <m:ctrlPr>
                    <a:rPr lang="en-DK" sz="1800" i="1" kern="1200" smtClean="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r>
                <a:rPr lang="en-DK" sz="1800" i="1" kern="1200">
                  <a:latin typeface="Cambria Math" panose="02040503050406030204" pitchFamily="18" charset="0"/>
                </a:rPr>
                <m:t>=</m:t>
              </m:r>
              <m:r>
                <a:rPr lang="da-DK" sz="1800" b="0" i="1" kern="1200" smtClean="0">
                  <a:latin typeface="Cambria Math" panose="02040503050406030204" pitchFamily="18" charset="0"/>
                </a:rPr>
                <m:t>1.74</m:t>
              </m:r>
              <m:r>
                <a:rPr lang="da-DK" sz="1800" b="0" i="1" kern="1200" smtClean="0">
                  <a:latin typeface="Cambria Math" panose="02040503050406030204" pitchFamily="18" charset="0"/>
                  <a:ea typeface="Cambria Math" panose="02040503050406030204" pitchFamily="18" charset="0"/>
                </a:rPr>
                <m:t>×</m:t>
              </m:r>
              <m:sSup>
                <m:sSupPr>
                  <m:ctrlPr>
                    <a:rPr lang="en-US" sz="1800" b="0" i="1" kern="1200" smtClean="0">
                      <a:latin typeface="Cambria Math" panose="02040503050406030204" pitchFamily="18" charset="0"/>
                      <a:ea typeface="Cambria Math" panose="02040503050406030204" pitchFamily="18" charset="0"/>
                    </a:rPr>
                  </m:ctrlPr>
                </m:sSupPr>
                <m:e>
                  <m:r>
                    <a:rPr lang="da-DK" sz="1800" b="0" i="1" kern="1200" smtClean="0">
                      <a:latin typeface="Cambria Math" panose="02040503050406030204" pitchFamily="18" charset="0"/>
                      <a:ea typeface="Cambria Math" panose="02040503050406030204" pitchFamily="18" charset="0"/>
                    </a:rPr>
                    <m:t>10</m:t>
                  </m:r>
                </m:e>
                <m:sup>
                  <m:r>
                    <a:rPr lang="da-DK" sz="1800" b="0" i="1" kern="1200" smtClean="0">
                      <a:latin typeface="Cambria Math" panose="02040503050406030204" pitchFamily="18" charset="0"/>
                      <a:ea typeface="Cambria Math" panose="02040503050406030204" pitchFamily="18" charset="0"/>
                    </a:rPr>
                    <m:t>−8</m:t>
                  </m:r>
                </m:sup>
              </m:sSup>
            </m:oMath>
          </a14:m>
          <a:endParaRPr lang="en-US" sz="1800" kern="1200" dirty="0"/>
        </a:p>
      </dsp:txBody>
      <dsp:txXfrm>
        <a:off x="23131" y="1601171"/>
        <a:ext cx="4498824" cy="427587"/>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4EC37-B284-C848-B052-BA543E59BFEF}">
      <dsp:nvSpPr>
        <dsp:cNvPr id="0" name=""/>
        <dsp:cNvSpPr/>
      </dsp:nvSpPr>
      <dsp:spPr>
        <a:xfrm rot="5400000">
          <a:off x="4449858" y="-1917308"/>
          <a:ext cx="452817" cy="440119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da-DK" sz="2000" b="0" i="1" kern="1200" smtClean="0">
                        <a:latin typeface="Cambria Math" panose="02040503050406030204" pitchFamily="18" charset="0"/>
                      </a:rPr>
                    </m:ctrlPr>
                  </m:sSubPr>
                  <m:e>
                    <m:r>
                      <a:rPr lang="da-DK" sz="2000" b="0" i="1" kern="1200" smtClean="0">
                        <a:latin typeface="Cambria Math" panose="02040503050406030204" pitchFamily="18" charset="0"/>
                      </a:rPr>
                      <m:t>𝐼</m:t>
                    </m:r>
                  </m:e>
                  <m:sub>
                    <m:r>
                      <m:rPr>
                        <m:sty m:val="p"/>
                      </m:rPr>
                      <a:rPr lang="da-DK" sz="2000" b="0" i="0" kern="1200" smtClean="0">
                        <a:latin typeface="Cambria Math" panose="02040503050406030204" pitchFamily="18" charset="0"/>
                      </a:rPr>
                      <m:t>McMini</m:t>
                    </m:r>
                  </m:sub>
                </m:sSub>
                <m:r>
                  <a:rPr lang="da-DK" sz="2000" b="0" i="1" kern="1200" smtClean="0">
                    <a:latin typeface="Cambria Math" panose="02040503050406030204" pitchFamily="18" charset="0"/>
                  </a:rPr>
                  <m:t>/</m:t>
                </m:r>
                <m:sSub>
                  <m:sSubPr>
                    <m:ctrlPr>
                      <a:rPr lang="da-DK" sz="2000" b="0" i="1" kern="1200" smtClean="0">
                        <a:latin typeface="Cambria Math" panose="02040503050406030204" pitchFamily="18" charset="0"/>
                      </a:rPr>
                    </m:ctrlPr>
                  </m:sSubPr>
                  <m:e>
                    <m:r>
                      <a:rPr lang="da-DK" sz="2000" b="0" i="1" kern="1200" smtClean="0">
                        <a:latin typeface="Cambria Math" panose="02040503050406030204" pitchFamily="18" charset="0"/>
                      </a:rPr>
                      <m:t>𝐼</m:t>
                    </m:r>
                  </m:e>
                  <m:sub>
                    <m:r>
                      <m:rPr>
                        <m:sty m:val="p"/>
                      </m:rPr>
                      <a:rPr lang="da-DK" sz="2000" b="0" i="0" kern="1200" smtClean="0">
                        <a:latin typeface="Cambria Math" panose="02040503050406030204" pitchFamily="18" charset="0"/>
                      </a:rPr>
                      <m:t>Mc</m:t>
                    </m:r>
                    <m:r>
                      <a:rPr lang="da-DK" sz="2000" b="0" i="1" kern="1200" smtClean="0">
                        <a:latin typeface="Cambria Math" panose="02040503050406030204" pitchFamily="18" charset="0"/>
                      </a:rPr>
                      <m:t>𝑆𝑡𝑎𝑠</m:t>
                    </m:r>
                  </m:sub>
                </m:sSub>
                <m:r>
                  <a:rPr lang="da-DK" sz="2000" b="0" i="1" kern="1200" smtClean="0">
                    <a:latin typeface="Cambria Math" panose="02040503050406030204" pitchFamily="18" charset="0"/>
                  </a:rPr>
                  <m:t>=</m:t>
                </m:r>
                <m:r>
                  <a:rPr lang="en-DK" sz="2000" i="1" kern="1200" smtClean="0">
                    <a:latin typeface="Cambria Math" panose="02040503050406030204" pitchFamily="18" charset="0"/>
                  </a:rPr>
                  <m:t>1+3×</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−7</m:t>
                    </m:r>
                  </m:sup>
                </m:sSup>
              </m:oMath>
            </m:oMathPara>
          </a14:m>
          <a:endParaRPr lang="en-DK" sz="2000" kern="1200" dirty="0"/>
        </a:p>
      </dsp:txBody>
      <dsp:txXfrm rot="-5400000">
        <a:off x="2475671" y="78984"/>
        <a:ext cx="4379087" cy="408607"/>
      </dsp:txXfrm>
    </dsp:sp>
    <dsp:sp modelId="{9F285121-88A9-1749-8809-5678F1E1EBBB}">
      <dsp:nvSpPr>
        <dsp:cNvPr id="0" name=""/>
        <dsp:cNvSpPr/>
      </dsp:nvSpPr>
      <dsp:spPr>
        <a:xfrm>
          <a:off x="0" y="276"/>
          <a:ext cx="2475671" cy="566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t>Integrated intensity ratio:</a:t>
          </a:r>
          <a:endParaRPr lang="en-DK" sz="1400" kern="1200" dirty="0"/>
        </a:p>
      </dsp:txBody>
      <dsp:txXfrm>
        <a:off x="27631" y="27907"/>
        <a:ext cx="2420409" cy="510759"/>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DBE07-D6DD-AF4F-874A-38DE52C96EF2}">
      <dsp:nvSpPr>
        <dsp:cNvPr id="0" name=""/>
        <dsp:cNvSpPr/>
      </dsp:nvSpPr>
      <dsp:spPr>
        <a:xfrm rot="5400000">
          <a:off x="4479897" y="-1954390"/>
          <a:ext cx="392739" cy="440119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r>
                  <a:rPr lang="da-DK" sz="2000" b="0" i="1" kern="1200" smtClean="0">
                    <a:latin typeface="Cambria Math" panose="02040503050406030204" pitchFamily="18" charset="0"/>
                    <a:ea typeface="Cambria Math" panose="02040503050406030204" pitchFamily="18" charset="0"/>
                  </a:rPr>
                  <m:t>𝜌</m:t>
                </m:r>
                <m:r>
                  <a:rPr lang="da-DK" sz="2000" b="0" i="1" kern="1200" smtClean="0">
                    <a:latin typeface="Cambria Math" panose="02040503050406030204" pitchFamily="18" charset="0"/>
                  </a:rPr>
                  <m:t>=</m:t>
                </m:r>
                <m:r>
                  <a:rPr lang="en-DK" sz="2000" i="1" kern="1200" smtClean="0">
                    <a:latin typeface="Cambria Math" panose="02040503050406030204" pitchFamily="18" charset="0"/>
                  </a:rPr>
                  <m:t>0.999961</m:t>
                </m:r>
              </m:oMath>
            </m:oMathPara>
          </a14:m>
          <a:endParaRPr lang="en-DK" sz="2000" kern="1200" dirty="0"/>
        </a:p>
      </dsp:txBody>
      <dsp:txXfrm rot="-5400000">
        <a:off x="2475671" y="69008"/>
        <a:ext cx="4382020" cy="354395"/>
      </dsp:txXfrm>
    </dsp:sp>
    <dsp:sp modelId="{65EDA51D-37AE-5A4F-995E-50092FCDEFE0}">
      <dsp:nvSpPr>
        <dsp:cNvPr id="0" name=""/>
        <dsp:cNvSpPr/>
      </dsp:nvSpPr>
      <dsp:spPr>
        <a:xfrm>
          <a:off x="0" y="743"/>
          <a:ext cx="2475670" cy="4909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t>Equator-cut correlation:</a:t>
          </a:r>
          <a:endParaRPr lang="en-DK" sz="1400" kern="1200" dirty="0"/>
        </a:p>
      </dsp:txBody>
      <dsp:txXfrm>
        <a:off x="23965" y="24708"/>
        <a:ext cx="2427740" cy="442993"/>
      </dsp:txXfrm>
    </dsp:sp>
    <dsp:sp modelId="{891A531F-2E95-FE40-BD84-898A7B33D2A7}">
      <dsp:nvSpPr>
        <dsp:cNvPr id="0" name=""/>
        <dsp:cNvSpPr/>
      </dsp:nvSpPr>
      <dsp:spPr>
        <a:xfrm rot="5400000">
          <a:off x="4479897" y="-1438920"/>
          <a:ext cx="392739" cy="440119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bSup>
                  <m:sSubSupPr>
                    <m:ctrlPr>
                      <a:rPr lang="en-DK" sz="2000" i="1" kern="1200" smtClean="0">
                        <a:latin typeface="Cambria Math" panose="02040503050406030204" pitchFamily="18" charset="0"/>
                      </a:rPr>
                    </m:ctrlPr>
                  </m:sSubSupPr>
                  <m:e>
                    <m:r>
                      <a:rPr lang="en-DK" sz="2000" i="1" kern="1200">
                        <a:latin typeface="Cambria Math" panose="02040503050406030204" pitchFamily="18" charset="0"/>
                      </a:rPr>
                      <m:t>𝜒</m:t>
                    </m:r>
                  </m:e>
                  <m:sub>
                    <m:r>
                      <a:rPr lang="en-DK" sz="2000" i="1" kern="1200">
                        <a:latin typeface="Cambria Math" panose="02040503050406030204" pitchFamily="18" charset="0"/>
                      </a:rPr>
                      <m:t>𝜐</m:t>
                    </m:r>
                  </m:sub>
                  <m:sup>
                    <m:r>
                      <a:rPr lang="en-DK" sz="2000" i="1" kern="1200">
                        <a:latin typeface="Cambria Math" panose="02040503050406030204" pitchFamily="18" charset="0"/>
                      </a:rPr>
                      <m:t>2</m:t>
                    </m:r>
                  </m:sup>
                </m:sSubSup>
                <m:r>
                  <a:rPr lang="en-DK" sz="2000" i="1" kern="1200">
                    <a:latin typeface="Cambria Math" panose="02040503050406030204" pitchFamily="18" charset="0"/>
                  </a:rPr>
                  <m:t>=3.02</m:t>
                </m:r>
              </m:oMath>
            </m:oMathPara>
          </a14:m>
          <a:endParaRPr lang="en-DK" sz="2000" kern="1200" dirty="0"/>
        </a:p>
      </dsp:txBody>
      <dsp:txXfrm rot="-5400000">
        <a:off x="2475671" y="584478"/>
        <a:ext cx="4382020" cy="354395"/>
      </dsp:txXfrm>
    </dsp:sp>
    <dsp:sp modelId="{DAC57656-315C-3846-B7BE-FAF18FF2F35C}">
      <dsp:nvSpPr>
        <dsp:cNvPr id="0" name=""/>
        <dsp:cNvSpPr/>
      </dsp:nvSpPr>
      <dsp:spPr>
        <a:xfrm>
          <a:off x="0" y="516214"/>
          <a:ext cx="2475670" cy="4909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t>Equator-cut </a:t>
          </a:r>
          <a14:m xmlns:a14="http://schemas.microsoft.com/office/drawing/2010/main">
            <m:oMath xmlns:m="http://schemas.openxmlformats.org/officeDocument/2006/math">
              <m:sSubSup>
                <m:sSubSupPr>
                  <m:ctrlPr>
                    <a:rPr lang="en-DK" sz="1400" i="1" kern="1200" smtClean="0">
                      <a:latin typeface="Cambria Math" panose="02040503050406030204" pitchFamily="18" charset="0"/>
                    </a:rPr>
                  </m:ctrlPr>
                </m:sSubSupPr>
                <m:e>
                  <m:r>
                    <a:rPr lang="en-DK" sz="1400" i="1" kern="1200">
                      <a:latin typeface="Cambria Math" panose="02040503050406030204" pitchFamily="18" charset="0"/>
                    </a:rPr>
                    <m:t>𝜒</m:t>
                  </m:r>
                </m:e>
                <m:sub>
                  <m:r>
                    <a:rPr lang="en-DK" sz="1400" i="1" kern="1200">
                      <a:latin typeface="Cambria Math" panose="02040503050406030204" pitchFamily="18" charset="0"/>
                    </a:rPr>
                    <m:t>𝜐</m:t>
                  </m:r>
                </m:sub>
                <m:sup>
                  <m:r>
                    <a:rPr lang="en-DK" sz="1400" i="1" kern="1200">
                      <a:latin typeface="Cambria Math" panose="02040503050406030204" pitchFamily="18" charset="0"/>
                    </a:rPr>
                    <m:t>2</m:t>
                  </m:r>
                </m:sup>
              </m:sSubSup>
            </m:oMath>
          </a14:m>
          <a:r>
            <a:rPr lang="en-US" sz="1400" kern="1200" dirty="0"/>
            <a:t>: </a:t>
          </a:r>
          <a:endParaRPr lang="en-DK" sz="1400" kern="1200" dirty="0"/>
        </a:p>
      </dsp:txBody>
      <dsp:txXfrm>
        <a:off x="23965" y="540179"/>
        <a:ext cx="2427740" cy="442993"/>
      </dsp:txXfrm>
    </dsp:sp>
    <dsp:sp modelId="{53010B2D-0F2C-A043-85F3-A6E951886B19}">
      <dsp:nvSpPr>
        <dsp:cNvPr id="0" name=""/>
        <dsp:cNvSpPr/>
      </dsp:nvSpPr>
      <dsp:spPr>
        <a:xfrm rot="5400000">
          <a:off x="4479897" y="-923449"/>
          <a:ext cx="392739" cy="440119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r>
                  <a:rPr lang="da-DK" sz="2000" b="0" i="1" kern="1200" smtClean="0">
                    <a:latin typeface="Cambria Math" panose="02040503050406030204" pitchFamily="18" charset="0"/>
                  </a:rPr>
                  <m:t>𝑅𝑀𝑆</m:t>
                </m:r>
                <m:r>
                  <a:rPr lang="en-DK" sz="2000" i="1" kern="1200">
                    <a:latin typeface="Cambria Math" panose="02040503050406030204" pitchFamily="18" charset="0"/>
                  </a:rPr>
                  <m:t>=1.74×</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−8</m:t>
                    </m:r>
                  </m:sup>
                </m:sSup>
              </m:oMath>
            </m:oMathPara>
          </a14:m>
          <a:endParaRPr lang="en-DK" sz="2000" kern="1200" dirty="0"/>
        </a:p>
      </dsp:txBody>
      <dsp:txXfrm rot="-5400000">
        <a:off x="2475671" y="1099949"/>
        <a:ext cx="4382020" cy="354395"/>
      </dsp:txXfrm>
    </dsp:sp>
    <dsp:sp modelId="{0933B6A8-AE6B-8240-AB40-6114323AE038}">
      <dsp:nvSpPr>
        <dsp:cNvPr id="0" name=""/>
        <dsp:cNvSpPr/>
      </dsp:nvSpPr>
      <dsp:spPr>
        <a:xfrm>
          <a:off x="0" y="1031684"/>
          <a:ext cx="2475670" cy="4909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da-DK" sz="1400" kern="1200" dirty="0"/>
            <a:t>RMS </a:t>
          </a:r>
          <a:r>
            <a:rPr lang="da-DK" sz="1400" kern="1200" dirty="0" err="1"/>
            <a:t>shape</a:t>
          </a:r>
          <a:r>
            <a:rPr lang="da-DK" sz="1400" kern="1200" dirty="0"/>
            <a:t> residual</a:t>
          </a:r>
          <a:endParaRPr lang="en-DK" sz="1400" kern="1200" dirty="0"/>
        </a:p>
      </dsp:txBody>
      <dsp:txXfrm>
        <a:off x="23965" y="1055649"/>
        <a:ext cx="2427740" cy="442993"/>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89FE33-CB08-C842-9FB6-4FF678F75216}">
      <dsp:nvSpPr>
        <dsp:cNvPr id="0" name=""/>
        <dsp:cNvSpPr/>
      </dsp:nvSpPr>
      <dsp:spPr>
        <a:xfrm>
          <a:off x="1970656" y="460"/>
          <a:ext cx="1439893" cy="863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Asymmetry method:</a:t>
          </a:r>
        </a:p>
        <a:p>
          <a:pPr marL="0" lvl="0" indent="0" algn="ctr" defTabSz="5778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1300" i="1" kern="1200" smtClean="0">
                    <a:latin typeface="Cambria Math" panose="02040503050406030204" pitchFamily="18" charset="0"/>
                  </a:rPr>
                  <m:t>𝐼</m:t>
                </m:r>
                <m:d>
                  <m:dPr>
                    <m:ctrlPr>
                      <a:rPr lang="en-DK" sz="1300" i="1" kern="1200">
                        <a:latin typeface="Cambria Math" panose="02040503050406030204" pitchFamily="18" charset="0"/>
                      </a:rPr>
                    </m:ctrlPr>
                  </m:dPr>
                  <m:e>
                    <m:r>
                      <a:rPr lang="en-DK" sz="1300" i="1" kern="1200">
                        <a:latin typeface="Cambria Math" panose="02040503050406030204" pitchFamily="18" charset="0"/>
                      </a:rPr>
                      <m:t>𝜙</m:t>
                    </m:r>
                    <m:r>
                      <a:rPr lang="en-DK" sz="1300" i="1" kern="1200">
                        <a:latin typeface="Cambria Math" panose="02040503050406030204" pitchFamily="18" charset="0"/>
                      </a:rPr>
                      <m:t>,</m:t>
                    </m:r>
                    <m:r>
                      <a:rPr lang="en-DK" sz="1300" i="1" kern="1200">
                        <a:latin typeface="Cambria Math" panose="02040503050406030204" pitchFamily="18" charset="0"/>
                      </a:rPr>
                      <m:t>𝜃</m:t>
                    </m:r>
                  </m:e>
                </m:d>
                <m:r>
                  <a:rPr lang="en-DK" sz="1300" i="1" kern="1200">
                    <a:latin typeface="Cambria Math" panose="02040503050406030204" pitchFamily="18" charset="0"/>
                  </a:rPr>
                  <m:t>−</m:t>
                </m:r>
                <m:r>
                  <a:rPr lang="en-DK" sz="1300" i="1" kern="1200">
                    <a:latin typeface="Cambria Math" panose="02040503050406030204" pitchFamily="18" charset="0"/>
                  </a:rPr>
                  <m:t>𝐼</m:t>
                </m:r>
                <m:d>
                  <m:dPr>
                    <m:ctrlPr>
                      <a:rPr lang="en-DK" sz="1300" i="1" kern="1200">
                        <a:latin typeface="Cambria Math" panose="02040503050406030204" pitchFamily="18" charset="0"/>
                      </a:rPr>
                    </m:ctrlPr>
                  </m:dPr>
                  <m:e>
                    <m:r>
                      <a:rPr lang="en-DK" sz="1300" i="1" kern="1200">
                        <a:latin typeface="Cambria Math" panose="02040503050406030204" pitchFamily="18" charset="0"/>
                      </a:rPr>
                      <m:t>𝜙</m:t>
                    </m:r>
                    <m:r>
                      <a:rPr lang="en-DK" sz="1300" i="1" kern="1200">
                        <a:latin typeface="Cambria Math" panose="02040503050406030204" pitchFamily="18" charset="0"/>
                      </a:rPr>
                      <m:t>,−</m:t>
                    </m:r>
                    <m:r>
                      <a:rPr lang="en-DK" sz="1300" i="1" kern="1200">
                        <a:latin typeface="Cambria Math" panose="02040503050406030204" pitchFamily="18" charset="0"/>
                      </a:rPr>
                      <m:t>𝜃</m:t>
                    </m:r>
                  </m:e>
                </m:d>
              </m:oMath>
            </m:oMathPara>
          </a14:m>
          <a:endParaRPr lang="en-DK" sz="1300" kern="1200" dirty="0"/>
        </a:p>
      </dsp:txBody>
      <dsp:txXfrm>
        <a:off x="1970656" y="460"/>
        <a:ext cx="1439893" cy="863935"/>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4EC37-B284-C848-B052-BA543E59BFEF}">
      <dsp:nvSpPr>
        <dsp:cNvPr id="0" name=""/>
        <dsp:cNvSpPr/>
      </dsp:nvSpPr>
      <dsp:spPr>
        <a:xfrm rot="5400000">
          <a:off x="4449858" y="-1917308"/>
          <a:ext cx="452817" cy="440119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da-DK" sz="2000" b="0" i="1" kern="1200" smtClean="0">
                        <a:latin typeface="Cambria Math" panose="02040503050406030204" pitchFamily="18" charset="0"/>
                      </a:rPr>
                    </m:ctrlPr>
                  </m:sSubPr>
                  <m:e>
                    <m:r>
                      <a:rPr lang="da-DK" sz="2000" b="0" i="1" kern="1200" smtClean="0">
                        <a:latin typeface="Cambria Math" panose="02040503050406030204" pitchFamily="18" charset="0"/>
                      </a:rPr>
                      <m:t>𝐼</m:t>
                    </m:r>
                  </m:e>
                  <m:sub>
                    <m:r>
                      <m:rPr>
                        <m:sty m:val="p"/>
                      </m:rPr>
                      <a:rPr lang="da-DK" sz="2000" b="0" i="0" kern="1200" smtClean="0">
                        <a:latin typeface="Cambria Math" panose="02040503050406030204" pitchFamily="18" charset="0"/>
                      </a:rPr>
                      <m:t>McMini</m:t>
                    </m:r>
                  </m:sub>
                </m:sSub>
                <m:r>
                  <a:rPr lang="da-DK" sz="2000" b="0" i="1" kern="1200" smtClean="0">
                    <a:latin typeface="Cambria Math" panose="02040503050406030204" pitchFamily="18" charset="0"/>
                  </a:rPr>
                  <m:t>/</m:t>
                </m:r>
                <m:sSub>
                  <m:sSubPr>
                    <m:ctrlPr>
                      <a:rPr lang="da-DK" sz="2000" b="0" i="1" kern="1200" smtClean="0">
                        <a:latin typeface="Cambria Math" panose="02040503050406030204" pitchFamily="18" charset="0"/>
                      </a:rPr>
                    </m:ctrlPr>
                  </m:sSubPr>
                  <m:e>
                    <m:r>
                      <a:rPr lang="da-DK" sz="2000" b="0" i="1" kern="1200" smtClean="0">
                        <a:latin typeface="Cambria Math" panose="02040503050406030204" pitchFamily="18" charset="0"/>
                      </a:rPr>
                      <m:t>𝐼</m:t>
                    </m:r>
                  </m:e>
                  <m:sub>
                    <m:r>
                      <m:rPr>
                        <m:sty m:val="p"/>
                      </m:rPr>
                      <a:rPr lang="da-DK" sz="2000" b="0" i="0" kern="1200" smtClean="0">
                        <a:latin typeface="Cambria Math" panose="02040503050406030204" pitchFamily="18" charset="0"/>
                      </a:rPr>
                      <m:t>Mc</m:t>
                    </m:r>
                    <m:r>
                      <a:rPr lang="da-DK" sz="2000" b="0" i="1" kern="1200" smtClean="0">
                        <a:latin typeface="Cambria Math" panose="02040503050406030204" pitchFamily="18" charset="0"/>
                      </a:rPr>
                      <m:t>𝑆𝑡𝑎𝑠</m:t>
                    </m:r>
                  </m:sub>
                </m:sSub>
                <m:r>
                  <a:rPr lang="da-DK" sz="2000" b="0" i="1" kern="1200" smtClean="0">
                    <a:latin typeface="Cambria Math" panose="02040503050406030204" pitchFamily="18" charset="0"/>
                  </a:rPr>
                  <m:t>=</m:t>
                </m:r>
                <m:r>
                  <a:rPr lang="en-DK" sz="2000" i="1" kern="1200" smtClean="0">
                    <a:latin typeface="Cambria Math" panose="02040503050406030204" pitchFamily="18" charset="0"/>
                  </a:rPr>
                  <m:t>1+3×</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−7</m:t>
                    </m:r>
                  </m:sup>
                </m:sSup>
              </m:oMath>
            </m:oMathPara>
          </a14:m>
          <a:endParaRPr lang="en-DK" sz="2000" kern="1200" dirty="0"/>
        </a:p>
      </dsp:txBody>
      <dsp:txXfrm rot="-5400000">
        <a:off x="2475671" y="78984"/>
        <a:ext cx="4379087" cy="408607"/>
      </dsp:txXfrm>
    </dsp:sp>
    <dsp:sp modelId="{9F285121-88A9-1749-8809-5678F1E1EBBB}">
      <dsp:nvSpPr>
        <dsp:cNvPr id="0" name=""/>
        <dsp:cNvSpPr/>
      </dsp:nvSpPr>
      <dsp:spPr>
        <a:xfrm>
          <a:off x="0" y="276"/>
          <a:ext cx="2475671" cy="566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t>Integrated intensity ratio:</a:t>
          </a:r>
          <a:endParaRPr lang="en-DK" sz="1400" kern="1200" dirty="0"/>
        </a:p>
      </dsp:txBody>
      <dsp:txXfrm>
        <a:off x="27631" y="27907"/>
        <a:ext cx="2420409" cy="510759"/>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DBE07-D6DD-AF4F-874A-38DE52C96EF2}">
      <dsp:nvSpPr>
        <dsp:cNvPr id="0" name=""/>
        <dsp:cNvSpPr/>
      </dsp:nvSpPr>
      <dsp:spPr>
        <a:xfrm rot="5400000">
          <a:off x="4479897" y="-1954390"/>
          <a:ext cx="392739" cy="440119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r>
                  <a:rPr lang="da-DK" sz="2000" b="0" i="1" kern="1200" smtClean="0">
                    <a:latin typeface="Cambria Math" panose="02040503050406030204" pitchFamily="18" charset="0"/>
                    <a:ea typeface="Cambria Math" panose="02040503050406030204" pitchFamily="18" charset="0"/>
                  </a:rPr>
                  <m:t>𝜌</m:t>
                </m:r>
                <m:r>
                  <a:rPr lang="da-DK" sz="2000" b="0" i="1" kern="1200" smtClean="0">
                    <a:latin typeface="Cambria Math" panose="02040503050406030204" pitchFamily="18" charset="0"/>
                  </a:rPr>
                  <m:t>=</m:t>
                </m:r>
                <m:r>
                  <a:rPr lang="en-DK" sz="2000" i="1" kern="1200" smtClean="0">
                    <a:latin typeface="Cambria Math" panose="02040503050406030204" pitchFamily="18" charset="0"/>
                  </a:rPr>
                  <m:t>0.999961</m:t>
                </m:r>
              </m:oMath>
            </m:oMathPara>
          </a14:m>
          <a:endParaRPr lang="en-DK" sz="2000" kern="1200" dirty="0"/>
        </a:p>
      </dsp:txBody>
      <dsp:txXfrm rot="-5400000">
        <a:off x="2475671" y="69008"/>
        <a:ext cx="4382020" cy="354395"/>
      </dsp:txXfrm>
    </dsp:sp>
    <dsp:sp modelId="{65EDA51D-37AE-5A4F-995E-50092FCDEFE0}">
      <dsp:nvSpPr>
        <dsp:cNvPr id="0" name=""/>
        <dsp:cNvSpPr/>
      </dsp:nvSpPr>
      <dsp:spPr>
        <a:xfrm>
          <a:off x="0" y="743"/>
          <a:ext cx="2475670" cy="4909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t>Equator-cut correlation:</a:t>
          </a:r>
          <a:endParaRPr lang="en-DK" sz="1400" kern="1200" dirty="0"/>
        </a:p>
      </dsp:txBody>
      <dsp:txXfrm>
        <a:off x="23965" y="24708"/>
        <a:ext cx="2427740" cy="442993"/>
      </dsp:txXfrm>
    </dsp:sp>
    <dsp:sp modelId="{891A531F-2E95-FE40-BD84-898A7B33D2A7}">
      <dsp:nvSpPr>
        <dsp:cNvPr id="0" name=""/>
        <dsp:cNvSpPr/>
      </dsp:nvSpPr>
      <dsp:spPr>
        <a:xfrm rot="5400000">
          <a:off x="4479897" y="-1438920"/>
          <a:ext cx="392739" cy="440119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bSup>
                  <m:sSubSupPr>
                    <m:ctrlPr>
                      <a:rPr lang="en-DK" sz="2000" i="1" kern="1200" smtClean="0">
                        <a:latin typeface="Cambria Math" panose="02040503050406030204" pitchFamily="18" charset="0"/>
                      </a:rPr>
                    </m:ctrlPr>
                  </m:sSubSupPr>
                  <m:e>
                    <m:r>
                      <a:rPr lang="en-DK" sz="2000" i="1" kern="1200">
                        <a:latin typeface="Cambria Math" panose="02040503050406030204" pitchFamily="18" charset="0"/>
                      </a:rPr>
                      <m:t>𝜒</m:t>
                    </m:r>
                  </m:e>
                  <m:sub>
                    <m:r>
                      <a:rPr lang="en-DK" sz="2000" i="1" kern="1200">
                        <a:latin typeface="Cambria Math" panose="02040503050406030204" pitchFamily="18" charset="0"/>
                      </a:rPr>
                      <m:t>𝜐</m:t>
                    </m:r>
                  </m:sub>
                  <m:sup>
                    <m:r>
                      <a:rPr lang="en-DK" sz="2000" i="1" kern="1200">
                        <a:latin typeface="Cambria Math" panose="02040503050406030204" pitchFamily="18" charset="0"/>
                      </a:rPr>
                      <m:t>2</m:t>
                    </m:r>
                  </m:sup>
                </m:sSubSup>
                <m:r>
                  <a:rPr lang="en-DK" sz="2000" i="1" kern="1200">
                    <a:latin typeface="Cambria Math" panose="02040503050406030204" pitchFamily="18" charset="0"/>
                  </a:rPr>
                  <m:t>=3.02</m:t>
                </m:r>
              </m:oMath>
            </m:oMathPara>
          </a14:m>
          <a:endParaRPr lang="en-DK" sz="2000" kern="1200" dirty="0"/>
        </a:p>
      </dsp:txBody>
      <dsp:txXfrm rot="-5400000">
        <a:off x="2475671" y="584478"/>
        <a:ext cx="4382020" cy="354395"/>
      </dsp:txXfrm>
    </dsp:sp>
    <dsp:sp modelId="{DAC57656-315C-3846-B7BE-FAF18FF2F35C}">
      <dsp:nvSpPr>
        <dsp:cNvPr id="0" name=""/>
        <dsp:cNvSpPr/>
      </dsp:nvSpPr>
      <dsp:spPr>
        <a:xfrm>
          <a:off x="0" y="516214"/>
          <a:ext cx="2475670" cy="4909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t>Equator-cut </a:t>
          </a:r>
          <a14:m xmlns:a14="http://schemas.microsoft.com/office/drawing/2010/main">
            <m:oMath xmlns:m="http://schemas.openxmlformats.org/officeDocument/2006/math">
              <m:sSubSup>
                <m:sSubSupPr>
                  <m:ctrlPr>
                    <a:rPr lang="en-DK" sz="1400" i="1" kern="1200" smtClean="0">
                      <a:latin typeface="Cambria Math" panose="02040503050406030204" pitchFamily="18" charset="0"/>
                    </a:rPr>
                  </m:ctrlPr>
                </m:sSubSupPr>
                <m:e>
                  <m:r>
                    <a:rPr lang="en-DK" sz="1400" i="1" kern="1200">
                      <a:latin typeface="Cambria Math" panose="02040503050406030204" pitchFamily="18" charset="0"/>
                    </a:rPr>
                    <m:t>𝜒</m:t>
                  </m:r>
                </m:e>
                <m:sub>
                  <m:r>
                    <a:rPr lang="en-DK" sz="1400" i="1" kern="1200">
                      <a:latin typeface="Cambria Math" panose="02040503050406030204" pitchFamily="18" charset="0"/>
                    </a:rPr>
                    <m:t>𝜐</m:t>
                  </m:r>
                </m:sub>
                <m:sup>
                  <m:r>
                    <a:rPr lang="en-DK" sz="1400" i="1" kern="1200">
                      <a:latin typeface="Cambria Math" panose="02040503050406030204" pitchFamily="18" charset="0"/>
                    </a:rPr>
                    <m:t>2</m:t>
                  </m:r>
                </m:sup>
              </m:sSubSup>
            </m:oMath>
          </a14:m>
          <a:r>
            <a:rPr lang="en-US" sz="1400" kern="1200" dirty="0"/>
            <a:t>: </a:t>
          </a:r>
          <a:endParaRPr lang="en-DK" sz="1400" kern="1200" dirty="0"/>
        </a:p>
      </dsp:txBody>
      <dsp:txXfrm>
        <a:off x="23965" y="540179"/>
        <a:ext cx="2427740" cy="442993"/>
      </dsp:txXfrm>
    </dsp:sp>
    <dsp:sp modelId="{53010B2D-0F2C-A043-85F3-A6E951886B19}">
      <dsp:nvSpPr>
        <dsp:cNvPr id="0" name=""/>
        <dsp:cNvSpPr/>
      </dsp:nvSpPr>
      <dsp:spPr>
        <a:xfrm rot="5400000">
          <a:off x="4479897" y="-923449"/>
          <a:ext cx="392739" cy="440119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bSup>
                  <m:sSubSupPr>
                    <m:ctrlPr>
                      <a:rPr lang="en-DK" sz="2000" i="1" kern="1200" smtClean="0">
                        <a:latin typeface="Cambria Math" panose="02040503050406030204" pitchFamily="18" charset="0"/>
                      </a:rPr>
                    </m:ctrlPr>
                  </m:sSubSupPr>
                  <m:e>
                    <m:r>
                      <a:rPr lang="en-DK" sz="2000" i="1" kern="1200">
                        <a:latin typeface="Cambria Math" panose="02040503050406030204" pitchFamily="18" charset="0"/>
                      </a:rPr>
                      <m:t>𝜒</m:t>
                    </m:r>
                  </m:e>
                  <m:sub>
                    <m:r>
                      <a:rPr lang="en-DK" sz="2000" i="1" kern="1200">
                        <a:latin typeface="Cambria Math" panose="02040503050406030204" pitchFamily="18" charset="0"/>
                      </a:rPr>
                      <m:t>𝜐</m:t>
                    </m:r>
                  </m:sub>
                  <m:sup>
                    <m:r>
                      <a:rPr lang="en-DK" sz="2000" i="1" kern="1200">
                        <a:latin typeface="Cambria Math" panose="02040503050406030204" pitchFamily="18" charset="0"/>
                      </a:rPr>
                      <m:t>2</m:t>
                    </m:r>
                  </m:sup>
                </m:sSubSup>
                <m:r>
                  <a:rPr lang="en-DK" sz="2000" i="1" kern="1200">
                    <a:latin typeface="Cambria Math" panose="02040503050406030204" pitchFamily="18" charset="0"/>
                  </a:rPr>
                  <m:t>=1.74×</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−8</m:t>
                    </m:r>
                  </m:sup>
                </m:sSup>
              </m:oMath>
            </m:oMathPara>
          </a14:m>
          <a:endParaRPr lang="en-DK" sz="2000" kern="1200" dirty="0"/>
        </a:p>
      </dsp:txBody>
      <dsp:txXfrm rot="-5400000">
        <a:off x="2475671" y="1099949"/>
        <a:ext cx="4382020" cy="354395"/>
      </dsp:txXfrm>
    </dsp:sp>
    <dsp:sp modelId="{0933B6A8-AE6B-8240-AB40-6114323AE038}">
      <dsp:nvSpPr>
        <dsp:cNvPr id="0" name=""/>
        <dsp:cNvSpPr/>
      </dsp:nvSpPr>
      <dsp:spPr>
        <a:xfrm>
          <a:off x="0" y="1031684"/>
          <a:ext cx="2475670" cy="4909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t>Shape only </a:t>
          </a:r>
          <a14:m xmlns:a14="http://schemas.microsoft.com/office/drawing/2010/main">
            <m:oMath xmlns:m="http://schemas.openxmlformats.org/officeDocument/2006/math">
              <m:sSubSup>
                <m:sSubSupPr>
                  <m:ctrlPr>
                    <a:rPr lang="en-DK" sz="1400" i="1" kern="1200" smtClean="0">
                      <a:latin typeface="Cambria Math" panose="02040503050406030204" pitchFamily="18" charset="0"/>
                    </a:rPr>
                  </m:ctrlPr>
                </m:sSubSupPr>
                <m:e>
                  <m:r>
                    <a:rPr lang="en-DK" sz="1400" i="1" kern="1200">
                      <a:latin typeface="Cambria Math" panose="02040503050406030204" pitchFamily="18" charset="0"/>
                    </a:rPr>
                    <m:t>𝜒</m:t>
                  </m:r>
                </m:e>
                <m:sub>
                  <m:r>
                    <a:rPr lang="en-DK" sz="1400" i="1" kern="1200">
                      <a:latin typeface="Cambria Math" panose="02040503050406030204" pitchFamily="18" charset="0"/>
                    </a:rPr>
                    <m:t>𝜐</m:t>
                  </m:r>
                </m:sub>
                <m:sup>
                  <m:r>
                    <a:rPr lang="en-DK" sz="1400" i="1" kern="1200">
                      <a:latin typeface="Cambria Math" panose="02040503050406030204" pitchFamily="18" charset="0"/>
                    </a:rPr>
                    <m:t>2</m:t>
                  </m:r>
                </m:sup>
              </m:sSubSup>
            </m:oMath>
          </a14:m>
          <a:r>
            <a:rPr lang="en-US" sz="1400" kern="1200" dirty="0"/>
            <a:t>: </a:t>
          </a:r>
          <a:endParaRPr lang="en-DK" sz="1400" kern="1200" dirty="0"/>
        </a:p>
      </dsp:txBody>
      <dsp:txXfrm>
        <a:off x="23965" y="1055649"/>
        <a:ext cx="2427740" cy="442993"/>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89FE33-CB08-C842-9FB6-4FF678F75216}">
      <dsp:nvSpPr>
        <dsp:cNvPr id="0" name=""/>
        <dsp:cNvSpPr/>
      </dsp:nvSpPr>
      <dsp:spPr>
        <a:xfrm>
          <a:off x="1970656" y="460"/>
          <a:ext cx="1439893" cy="863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Asymmetry method:</a:t>
          </a:r>
        </a:p>
        <a:p>
          <a:pPr marL="0" lvl="0" indent="0" algn="ctr" defTabSz="5778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1300" i="1" kern="1200" smtClean="0">
                    <a:latin typeface="Cambria Math" panose="02040503050406030204" pitchFamily="18" charset="0"/>
                  </a:rPr>
                  <m:t>𝐼</m:t>
                </m:r>
                <m:d>
                  <m:dPr>
                    <m:ctrlPr>
                      <a:rPr lang="en-DK" sz="1300" i="1" kern="1200">
                        <a:latin typeface="Cambria Math" panose="02040503050406030204" pitchFamily="18" charset="0"/>
                      </a:rPr>
                    </m:ctrlPr>
                  </m:dPr>
                  <m:e>
                    <m:r>
                      <a:rPr lang="en-DK" sz="1300" i="1" kern="1200">
                        <a:latin typeface="Cambria Math" panose="02040503050406030204" pitchFamily="18" charset="0"/>
                      </a:rPr>
                      <m:t>𝜙</m:t>
                    </m:r>
                    <m:r>
                      <a:rPr lang="en-DK" sz="1300" i="1" kern="1200">
                        <a:latin typeface="Cambria Math" panose="02040503050406030204" pitchFamily="18" charset="0"/>
                      </a:rPr>
                      <m:t>,</m:t>
                    </m:r>
                    <m:r>
                      <a:rPr lang="en-DK" sz="1300" i="1" kern="1200">
                        <a:latin typeface="Cambria Math" panose="02040503050406030204" pitchFamily="18" charset="0"/>
                      </a:rPr>
                      <m:t>𝜃</m:t>
                    </m:r>
                  </m:e>
                </m:d>
                <m:r>
                  <a:rPr lang="en-DK" sz="1300" i="1" kern="1200">
                    <a:latin typeface="Cambria Math" panose="02040503050406030204" pitchFamily="18" charset="0"/>
                  </a:rPr>
                  <m:t>−</m:t>
                </m:r>
                <m:r>
                  <a:rPr lang="en-DK" sz="1300" i="1" kern="1200">
                    <a:latin typeface="Cambria Math" panose="02040503050406030204" pitchFamily="18" charset="0"/>
                  </a:rPr>
                  <m:t>𝐼</m:t>
                </m:r>
                <m:d>
                  <m:dPr>
                    <m:ctrlPr>
                      <a:rPr lang="en-DK" sz="1300" i="1" kern="1200">
                        <a:latin typeface="Cambria Math" panose="02040503050406030204" pitchFamily="18" charset="0"/>
                      </a:rPr>
                    </m:ctrlPr>
                  </m:dPr>
                  <m:e>
                    <m:r>
                      <a:rPr lang="en-DK" sz="1300" i="1" kern="1200">
                        <a:latin typeface="Cambria Math" panose="02040503050406030204" pitchFamily="18" charset="0"/>
                      </a:rPr>
                      <m:t>𝜙</m:t>
                    </m:r>
                    <m:r>
                      <a:rPr lang="en-DK" sz="1300" i="1" kern="1200">
                        <a:latin typeface="Cambria Math" panose="02040503050406030204" pitchFamily="18" charset="0"/>
                      </a:rPr>
                      <m:t>,−</m:t>
                    </m:r>
                    <m:r>
                      <a:rPr lang="en-DK" sz="1300" i="1" kern="1200">
                        <a:latin typeface="Cambria Math" panose="02040503050406030204" pitchFamily="18" charset="0"/>
                      </a:rPr>
                      <m:t>𝜃</m:t>
                    </m:r>
                  </m:e>
                </m:d>
              </m:oMath>
            </m:oMathPara>
          </a14:m>
          <a:endParaRPr lang="en-DK" sz="1300" kern="1200" dirty="0"/>
        </a:p>
      </dsp:txBody>
      <dsp:txXfrm>
        <a:off x="1970656" y="460"/>
        <a:ext cx="1439893" cy="863935"/>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89FE33-CB08-C842-9FB6-4FF678F75216}">
      <dsp:nvSpPr>
        <dsp:cNvPr id="0" name=""/>
        <dsp:cNvSpPr/>
      </dsp:nvSpPr>
      <dsp:spPr>
        <a:xfrm>
          <a:off x="1970656" y="460"/>
          <a:ext cx="1439893" cy="863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Asymmetry method:</a:t>
          </a:r>
        </a:p>
        <a:p>
          <a:pPr marL="0" lvl="0" indent="0" algn="ctr" defTabSz="5778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1300" i="1" kern="1200" smtClean="0">
                    <a:latin typeface="Cambria Math" panose="02040503050406030204" pitchFamily="18" charset="0"/>
                  </a:rPr>
                  <m:t>𝐼</m:t>
                </m:r>
                <m:d>
                  <m:dPr>
                    <m:ctrlPr>
                      <a:rPr lang="en-DK" sz="1300" i="1" kern="1200">
                        <a:latin typeface="Cambria Math" panose="02040503050406030204" pitchFamily="18" charset="0"/>
                      </a:rPr>
                    </m:ctrlPr>
                  </m:dPr>
                  <m:e>
                    <m:r>
                      <a:rPr lang="en-DK" sz="1300" i="1" kern="1200">
                        <a:latin typeface="Cambria Math" panose="02040503050406030204" pitchFamily="18" charset="0"/>
                      </a:rPr>
                      <m:t>𝜙</m:t>
                    </m:r>
                    <m:r>
                      <a:rPr lang="en-DK" sz="1300" i="1" kern="1200">
                        <a:latin typeface="Cambria Math" panose="02040503050406030204" pitchFamily="18" charset="0"/>
                      </a:rPr>
                      <m:t>,</m:t>
                    </m:r>
                    <m:r>
                      <a:rPr lang="en-DK" sz="1300" i="1" kern="1200">
                        <a:latin typeface="Cambria Math" panose="02040503050406030204" pitchFamily="18" charset="0"/>
                      </a:rPr>
                      <m:t>𝜃</m:t>
                    </m:r>
                  </m:e>
                </m:d>
                <m:r>
                  <a:rPr lang="en-DK" sz="1300" i="1" kern="1200">
                    <a:latin typeface="Cambria Math" panose="02040503050406030204" pitchFamily="18" charset="0"/>
                  </a:rPr>
                  <m:t>−</m:t>
                </m:r>
                <m:r>
                  <a:rPr lang="en-DK" sz="1300" i="1" kern="1200">
                    <a:latin typeface="Cambria Math" panose="02040503050406030204" pitchFamily="18" charset="0"/>
                  </a:rPr>
                  <m:t>𝐼</m:t>
                </m:r>
                <m:d>
                  <m:dPr>
                    <m:ctrlPr>
                      <a:rPr lang="en-DK" sz="1300" i="1" kern="1200">
                        <a:latin typeface="Cambria Math" panose="02040503050406030204" pitchFamily="18" charset="0"/>
                      </a:rPr>
                    </m:ctrlPr>
                  </m:dPr>
                  <m:e>
                    <m:r>
                      <a:rPr lang="en-DK" sz="1300" i="1" kern="1200">
                        <a:latin typeface="Cambria Math" panose="02040503050406030204" pitchFamily="18" charset="0"/>
                      </a:rPr>
                      <m:t>𝜙</m:t>
                    </m:r>
                    <m:r>
                      <a:rPr lang="en-DK" sz="1300" i="1" kern="1200">
                        <a:latin typeface="Cambria Math" panose="02040503050406030204" pitchFamily="18" charset="0"/>
                      </a:rPr>
                      <m:t>,−</m:t>
                    </m:r>
                    <m:r>
                      <a:rPr lang="en-DK" sz="1300" i="1" kern="1200">
                        <a:latin typeface="Cambria Math" panose="02040503050406030204" pitchFamily="18" charset="0"/>
                      </a:rPr>
                      <m:t>𝜃</m:t>
                    </m:r>
                  </m:e>
                </m:d>
              </m:oMath>
            </m:oMathPara>
          </a14:m>
          <a:endParaRPr lang="en-DK" sz="1300" kern="1200" dirty="0"/>
        </a:p>
      </dsp:txBody>
      <dsp:txXfrm>
        <a:off x="1970656" y="460"/>
        <a:ext cx="1439893" cy="863935"/>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6FBE6-3CA1-7542-9EA0-07EFDA0458EB}">
      <dsp:nvSpPr>
        <dsp:cNvPr id="0" name=""/>
        <dsp:cNvSpPr/>
      </dsp:nvSpPr>
      <dsp:spPr>
        <a:xfrm>
          <a:off x="0" y="143068"/>
          <a:ext cx="4811447"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kern="1200" dirty="0"/>
            <a:t>McStas</a:t>
          </a:r>
          <a:endParaRPr lang="en-DK" sz="2700" kern="1200" dirty="0"/>
        </a:p>
      </dsp:txBody>
      <dsp:txXfrm>
        <a:off x="33926" y="176994"/>
        <a:ext cx="4743595" cy="627128"/>
      </dsp:txXfrm>
    </dsp:sp>
    <dsp:sp modelId="{32A78DF4-62DC-BC46-A907-0582B2C43053}">
      <dsp:nvSpPr>
        <dsp:cNvPr id="0" name=""/>
        <dsp:cNvSpPr/>
      </dsp:nvSpPr>
      <dsp:spPr>
        <a:xfrm>
          <a:off x="0" y="838048"/>
          <a:ext cx="4811447" cy="12016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763"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North-south asymmetry: </a:t>
          </a:r>
          <a14:m xmlns:a14="http://schemas.microsoft.com/office/drawing/2010/main">
            <m:oMath xmlns:m="http://schemas.openxmlformats.org/officeDocument/2006/math">
              <m:r>
                <a:rPr lang="en-DK" sz="2100" kern="1200">
                  <a:latin typeface="Cambria Math" panose="02040503050406030204" pitchFamily="18" charset="0"/>
                </a:rPr>
                <m:t>8.72</m:t>
              </m:r>
              <m:r>
                <a:rPr lang="en-DK" sz="2100" i="1" kern="1200">
                  <a:latin typeface="Cambria Math" panose="02040503050406030204" pitchFamily="18" charset="0"/>
                </a:rPr>
                <m:t>×</m:t>
              </m:r>
              <m:sSup>
                <m:sSupPr>
                  <m:ctrlPr>
                    <a:rPr lang="en-DK" sz="2100" i="1" kern="1200">
                      <a:latin typeface="Cambria Math" panose="02040503050406030204" pitchFamily="18" charset="0"/>
                    </a:rPr>
                  </m:ctrlPr>
                </m:sSupPr>
                <m:e>
                  <m:r>
                    <a:rPr lang="en-DK" sz="2100" i="1" kern="1200">
                      <a:latin typeface="Cambria Math" panose="02040503050406030204" pitchFamily="18" charset="0"/>
                    </a:rPr>
                    <m:t>10</m:t>
                  </m:r>
                </m:e>
                <m:sup>
                  <m:r>
                    <a:rPr lang="en-DK" sz="2100" i="1" kern="1200">
                      <a:latin typeface="Cambria Math" panose="02040503050406030204" pitchFamily="18" charset="0"/>
                    </a:rPr>
                    <m:t>−3</m:t>
                  </m:r>
                </m:sup>
              </m:sSup>
            </m:oMath>
          </a14:m>
          <a:endParaRPr lang="en-DK" sz="2100" kern="1200"/>
        </a:p>
        <a:p>
          <a:pPr marL="228600" lvl="1" indent="-228600" algn="l" defTabSz="933450">
            <a:lnSpc>
              <a:spcPct val="90000"/>
            </a:lnSpc>
            <a:spcBef>
              <a:spcPct val="0"/>
            </a:spcBef>
            <a:spcAft>
              <a:spcPct val="20000"/>
            </a:spcAft>
            <a:buChar char="•"/>
          </a:pPr>
          <a14:m xmlns:a14="http://schemas.microsoft.com/office/drawing/2010/main">
            <m:oMath xmlns:m="http://schemas.openxmlformats.org/officeDocument/2006/math">
              <m:sSubSup>
                <m:sSubSupPr>
                  <m:ctrlPr>
                    <a:rPr lang="en-DK" sz="2100" i="1" kern="1200" smtClean="0">
                      <a:latin typeface="Cambria Math" panose="02040503050406030204" pitchFamily="18" charset="0"/>
                    </a:rPr>
                  </m:ctrlPr>
                </m:sSubSupPr>
                <m:e>
                  <m:r>
                    <a:rPr lang="en-DK" sz="2100" i="1" kern="1200">
                      <a:latin typeface="Cambria Math" panose="02040503050406030204" pitchFamily="18" charset="0"/>
                    </a:rPr>
                    <m:t>𝜒</m:t>
                  </m:r>
                </m:e>
                <m:sub>
                  <m:r>
                    <a:rPr lang="en-DK" sz="2100" i="1" kern="1200">
                      <a:latin typeface="Cambria Math" panose="02040503050406030204" pitchFamily="18" charset="0"/>
                    </a:rPr>
                    <m:t>𝜐</m:t>
                  </m:r>
                </m:sub>
                <m:sup>
                  <m:r>
                    <a:rPr lang="en-DK" sz="2100" i="1" kern="1200">
                      <a:latin typeface="Cambria Math" panose="02040503050406030204" pitchFamily="18" charset="0"/>
                    </a:rPr>
                    <m:t>2</m:t>
                  </m:r>
                </m:sup>
              </m:sSubSup>
            </m:oMath>
          </a14:m>
          <a:r>
            <a:rPr lang="en-DK" sz="2100" kern="1200" dirty="0"/>
            <a:t>: </a:t>
          </a:r>
          <a14:m xmlns:a14="http://schemas.microsoft.com/office/drawing/2010/main">
            <m:oMath xmlns:m="http://schemas.openxmlformats.org/officeDocument/2006/math">
              <m:r>
                <a:rPr lang="en-DK" sz="2100" kern="1200">
                  <a:latin typeface="Cambria Math" panose="02040503050406030204" pitchFamily="18" charset="0"/>
                </a:rPr>
                <m:t>1</m:t>
              </m:r>
              <m:r>
                <a:rPr lang="en-DK" sz="2100" b="0" i="0" kern="1200">
                  <a:latin typeface="Cambria Math" panose="02040503050406030204" pitchFamily="18" charset="0"/>
                </a:rPr>
                <m:t>.</m:t>
              </m:r>
              <m:r>
                <a:rPr lang="en-DK" sz="2100" b="0" i="1" kern="1200">
                  <a:latin typeface="Cambria Math" panose="02040503050406030204" pitchFamily="18" charset="0"/>
                </a:rPr>
                <m:t>25</m:t>
              </m:r>
              <m:r>
                <a:rPr lang="en-DK" sz="2100" i="1" kern="1200">
                  <a:latin typeface="Cambria Math" panose="02040503050406030204" pitchFamily="18" charset="0"/>
                </a:rPr>
                <m:t>×</m:t>
              </m:r>
              <m:sSup>
                <m:sSupPr>
                  <m:ctrlPr>
                    <a:rPr lang="en-DK" sz="2100" i="1" kern="1200">
                      <a:latin typeface="Cambria Math" panose="02040503050406030204" pitchFamily="18" charset="0"/>
                    </a:rPr>
                  </m:ctrlPr>
                </m:sSupPr>
                <m:e>
                  <m:r>
                    <a:rPr lang="en-DK" sz="2100" i="1" kern="1200">
                      <a:latin typeface="Cambria Math" panose="02040503050406030204" pitchFamily="18" charset="0"/>
                    </a:rPr>
                    <m:t>10</m:t>
                  </m:r>
                </m:e>
                <m:sup>
                  <m:r>
                    <a:rPr lang="en-DK" sz="2100" i="1" kern="1200">
                      <a:latin typeface="Cambria Math" panose="02040503050406030204" pitchFamily="18" charset="0"/>
                    </a:rPr>
                    <m:t>3</m:t>
                  </m:r>
                </m:sup>
              </m:sSup>
            </m:oMath>
          </a14:m>
          <a:endParaRPr lang="en-DK" sz="2100" kern="1200" dirty="0"/>
        </a:p>
        <a:p>
          <a:pPr marL="228600" lvl="1" indent="-228600" algn="l" defTabSz="933450">
            <a:lnSpc>
              <a:spcPct val="90000"/>
            </a:lnSpc>
            <a:spcBef>
              <a:spcPct val="0"/>
            </a:spcBef>
            <a:spcAft>
              <a:spcPct val="20000"/>
            </a:spcAft>
            <a:buChar char="•"/>
          </a:pPr>
          <a:r>
            <a:rPr lang="en-US" sz="2100" kern="1200" dirty="0"/>
            <a:t>p</a:t>
          </a:r>
          <a:r>
            <a:rPr lang="en-US" sz="2100" b="0" kern="1200" dirty="0"/>
            <a:t>-value: </a:t>
          </a:r>
          <a14:m xmlns:a14="http://schemas.microsoft.com/office/drawing/2010/main">
            <m:oMath xmlns:m="http://schemas.openxmlformats.org/officeDocument/2006/math">
              <m:r>
                <a:rPr lang="da-DK" sz="2100" b="0" i="0" kern="1200" smtClean="0">
                  <a:latin typeface="Cambria Math" panose="02040503050406030204" pitchFamily="18" charset="0"/>
                </a:rPr>
                <m:t>&lt;</m:t>
              </m:r>
              <m:sSup>
                <m:sSupPr>
                  <m:ctrlPr>
                    <a:rPr lang="en-DK" sz="2100" b="0" i="1" kern="1200" smtClean="0">
                      <a:latin typeface="Cambria Math" panose="02040503050406030204" pitchFamily="18" charset="0"/>
                    </a:rPr>
                  </m:ctrlPr>
                </m:sSupPr>
                <m:e>
                  <m:r>
                    <a:rPr lang="da-DK" sz="2100" b="0" i="1" kern="1200" smtClean="0">
                      <a:latin typeface="Cambria Math" panose="02040503050406030204" pitchFamily="18" charset="0"/>
                    </a:rPr>
                    <m:t>10</m:t>
                  </m:r>
                </m:e>
                <m:sup>
                  <m:r>
                    <a:rPr lang="da-DK" sz="2100" b="0" i="1" kern="1200" smtClean="0">
                      <a:latin typeface="Cambria Math" panose="02040503050406030204" pitchFamily="18" charset="0"/>
                    </a:rPr>
                    <m:t>−30</m:t>
                  </m:r>
                </m:sup>
              </m:sSup>
            </m:oMath>
          </a14:m>
          <a:endParaRPr lang="en-DK" sz="2100" kern="1200" dirty="0"/>
        </a:p>
      </dsp:txBody>
      <dsp:txXfrm>
        <a:off x="0" y="838048"/>
        <a:ext cx="4811447" cy="1201634"/>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89FE33-CB08-C842-9FB6-4FF678F75216}">
      <dsp:nvSpPr>
        <dsp:cNvPr id="0" name=""/>
        <dsp:cNvSpPr/>
      </dsp:nvSpPr>
      <dsp:spPr>
        <a:xfrm>
          <a:off x="1970656" y="460"/>
          <a:ext cx="1439893" cy="863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Asymmetry method:</a:t>
          </a:r>
        </a:p>
        <a:p>
          <a:pPr marL="0" lvl="0" indent="0" algn="ctr" defTabSz="5778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1300" i="1" kern="1200" smtClean="0">
                    <a:latin typeface="Cambria Math" panose="02040503050406030204" pitchFamily="18" charset="0"/>
                  </a:rPr>
                  <m:t>𝐼</m:t>
                </m:r>
                <m:d>
                  <m:dPr>
                    <m:ctrlPr>
                      <a:rPr lang="en-DK" sz="1300" i="1" kern="1200">
                        <a:latin typeface="Cambria Math" panose="02040503050406030204" pitchFamily="18" charset="0"/>
                      </a:rPr>
                    </m:ctrlPr>
                  </m:dPr>
                  <m:e>
                    <m:r>
                      <a:rPr lang="en-DK" sz="1300" i="1" kern="1200">
                        <a:latin typeface="Cambria Math" panose="02040503050406030204" pitchFamily="18" charset="0"/>
                      </a:rPr>
                      <m:t>𝜙</m:t>
                    </m:r>
                    <m:r>
                      <a:rPr lang="en-DK" sz="1300" i="1" kern="1200">
                        <a:latin typeface="Cambria Math" panose="02040503050406030204" pitchFamily="18" charset="0"/>
                      </a:rPr>
                      <m:t>,</m:t>
                    </m:r>
                    <m:r>
                      <a:rPr lang="en-DK" sz="1300" i="1" kern="1200">
                        <a:latin typeface="Cambria Math" panose="02040503050406030204" pitchFamily="18" charset="0"/>
                      </a:rPr>
                      <m:t>𝜃</m:t>
                    </m:r>
                  </m:e>
                </m:d>
                <m:r>
                  <a:rPr lang="en-DK" sz="1300" i="1" kern="1200">
                    <a:latin typeface="Cambria Math" panose="02040503050406030204" pitchFamily="18" charset="0"/>
                  </a:rPr>
                  <m:t>−</m:t>
                </m:r>
                <m:r>
                  <a:rPr lang="en-DK" sz="1300" i="1" kern="1200">
                    <a:latin typeface="Cambria Math" panose="02040503050406030204" pitchFamily="18" charset="0"/>
                  </a:rPr>
                  <m:t>𝐼</m:t>
                </m:r>
                <m:d>
                  <m:dPr>
                    <m:ctrlPr>
                      <a:rPr lang="en-DK" sz="1300" i="1" kern="1200">
                        <a:latin typeface="Cambria Math" panose="02040503050406030204" pitchFamily="18" charset="0"/>
                      </a:rPr>
                    </m:ctrlPr>
                  </m:dPr>
                  <m:e>
                    <m:r>
                      <a:rPr lang="en-DK" sz="1300" i="1" kern="1200">
                        <a:latin typeface="Cambria Math" panose="02040503050406030204" pitchFamily="18" charset="0"/>
                      </a:rPr>
                      <m:t>𝜙</m:t>
                    </m:r>
                    <m:r>
                      <a:rPr lang="en-DK" sz="1300" i="1" kern="1200">
                        <a:latin typeface="Cambria Math" panose="02040503050406030204" pitchFamily="18" charset="0"/>
                      </a:rPr>
                      <m:t>,−</m:t>
                    </m:r>
                    <m:r>
                      <a:rPr lang="en-DK" sz="1300" i="1" kern="1200">
                        <a:latin typeface="Cambria Math" panose="02040503050406030204" pitchFamily="18" charset="0"/>
                      </a:rPr>
                      <m:t>𝜃</m:t>
                    </m:r>
                  </m:e>
                </m:d>
              </m:oMath>
            </m:oMathPara>
          </a14:m>
          <a:endParaRPr lang="en-DK" sz="1300" kern="1200" dirty="0"/>
        </a:p>
      </dsp:txBody>
      <dsp:txXfrm>
        <a:off x="1970656" y="460"/>
        <a:ext cx="1439893" cy="863935"/>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6FBE6-3CA1-7542-9EA0-07EFDA0458EB}">
      <dsp:nvSpPr>
        <dsp:cNvPr id="0" name=""/>
        <dsp:cNvSpPr/>
      </dsp:nvSpPr>
      <dsp:spPr>
        <a:xfrm>
          <a:off x="0" y="143068"/>
          <a:ext cx="4811447"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kern="1200" dirty="0"/>
            <a:t>McStas</a:t>
          </a:r>
          <a:endParaRPr lang="en-DK" sz="2700" kern="1200" dirty="0"/>
        </a:p>
      </dsp:txBody>
      <dsp:txXfrm>
        <a:off x="33926" y="176994"/>
        <a:ext cx="4743595" cy="627128"/>
      </dsp:txXfrm>
    </dsp:sp>
    <dsp:sp modelId="{32A78DF4-62DC-BC46-A907-0582B2C43053}">
      <dsp:nvSpPr>
        <dsp:cNvPr id="0" name=""/>
        <dsp:cNvSpPr/>
      </dsp:nvSpPr>
      <dsp:spPr>
        <a:xfrm>
          <a:off x="0" y="838048"/>
          <a:ext cx="4811447" cy="12016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763"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North-south asymmetry: </a:t>
          </a:r>
          <a14:m xmlns:a14="http://schemas.microsoft.com/office/drawing/2010/main">
            <m:oMath xmlns:m="http://schemas.openxmlformats.org/officeDocument/2006/math">
              <m:r>
                <a:rPr lang="en-DK" sz="2100" kern="1200">
                  <a:latin typeface="Cambria Math" panose="02040503050406030204" pitchFamily="18" charset="0"/>
                </a:rPr>
                <m:t>8.72</m:t>
              </m:r>
              <m:r>
                <a:rPr lang="en-DK" sz="2100" i="1" kern="1200">
                  <a:latin typeface="Cambria Math" panose="02040503050406030204" pitchFamily="18" charset="0"/>
                </a:rPr>
                <m:t>×</m:t>
              </m:r>
              <m:sSup>
                <m:sSupPr>
                  <m:ctrlPr>
                    <a:rPr lang="en-DK" sz="2100" i="1" kern="1200">
                      <a:latin typeface="Cambria Math" panose="02040503050406030204" pitchFamily="18" charset="0"/>
                    </a:rPr>
                  </m:ctrlPr>
                </m:sSupPr>
                <m:e>
                  <m:r>
                    <a:rPr lang="en-DK" sz="2100" i="1" kern="1200">
                      <a:latin typeface="Cambria Math" panose="02040503050406030204" pitchFamily="18" charset="0"/>
                    </a:rPr>
                    <m:t>10</m:t>
                  </m:r>
                </m:e>
                <m:sup>
                  <m:r>
                    <a:rPr lang="en-DK" sz="2100" i="1" kern="1200">
                      <a:latin typeface="Cambria Math" panose="02040503050406030204" pitchFamily="18" charset="0"/>
                    </a:rPr>
                    <m:t>−3</m:t>
                  </m:r>
                </m:sup>
              </m:sSup>
            </m:oMath>
          </a14:m>
          <a:endParaRPr lang="en-DK" sz="2100" kern="1200"/>
        </a:p>
        <a:p>
          <a:pPr marL="228600" lvl="1" indent="-228600" algn="l" defTabSz="933450">
            <a:lnSpc>
              <a:spcPct val="90000"/>
            </a:lnSpc>
            <a:spcBef>
              <a:spcPct val="0"/>
            </a:spcBef>
            <a:spcAft>
              <a:spcPct val="20000"/>
            </a:spcAft>
            <a:buChar char="•"/>
          </a:pPr>
          <a14:m xmlns:a14="http://schemas.microsoft.com/office/drawing/2010/main">
            <m:oMath xmlns:m="http://schemas.openxmlformats.org/officeDocument/2006/math">
              <m:sSubSup>
                <m:sSubSupPr>
                  <m:ctrlPr>
                    <a:rPr lang="en-DK" sz="2100" i="1" kern="1200" smtClean="0">
                      <a:latin typeface="Cambria Math" panose="02040503050406030204" pitchFamily="18" charset="0"/>
                    </a:rPr>
                  </m:ctrlPr>
                </m:sSubSupPr>
                <m:e>
                  <m:r>
                    <a:rPr lang="en-DK" sz="2100" i="1" kern="1200">
                      <a:latin typeface="Cambria Math" panose="02040503050406030204" pitchFamily="18" charset="0"/>
                    </a:rPr>
                    <m:t>𝜒</m:t>
                  </m:r>
                </m:e>
                <m:sub>
                  <m:r>
                    <a:rPr lang="en-DK" sz="2100" i="1" kern="1200">
                      <a:latin typeface="Cambria Math" panose="02040503050406030204" pitchFamily="18" charset="0"/>
                    </a:rPr>
                    <m:t>𝜐</m:t>
                  </m:r>
                </m:sub>
                <m:sup>
                  <m:r>
                    <a:rPr lang="en-DK" sz="2100" i="1" kern="1200">
                      <a:latin typeface="Cambria Math" panose="02040503050406030204" pitchFamily="18" charset="0"/>
                    </a:rPr>
                    <m:t>2</m:t>
                  </m:r>
                </m:sup>
              </m:sSubSup>
            </m:oMath>
          </a14:m>
          <a:r>
            <a:rPr lang="en-DK" sz="2100" kern="1200" dirty="0"/>
            <a:t>: </a:t>
          </a:r>
          <a14:m xmlns:a14="http://schemas.microsoft.com/office/drawing/2010/main">
            <m:oMath xmlns:m="http://schemas.openxmlformats.org/officeDocument/2006/math">
              <m:r>
                <a:rPr lang="en-DK" sz="2100" kern="1200">
                  <a:latin typeface="Cambria Math" panose="02040503050406030204" pitchFamily="18" charset="0"/>
                </a:rPr>
                <m:t>1</m:t>
              </m:r>
              <m:r>
                <a:rPr lang="en-DK" sz="2100" b="0" i="0" kern="1200">
                  <a:latin typeface="Cambria Math" panose="02040503050406030204" pitchFamily="18" charset="0"/>
                </a:rPr>
                <m:t>.</m:t>
              </m:r>
              <m:r>
                <a:rPr lang="en-DK" sz="2100" b="0" i="1" kern="1200">
                  <a:latin typeface="Cambria Math" panose="02040503050406030204" pitchFamily="18" charset="0"/>
                </a:rPr>
                <m:t>25</m:t>
              </m:r>
              <m:r>
                <a:rPr lang="en-DK" sz="2100" i="1" kern="1200">
                  <a:latin typeface="Cambria Math" panose="02040503050406030204" pitchFamily="18" charset="0"/>
                </a:rPr>
                <m:t>×</m:t>
              </m:r>
              <m:sSup>
                <m:sSupPr>
                  <m:ctrlPr>
                    <a:rPr lang="en-DK" sz="2100" i="1" kern="1200">
                      <a:latin typeface="Cambria Math" panose="02040503050406030204" pitchFamily="18" charset="0"/>
                    </a:rPr>
                  </m:ctrlPr>
                </m:sSupPr>
                <m:e>
                  <m:r>
                    <a:rPr lang="en-DK" sz="2100" i="1" kern="1200">
                      <a:latin typeface="Cambria Math" panose="02040503050406030204" pitchFamily="18" charset="0"/>
                    </a:rPr>
                    <m:t>10</m:t>
                  </m:r>
                </m:e>
                <m:sup>
                  <m:r>
                    <a:rPr lang="en-DK" sz="2100" i="1" kern="1200">
                      <a:latin typeface="Cambria Math" panose="02040503050406030204" pitchFamily="18" charset="0"/>
                    </a:rPr>
                    <m:t>3</m:t>
                  </m:r>
                </m:sup>
              </m:sSup>
            </m:oMath>
          </a14:m>
          <a:endParaRPr lang="en-DK" sz="2100" kern="1200" dirty="0"/>
        </a:p>
        <a:p>
          <a:pPr marL="228600" lvl="1" indent="-228600" algn="l" defTabSz="933450">
            <a:lnSpc>
              <a:spcPct val="90000"/>
            </a:lnSpc>
            <a:spcBef>
              <a:spcPct val="0"/>
            </a:spcBef>
            <a:spcAft>
              <a:spcPct val="20000"/>
            </a:spcAft>
            <a:buChar char="•"/>
          </a:pPr>
          <a:r>
            <a:rPr lang="en-US" sz="2100" kern="1200" dirty="0"/>
            <a:t>p</a:t>
          </a:r>
          <a:r>
            <a:rPr lang="en-US" sz="2100" b="0" kern="1200" dirty="0"/>
            <a:t>-value: </a:t>
          </a:r>
          <a14:m xmlns:a14="http://schemas.microsoft.com/office/drawing/2010/main">
            <m:oMath xmlns:m="http://schemas.openxmlformats.org/officeDocument/2006/math">
              <m:r>
                <a:rPr lang="en-US" sz="2100" b="0" i="1" kern="1200" smtClean="0">
                  <a:latin typeface="Cambria Math" panose="02040503050406030204" pitchFamily="18" charset="0"/>
                  <a:ea typeface="Cambria Math" panose="02040503050406030204" pitchFamily="18" charset="0"/>
                </a:rPr>
                <m:t>≈</m:t>
              </m:r>
              <m:r>
                <a:rPr lang="da-DK" sz="2100" b="0" i="1" kern="1200" smtClean="0">
                  <a:latin typeface="Cambria Math" panose="02040503050406030204" pitchFamily="18" charset="0"/>
                  <a:ea typeface="Cambria Math" panose="02040503050406030204" pitchFamily="18" charset="0"/>
                </a:rPr>
                <m:t>0</m:t>
              </m:r>
            </m:oMath>
          </a14:m>
          <a:endParaRPr lang="en-DK" sz="2100" kern="1200" dirty="0"/>
        </a:p>
      </dsp:txBody>
      <dsp:txXfrm>
        <a:off x="0" y="838048"/>
        <a:ext cx="4811447" cy="1201634"/>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89FE33-CB08-C842-9FB6-4FF678F75216}">
      <dsp:nvSpPr>
        <dsp:cNvPr id="0" name=""/>
        <dsp:cNvSpPr/>
      </dsp:nvSpPr>
      <dsp:spPr>
        <a:xfrm>
          <a:off x="1970656" y="460"/>
          <a:ext cx="1439893" cy="863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Asymmetry method:</a:t>
          </a:r>
        </a:p>
        <a:p>
          <a:pPr marL="0" lvl="0" indent="0" algn="ctr" defTabSz="5778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1300" i="1" kern="1200" smtClean="0">
                    <a:latin typeface="Cambria Math" panose="02040503050406030204" pitchFamily="18" charset="0"/>
                  </a:rPr>
                  <m:t>𝐼</m:t>
                </m:r>
                <m:d>
                  <m:dPr>
                    <m:ctrlPr>
                      <a:rPr lang="en-DK" sz="1300" i="1" kern="1200">
                        <a:latin typeface="Cambria Math" panose="02040503050406030204" pitchFamily="18" charset="0"/>
                      </a:rPr>
                    </m:ctrlPr>
                  </m:dPr>
                  <m:e>
                    <m:r>
                      <a:rPr lang="en-DK" sz="1300" i="1" kern="1200">
                        <a:latin typeface="Cambria Math" panose="02040503050406030204" pitchFamily="18" charset="0"/>
                      </a:rPr>
                      <m:t>𝜙</m:t>
                    </m:r>
                    <m:r>
                      <a:rPr lang="en-DK" sz="1300" i="1" kern="1200">
                        <a:latin typeface="Cambria Math" panose="02040503050406030204" pitchFamily="18" charset="0"/>
                      </a:rPr>
                      <m:t>,</m:t>
                    </m:r>
                    <m:r>
                      <a:rPr lang="en-DK" sz="1300" i="1" kern="1200">
                        <a:latin typeface="Cambria Math" panose="02040503050406030204" pitchFamily="18" charset="0"/>
                      </a:rPr>
                      <m:t>𝜃</m:t>
                    </m:r>
                  </m:e>
                </m:d>
                <m:r>
                  <a:rPr lang="en-DK" sz="1300" i="1" kern="1200">
                    <a:latin typeface="Cambria Math" panose="02040503050406030204" pitchFamily="18" charset="0"/>
                  </a:rPr>
                  <m:t>−</m:t>
                </m:r>
                <m:r>
                  <a:rPr lang="en-DK" sz="1300" i="1" kern="1200">
                    <a:latin typeface="Cambria Math" panose="02040503050406030204" pitchFamily="18" charset="0"/>
                  </a:rPr>
                  <m:t>𝐼</m:t>
                </m:r>
                <m:d>
                  <m:dPr>
                    <m:ctrlPr>
                      <a:rPr lang="en-DK" sz="1300" i="1" kern="1200">
                        <a:latin typeface="Cambria Math" panose="02040503050406030204" pitchFamily="18" charset="0"/>
                      </a:rPr>
                    </m:ctrlPr>
                  </m:dPr>
                  <m:e>
                    <m:r>
                      <a:rPr lang="en-DK" sz="1300" i="1" kern="1200">
                        <a:latin typeface="Cambria Math" panose="02040503050406030204" pitchFamily="18" charset="0"/>
                      </a:rPr>
                      <m:t>𝜙</m:t>
                    </m:r>
                    <m:r>
                      <a:rPr lang="en-DK" sz="1300" i="1" kern="1200">
                        <a:latin typeface="Cambria Math" panose="02040503050406030204" pitchFamily="18" charset="0"/>
                      </a:rPr>
                      <m:t>,−</m:t>
                    </m:r>
                    <m:r>
                      <a:rPr lang="en-DK" sz="1300" i="1" kern="1200">
                        <a:latin typeface="Cambria Math" panose="02040503050406030204" pitchFamily="18" charset="0"/>
                      </a:rPr>
                      <m:t>𝜃</m:t>
                    </m:r>
                  </m:e>
                </m:d>
              </m:oMath>
            </m:oMathPara>
          </a14:m>
          <a:endParaRPr lang="en-DK" sz="1300" kern="1200" dirty="0"/>
        </a:p>
      </dsp:txBody>
      <dsp:txXfrm>
        <a:off x="1970656" y="460"/>
        <a:ext cx="1439893" cy="863935"/>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6FBE6-3CA1-7542-9EA0-07EFDA0458EB}">
      <dsp:nvSpPr>
        <dsp:cNvPr id="0" name=""/>
        <dsp:cNvSpPr/>
      </dsp:nvSpPr>
      <dsp:spPr>
        <a:xfrm>
          <a:off x="0" y="2082"/>
          <a:ext cx="4085008" cy="5920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kern="1200" dirty="0"/>
            <a:t>McStas</a:t>
          </a:r>
          <a:endParaRPr lang="en-DK" sz="2300" kern="1200" dirty="0"/>
        </a:p>
      </dsp:txBody>
      <dsp:txXfrm>
        <a:off x="28900" y="30982"/>
        <a:ext cx="4027208" cy="534220"/>
      </dsp:txXfrm>
    </dsp:sp>
    <dsp:sp modelId="{32A78DF4-62DC-BC46-A907-0582B2C43053}">
      <dsp:nvSpPr>
        <dsp:cNvPr id="0" name=""/>
        <dsp:cNvSpPr/>
      </dsp:nvSpPr>
      <dsp:spPr>
        <a:xfrm>
          <a:off x="0" y="594102"/>
          <a:ext cx="4085008" cy="1023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699"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North-south asymmetry: </a:t>
          </a:r>
          <a14:m xmlns:a14="http://schemas.microsoft.com/office/drawing/2010/main">
            <m:oMath xmlns:m="http://schemas.openxmlformats.org/officeDocument/2006/math">
              <m:r>
                <a:rPr lang="en-DK" sz="1800" kern="1200">
                  <a:latin typeface="Cambria Math" panose="02040503050406030204" pitchFamily="18" charset="0"/>
                </a:rPr>
                <m:t>8.72</m:t>
              </m:r>
              <m:r>
                <a:rPr lang="en-DK" sz="1800" i="1" kern="1200">
                  <a:latin typeface="Cambria Math" panose="02040503050406030204" pitchFamily="18" charset="0"/>
                </a:rPr>
                <m:t>×</m:t>
              </m:r>
              <m:sSup>
                <m:sSupPr>
                  <m:ctrlPr>
                    <a:rPr lang="en-DK" sz="1800" i="1" kern="1200">
                      <a:latin typeface="Cambria Math" panose="02040503050406030204" pitchFamily="18" charset="0"/>
                    </a:rPr>
                  </m:ctrlPr>
                </m:sSupPr>
                <m:e>
                  <m:r>
                    <a:rPr lang="en-DK" sz="1800" i="1" kern="1200">
                      <a:latin typeface="Cambria Math" panose="02040503050406030204" pitchFamily="18" charset="0"/>
                    </a:rPr>
                    <m:t>10</m:t>
                  </m:r>
                </m:e>
                <m:sup>
                  <m:r>
                    <a:rPr lang="en-DK" sz="1800" i="1" kern="1200">
                      <a:latin typeface="Cambria Math" panose="02040503050406030204" pitchFamily="18" charset="0"/>
                    </a:rPr>
                    <m:t>−3</m:t>
                  </m:r>
                </m:sup>
              </m:sSup>
            </m:oMath>
          </a14:m>
          <a:endParaRPr lang="en-DK" sz="1800" kern="1200" dirty="0"/>
        </a:p>
        <a:p>
          <a:pPr marL="171450" lvl="1" indent="-171450" algn="l" defTabSz="800100">
            <a:lnSpc>
              <a:spcPct val="90000"/>
            </a:lnSpc>
            <a:spcBef>
              <a:spcPct val="0"/>
            </a:spcBef>
            <a:spcAft>
              <a:spcPct val="20000"/>
            </a:spcAft>
            <a:buChar char="•"/>
          </a:pPr>
          <a14:m xmlns:a14="http://schemas.microsoft.com/office/drawing/2010/main">
            <m:oMath xmlns:m="http://schemas.openxmlformats.org/officeDocument/2006/math">
              <m:sSubSup>
                <m:sSubSupPr>
                  <m:ctrlPr>
                    <a:rPr lang="en-DK" sz="1800" i="1" kern="1200" smtClean="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oMath>
          </a14:m>
          <a:r>
            <a:rPr lang="en-DK" sz="1800" kern="1200" dirty="0"/>
            <a:t>: </a:t>
          </a:r>
          <a14:m xmlns:a14="http://schemas.microsoft.com/office/drawing/2010/main">
            <m:oMath xmlns:m="http://schemas.openxmlformats.org/officeDocument/2006/math">
              <m:r>
                <a:rPr lang="en-DK" sz="1800" kern="1200">
                  <a:latin typeface="Cambria Math" panose="02040503050406030204" pitchFamily="18" charset="0"/>
                </a:rPr>
                <m:t>1</m:t>
              </m:r>
              <m:r>
                <a:rPr lang="en-DK" sz="1800" b="0" i="0" kern="1200">
                  <a:latin typeface="Cambria Math" panose="02040503050406030204" pitchFamily="18" charset="0"/>
                </a:rPr>
                <m:t>.</m:t>
              </m:r>
              <m:r>
                <a:rPr lang="en-DK" sz="1800" b="0" i="1" kern="1200">
                  <a:latin typeface="Cambria Math" panose="02040503050406030204" pitchFamily="18" charset="0"/>
                </a:rPr>
                <m:t>25</m:t>
              </m:r>
              <m:r>
                <a:rPr lang="en-DK" sz="1800" i="1" kern="1200">
                  <a:latin typeface="Cambria Math" panose="02040503050406030204" pitchFamily="18" charset="0"/>
                </a:rPr>
                <m:t>×</m:t>
              </m:r>
              <m:sSup>
                <m:sSupPr>
                  <m:ctrlPr>
                    <a:rPr lang="en-DK" sz="1800" i="1" kern="1200">
                      <a:latin typeface="Cambria Math" panose="02040503050406030204" pitchFamily="18" charset="0"/>
                    </a:rPr>
                  </m:ctrlPr>
                </m:sSupPr>
                <m:e>
                  <m:r>
                    <a:rPr lang="en-DK" sz="1800" i="1" kern="1200">
                      <a:latin typeface="Cambria Math" panose="02040503050406030204" pitchFamily="18" charset="0"/>
                    </a:rPr>
                    <m:t>10</m:t>
                  </m:r>
                </m:e>
                <m:sup>
                  <m:r>
                    <a:rPr lang="en-DK" sz="1800" i="1" kern="1200">
                      <a:latin typeface="Cambria Math" panose="02040503050406030204" pitchFamily="18" charset="0"/>
                    </a:rPr>
                    <m:t>3</m:t>
                  </m:r>
                </m:sup>
              </m:sSup>
            </m:oMath>
          </a14:m>
          <a:endParaRPr lang="en-DK" sz="1800" kern="1200" dirty="0"/>
        </a:p>
        <a:p>
          <a:pPr marL="171450" lvl="1" indent="-171450" algn="l" defTabSz="800100">
            <a:lnSpc>
              <a:spcPct val="90000"/>
            </a:lnSpc>
            <a:spcBef>
              <a:spcPct val="0"/>
            </a:spcBef>
            <a:spcAft>
              <a:spcPct val="20000"/>
            </a:spcAft>
            <a:buChar char="•"/>
          </a:pPr>
          <a:r>
            <a:rPr lang="en-US" sz="1800" kern="1200" dirty="0"/>
            <a:t>p</a:t>
          </a:r>
          <a:r>
            <a:rPr lang="en-US" sz="1800" b="0" kern="1200" dirty="0"/>
            <a:t>-value: </a:t>
          </a:r>
          <a14:m xmlns:a14="http://schemas.microsoft.com/office/drawing/2010/main">
            <m:oMath xmlns:m="http://schemas.openxmlformats.org/officeDocument/2006/math">
              <m:r>
                <a:rPr lang="en-US" sz="1800" b="0" i="1" kern="1200" smtClean="0">
                  <a:latin typeface="Cambria Math" panose="02040503050406030204" pitchFamily="18" charset="0"/>
                  <a:ea typeface="Cambria Math" panose="02040503050406030204" pitchFamily="18" charset="0"/>
                </a:rPr>
                <m:t>≈</m:t>
              </m:r>
              <m:r>
                <a:rPr lang="da-DK" sz="1800" b="0" i="1" kern="1200" smtClean="0">
                  <a:latin typeface="Cambria Math" panose="02040503050406030204" pitchFamily="18" charset="0"/>
                  <a:ea typeface="Cambria Math" panose="02040503050406030204" pitchFamily="18" charset="0"/>
                </a:rPr>
                <m:t>0</m:t>
              </m:r>
            </m:oMath>
          </a14:m>
          <a:endParaRPr lang="en-DK" sz="1800" kern="1200" dirty="0"/>
        </a:p>
      </dsp:txBody>
      <dsp:txXfrm>
        <a:off x="0" y="594102"/>
        <a:ext cx="4085008" cy="1023615"/>
      </dsp:txXfrm>
    </dsp:sp>
    <dsp:sp modelId="{18555FFF-9829-1A44-A076-F899144A4BF3}">
      <dsp:nvSpPr>
        <dsp:cNvPr id="0" name=""/>
        <dsp:cNvSpPr/>
      </dsp:nvSpPr>
      <dsp:spPr>
        <a:xfrm>
          <a:off x="0" y="1617717"/>
          <a:ext cx="4085008" cy="5920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McMini</a:t>
          </a:r>
          <a:endParaRPr lang="en-DK" sz="2300" kern="1200"/>
        </a:p>
      </dsp:txBody>
      <dsp:txXfrm>
        <a:off x="28900" y="1646617"/>
        <a:ext cx="4027208" cy="534220"/>
      </dsp:txXfrm>
    </dsp:sp>
    <dsp:sp modelId="{B4292AA1-60CB-4849-8962-29C02C0F48E8}">
      <dsp:nvSpPr>
        <dsp:cNvPr id="0" name=""/>
        <dsp:cNvSpPr/>
      </dsp:nvSpPr>
      <dsp:spPr>
        <a:xfrm>
          <a:off x="0" y="2209737"/>
          <a:ext cx="4085008" cy="1023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699"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North-south asymmetry: </a:t>
          </a:r>
          <a14:m xmlns:a14="http://schemas.microsoft.com/office/drawing/2010/main">
            <m:oMath xmlns:m="http://schemas.openxmlformats.org/officeDocument/2006/math">
              <m:r>
                <a:rPr lang="en-DK" sz="1800" kern="1200">
                  <a:latin typeface="Cambria Math" panose="02040503050406030204" pitchFamily="18" charset="0"/>
                </a:rPr>
                <m:t>2</m:t>
              </m:r>
              <m:r>
                <a:rPr lang="en-DK" sz="1800" b="0" i="0" kern="1200">
                  <a:latin typeface="Cambria Math" panose="02040503050406030204" pitchFamily="18" charset="0"/>
                </a:rPr>
                <m:t>.52</m:t>
              </m:r>
              <m:r>
                <a:rPr lang="en-DK" sz="1800" i="1" kern="1200">
                  <a:latin typeface="Cambria Math" panose="02040503050406030204" pitchFamily="18" charset="0"/>
                </a:rPr>
                <m:t>×</m:t>
              </m:r>
              <m:sSup>
                <m:sSupPr>
                  <m:ctrlPr>
                    <a:rPr lang="en-DK" sz="1800" i="1" kern="1200">
                      <a:latin typeface="Cambria Math" panose="02040503050406030204" pitchFamily="18" charset="0"/>
                    </a:rPr>
                  </m:ctrlPr>
                </m:sSupPr>
                <m:e>
                  <m:r>
                    <a:rPr lang="en-DK" sz="1800" i="1" kern="1200">
                      <a:latin typeface="Cambria Math" panose="02040503050406030204" pitchFamily="18" charset="0"/>
                    </a:rPr>
                    <m:t>10</m:t>
                  </m:r>
                </m:e>
                <m:sup>
                  <m:r>
                    <a:rPr lang="en-DK" sz="1800" i="1" kern="1200">
                      <a:latin typeface="Cambria Math" panose="02040503050406030204" pitchFamily="18" charset="0"/>
                    </a:rPr>
                    <m:t>−</m:t>
                  </m:r>
                  <m:r>
                    <a:rPr lang="en-DK" sz="1800" b="0" i="1" kern="1200">
                      <a:latin typeface="Cambria Math" panose="02040503050406030204" pitchFamily="18" charset="0"/>
                    </a:rPr>
                    <m:t>6</m:t>
                  </m:r>
                </m:sup>
              </m:sSup>
            </m:oMath>
          </a14:m>
          <a:endParaRPr lang="en-DK" sz="1800" kern="1200"/>
        </a:p>
        <a:p>
          <a:pPr marL="171450" lvl="1" indent="-171450" algn="l" defTabSz="800100">
            <a:lnSpc>
              <a:spcPct val="90000"/>
            </a:lnSpc>
            <a:spcBef>
              <a:spcPct val="0"/>
            </a:spcBef>
            <a:spcAft>
              <a:spcPct val="20000"/>
            </a:spcAft>
            <a:buChar char="•"/>
          </a:pPr>
          <a14:m xmlns:a14="http://schemas.microsoft.com/office/drawing/2010/main">
            <m:oMath xmlns:m="http://schemas.openxmlformats.org/officeDocument/2006/math">
              <m:sSubSup>
                <m:sSubSupPr>
                  <m:ctrlPr>
                    <a:rPr lang="en-DK" sz="1800" i="1" kern="1200" smtClean="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oMath>
          </a14:m>
          <a:r>
            <a:rPr lang="en-DK" sz="1800" kern="1200" dirty="0"/>
            <a:t>: </a:t>
          </a:r>
          <a14:m xmlns:a14="http://schemas.microsoft.com/office/drawing/2010/main">
            <m:oMath xmlns:m="http://schemas.openxmlformats.org/officeDocument/2006/math">
              <m:r>
                <a:rPr lang="en-DK" sz="1800" kern="1200">
                  <a:latin typeface="Cambria Math" panose="02040503050406030204" pitchFamily="18" charset="0"/>
                </a:rPr>
                <m:t>1.</m:t>
              </m:r>
              <m:r>
                <a:rPr lang="en-DK" sz="1800" b="0" i="1" kern="1200">
                  <a:latin typeface="Cambria Math" panose="02040503050406030204" pitchFamily="18" charset="0"/>
                </a:rPr>
                <m:t>00</m:t>
              </m:r>
              <m:r>
                <a:rPr lang="en-DK" sz="1800" b="0" i="1" kern="1200" smtClean="0">
                  <a:latin typeface="Cambria Math" panose="02040503050406030204" pitchFamily="18" charset="0"/>
                </a:rPr>
                <m:t>4</m:t>
              </m:r>
            </m:oMath>
          </a14:m>
          <a:endParaRPr lang="en-DK" sz="1800" kern="1200" dirty="0"/>
        </a:p>
        <a:p>
          <a:pPr marL="171450" lvl="1" indent="-171450" algn="l" defTabSz="800100">
            <a:lnSpc>
              <a:spcPct val="90000"/>
            </a:lnSpc>
            <a:spcBef>
              <a:spcPct val="0"/>
            </a:spcBef>
            <a:spcAft>
              <a:spcPct val="20000"/>
            </a:spcAft>
            <a:buChar char="•"/>
          </a:pPr>
          <a:r>
            <a:rPr lang="en-US" sz="1800" kern="1200" dirty="0"/>
            <a:t>p-value: </a:t>
          </a:r>
          <a14:m xmlns:a14="http://schemas.microsoft.com/office/drawing/2010/main">
            <m:oMath xmlns:m="http://schemas.openxmlformats.org/officeDocument/2006/math">
              <m:r>
                <a:rPr lang="en-DK" sz="1800" b="0" i="1" kern="1200">
                  <a:latin typeface="Cambria Math" panose="02040503050406030204" pitchFamily="18" charset="0"/>
                </a:rPr>
                <m:t>0.308</m:t>
              </m:r>
            </m:oMath>
          </a14:m>
          <a:endParaRPr lang="en-DK" sz="1800" kern="1200" dirty="0"/>
        </a:p>
      </dsp:txBody>
      <dsp:txXfrm>
        <a:off x="0" y="2209737"/>
        <a:ext cx="4085008" cy="1023615"/>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89FE33-CB08-C842-9FB6-4FF678F75216}">
      <dsp:nvSpPr>
        <dsp:cNvPr id="0" name=""/>
        <dsp:cNvSpPr/>
      </dsp:nvSpPr>
      <dsp:spPr>
        <a:xfrm>
          <a:off x="1970656" y="460"/>
          <a:ext cx="1439893" cy="863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Asymmetry method:</a:t>
          </a:r>
        </a:p>
        <a:p>
          <a:pPr marL="0" lvl="0" indent="0" algn="ctr" defTabSz="5778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1300" i="1" kern="1200" smtClean="0">
                    <a:latin typeface="Cambria Math" panose="02040503050406030204" pitchFamily="18" charset="0"/>
                  </a:rPr>
                  <m:t>𝐼</m:t>
                </m:r>
                <m:d>
                  <m:dPr>
                    <m:ctrlPr>
                      <a:rPr lang="en-DK" sz="1300" i="1" kern="1200">
                        <a:latin typeface="Cambria Math" panose="02040503050406030204" pitchFamily="18" charset="0"/>
                      </a:rPr>
                    </m:ctrlPr>
                  </m:dPr>
                  <m:e>
                    <m:r>
                      <a:rPr lang="en-DK" sz="1300" i="1" kern="1200">
                        <a:latin typeface="Cambria Math" panose="02040503050406030204" pitchFamily="18" charset="0"/>
                      </a:rPr>
                      <m:t>𝜙</m:t>
                    </m:r>
                    <m:r>
                      <a:rPr lang="en-DK" sz="1300" i="1" kern="1200">
                        <a:latin typeface="Cambria Math" panose="02040503050406030204" pitchFamily="18" charset="0"/>
                      </a:rPr>
                      <m:t>,</m:t>
                    </m:r>
                    <m:r>
                      <a:rPr lang="en-DK" sz="1300" i="1" kern="1200">
                        <a:latin typeface="Cambria Math" panose="02040503050406030204" pitchFamily="18" charset="0"/>
                      </a:rPr>
                      <m:t>𝜃</m:t>
                    </m:r>
                  </m:e>
                </m:d>
                <m:r>
                  <a:rPr lang="en-DK" sz="1300" i="1" kern="1200">
                    <a:latin typeface="Cambria Math" panose="02040503050406030204" pitchFamily="18" charset="0"/>
                  </a:rPr>
                  <m:t>−</m:t>
                </m:r>
                <m:r>
                  <a:rPr lang="en-DK" sz="1300" i="1" kern="1200">
                    <a:latin typeface="Cambria Math" panose="02040503050406030204" pitchFamily="18" charset="0"/>
                  </a:rPr>
                  <m:t>𝐼</m:t>
                </m:r>
                <m:d>
                  <m:dPr>
                    <m:ctrlPr>
                      <a:rPr lang="en-DK" sz="1300" i="1" kern="1200">
                        <a:latin typeface="Cambria Math" panose="02040503050406030204" pitchFamily="18" charset="0"/>
                      </a:rPr>
                    </m:ctrlPr>
                  </m:dPr>
                  <m:e>
                    <m:r>
                      <a:rPr lang="en-DK" sz="1300" i="1" kern="1200">
                        <a:latin typeface="Cambria Math" panose="02040503050406030204" pitchFamily="18" charset="0"/>
                      </a:rPr>
                      <m:t>𝜙</m:t>
                    </m:r>
                    <m:r>
                      <a:rPr lang="en-DK" sz="1300" i="1" kern="1200">
                        <a:latin typeface="Cambria Math" panose="02040503050406030204" pitchFamily="18" charset="0"/>
                      </a:rPr>
                      <m:t>,−</m:t>
                    </m:r>
                    <m:r>
                      <a:rPr lang="en-DK" sz="1300" i="1" kern="1200">
                        <a:latin typeface="Cambria Math" panose="02040503050406030204" pitchFamily="18" charset="0"/>
                      </a:rPr>
                      <m:t>𝜃</m:t>
                    </m:r>
                  </m:e>
                </m:d>
              </m:oMath>
            </m:oMathPara>
          </a14:m>
          <a:endParaRPr lang="en-DK" sz="1300" kern="1200" dirty="0"/>
        </a:p>
      </dsp:txBody>
      <dsp:txXfrm>
        <a:off x="1970656" y="460"/>
        <a:ext cx="1439893" cy="863935"/>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6FBE6-3CA1-7542-9EA0-07EFDA0458EB}">
      <dsp:nvSpPr>
        <dsp:cNvPr id="0" name=""/>
        <dsp:cNvSpPr/>
      </dsp:nvSpPr>
      <dsp:spPr>
        <a:xfrm>
          <a:off x="0" y="2082"/>
          <a:ext cx="4085008" cy="5920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kern="1200" dirty="0"/>
            <a:t>McStas</a:t>
          </a:r>
          <a:endParaRPr lang="en-DK" sz="2300" kern="1200" dirty="0"/>
        </a:p>
      </dsp:txBody>
      <dsp:txXfrm>
        <a:off x="28900" y="30982"/>
        <a:ext cx="4027208" cy="534220"/>
      </dsp:txXfrm>
    </dsp:sp>
    <dsp:sp modelId="{32A78DF4-62DC-BC46-A907-0582B2C43053}">
      <dsp:nvSpPr>
        <dsp:cNvPr id="0" name=""/>
        <dsp:cNvSpPr/>
      </dsp:nvSpPr>
      <dsp:spPr>
        <a:xfrm>
          <a:off x="0" y="594102"/>
          <a:ext cx="4085008" cy="1023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699"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North-south asymmetry: </a:t>
          </a:r>
          <a14:m xmlns:a14="http://schemas.microsoft.com/office/drawing/2010/main">
            <m:oMath xmlns:m="http://schemas.openxmlformats.org/officeDocument/2006/math">
              <m:r>
                <a:rPr lang="en-DK" sz="1800" kern="1200">
                  <a:latin typeface="Cambria Math" panose="02040503050406030204" pitchFamily="18" charset="0"/>
                </a:rPr>
                <m:t>8.72</m:t>
              </m:r>
              <m:r>
                <a:rPr lang="en-DK" sz="1800" i="1" kern="1200">
                  <a:latin typeface="Cambria Math" panose="02040503050406030204" pitchFamily="18" charset="0"/>
                </a:rPr>
                <m:t>×</m:t>
              </m:r>
              <m:sSup>
                <m:sSupPr>
                  <m:ctrlPr>
                    <a:rPr lang="en-DK" sz="1800" i="1" kern="1200">
                      <a:latin typeface="Cambria Math" panose="02040503050406030204" pitchFamily="18" charset="0"/>
                    </a:rPr>
                  </m:ctrlPr>
                </m:sSupPr>
                <m:e>
                  <m:r>
                    <a:rPr lang="en-DK" sz="1800" i="1" kern="1200">
                      <a:latin typeface="Cambria Math" panose="02040503050406030204" pitchFamily="18" charset="0"/>
                    </a:rPr>
                    <m:t>10</m:t>
                  </m:r>
                </m:e>
                <m:sup>
                  <m:r>
                    <a:rPr lang="en-DK" sz="1800" i="1" kern="1200">
                      <a:latin typeface="Cambria Math" panose="02040503050406030204" pitchFamily="18" charset="0"/>
                    </a:rPr>
                    <m:t>−3</m:t>
                  </m:r>
                </m:sup>
              </m:sSup>
            </m:oMath>
          </a14:m>
          <a:endParaRPr lang="en-DK" sz="1800" kern="1200"/>
        </a:p>
        <a:p>
          <a:pPr marL="171450" lvl="1" indent="-171450" algn="l" defTabSz="800100">
            <a:lnSpc>
              <a:spcPct val="90000"/>
            </a:lnSpc>
            <a:spcBef>
              <a:spcPct val="0"/>
            </a:spcBef>
            <a:spcAft>
              <a:spcPct val="20000"/>
            </a:spcAft>
            <a:buChar char="•"/>
          </a:pPr>
          <a14:m xmlns:a14="http://schemas.microsoft.com/office/drawing/2010/main">
            <m:oMath xmlns:m="http://schemas.openxmlformats.org/officeDocument/2006/math">
              <m:sSubSup>
                <m:sSubSupPr>
                  <m:ctrlPr>
                    <a:rPr lang="en-DK" sz="1800" i="1" kern="1200" smtClean="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oMath>
          </a14:m>
          <a:r>
            <a:rPr lang="en-DK" sz="1800" kern="1200" dirty="0"/>
            <a:t>: </a:t>
          </a:r>
          <a14:m xmlns:a14="http://schemas.microsoft.com/office/drawing/2010/main">
            <m:oMath xmlns:m="http://schemas.openxmlformats.org/officeDocument/2006/math">
              <m:r>
                <a:rPr lang="en-DK" sz="1800" kern="1200">
                  <a:latin typeface="Cambria Math" panose="02040503050406030204" pitchFamily="18" charset="0"/>
                </a:rPr>
                <m:t>1</m:t>
              </m:r>
              <m:r>
                <a:rPr lang="en-DK" sz="1800" b="0" i="0" kern="1200">
                  <a:latin typeface="Cambria Math" panose="02040503050406030204" pitchFamily="18" charset="0"/>
                </a:rPr>
                <m:t>.</m:t>
              </m:r>
              <m:r>
                <a:rPr lang="en-DK" sz="1800" b="0" i="1" kern="1200">
                  <a:latin typeface="Cambria Math" panose="02040503050406030204" pitchFamily="18" charset="0"/>
                </a:rPr>
                <m:t>25</m:t>
              </m:r>
              <m:r>
                <a:rPr lang="en-DK" sz="1800" i="1" kern="1200">
                  <a:latin typeface="Cambria Math" panose="02040503050406030204" pitchFamily="18" charset="0"/>
                </a:rPr>
                <m:t>×</m:t>
              </m:r>
              <m:sSup>
                <m:sSupPr>
                  <m:ctrlPr>
                    <a:rPr lang="en-DK" sz="1800" i="1" kern="1200">
                      <a:latin typeface="Cambria Math" panose="02040503050406030204" pitchFamily="18" charset="0"/>
                    </a:rPr>
                  </m:ctrlPr>
                </m:sSupPr>
                <m:e>
                  <m:r>
                    <a:rPr lang="en-DK" sz="1800" i="1" kern="1200">
                      <a:latin typeface="Cambria Math" panose="02040503050406030204" pitchFamily="18" charset="0"/>
                    </a:rPr>
                    <m:t>10</m:t>
                  </m:r>
                </m:e>
                <m:sup>
                  <m:r>
                    <a:rPr lang="en-DK" sz="1800" i="1" kern="1200">
                      <a:latin typeface="Cambria Math" panose="02040503050406030204" pitchFamily="18" charset="0"/>
                    </a:rPr>
                    <m:t>3</m:t>
                  </m:r>
                </m:sup>
              </m:sSup>
            </m:oMath>
          </a14:m>
          <a:endParaRPr lang="en-DK" sz="1800" kern="1200" dirty="0"/>
        </a:p>
        <a:p>
          <a:pPr marL="171450" lvl="1" indent="-171450" algn="l" defTabSz="800100">
            <a:lnSpc>
              <a:spcPct val="90000"/>
            </a:lnSpc>
            <a:spcBef>
              <a:spcPct val="0"/>
            </a:spcBef>
            <a:spcAft>
              <a:spcPct val="20000"/>
            </a:spcAft>
            <a:buChar char="•"/>
          </a:pPr>
          <a:r>
            <a:rPr lang="en-US" sz="1800" kern="1200" dirty="0"/>
            <a:t>p</a:t>
          </a:r>
          <a:r>
            <a:rPr lang="en-US" sz="1800" b="0" kern="1200" dirty="0"/>
            <a:t>-value: </a:t>
          </a:r>
          <a14:m xmlns:a14="http://schemas.microsoft.com/office/drawing/2010/main">
            <m:oMath xmlns:m="http://schemas.openxmlformats.org/officeDocument/2006/math">
              <m:r>
                <a:rPr lang="en-US" sz="1800" b="0" i="1" kern="1200" smtClean="0">
                  <a:latin typeface="Cambria Math" panose="02040503050406030204" pitchFamily="18" charset="0"/>
                  <a:ea typeface="Cambria Math" panose="02040503050406030204" pitchFamily="18" charset="0"/>
                </a:rPr>
                <m:t>≈</m:t>
              </m:r>
              <m:r>
                <a:rPr lang="da-DK" sz="1800" b="0" i="1" kern="1200" smtClean="0">
                  <a:latin typeface="Cambria Math" panose="02040503050406030204" pitchFamily="18" charset="0"/>
                  <a:ea typeface="Cambria Math" panose="02040503050406030204" pitchFamily="18" charset="0"/>
                </a:rPr>
                <m:t>0</m:t>
              </m:r>
            </m:oMath>
          </a14:m>
          <a:endParaRPr lang="en-DK" sz="1800" kern="1200" dirty="0"/>
        </a:p>
      </dsp:txBody>
      <dsp:txXfrm>
        <a:off x="0" y="594102"/>
        <a:ext cx="4085008" cy="1023615"/>
      </dsp:txXfrm>
    </dsp:sp>
    <dsp:sp modelId="{18555FFF-9829-1A44-A076-F899144A4BF3}">
      <dsp:nvSpPr>
        <dsp:cNvPr id="0" name=""/>
        <dsp:cNvSpPr/>
      </dsp:nvSpPr>
      <dsp:spPr>
        <a:xfrm>
          <a:off x="0" y="1617717"/>
          <a:ext cx="4085008" cy="5920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McMini</a:t>
          </a:r>
          <a:endParaRPr lang="en-DK" sz="2300" kern="1200"/>
        </a:p>
      </dsp:txBody>
      <dsp:txXfrm>
        <a:off x="28900" y="1646617"/>
        <a:ext cx="4027208" cy="534220"/>
      </dsp:txXfrm>
    </dsp:sp>
    <dsp:sp modelId="{B4292AA1-60CB-4849-8962-29C02C0F48E8}">
      <dsp:nvSpPr>
        <dsp:cNvPr id="0" name=""/>
        <dsp:cNvSpPr/>
      </dsp:nvSpPr>
      <dsp:spPr>
        <a:xfrm>
          <a:off x="0" y="2209737"/>
          <a:ext cx="4085008" cy="1023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699"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North-south asymmetry: </a:t>
          </a:r>
          <a14:m xmlns:a14="http://schemas.microsoft.com/office/drawing/2010/main">
            <m:oMath xmlns:m="http://schemas.openxmlformats.org/officeDocument/2006/math">
              <m:r>
                <a:rPr lang="en-DK" sz="1800" kern="1200">
                  <a:latin typeface="Cambria Math" panose="02040503050406030204" pitchFamily="18" charset="0"/>
                </a:rPr>
                <m:t>2</m:t>
              </m:r>
              <m:r>
                <a:rPr lang="en-DK" sz="1800" b="0" i="0" kern="1200">
                  <a:latin typeface="Cambria Math" panose="02040503050406030204" pitchFamily="18" charset="0"/>
                </a:rPr>
                <m:t>.52</m:t>
              </m:r>
              <m:r>
                <a:rPr lang="en-DK" sz="1800" i="1" kern="1200">
                  <a:latin typeface="Cambria Math" panose="02040503050406030204" pitchFamily="18" charset="0"/>
                </a:rPr>
                <m:t>×</m:t>
              </m:r>
              <m:sSup>
                <m:sSupPr>
                  <m:ctrlPr>
                    <a:rPr lang="en-DK" sz="1800" i="1" kern="1200">
                      <a:latin typeface="Cambria Math" panose="02040503050406030204" pitchFamily="18" charset="0"/>
                    </a:rPr>
                  </m:ctrlPr>
                </m:sSupPr>
                <m:e>
                  <m:r>
                    <a:rPr lang="en-DK" sz="1800" i="1" kern="1200">
                      <a:latin typeface="Cambria Math" panose="02040503050406030204" pitchFamily="18" charset="0"/>
                    </a:rPr>
                    <m:t>10</m:t>
                  </m:r>
                </m:e>
                <m:sup>
                  <m:r>
                    <a:rPr lang="en-DK" sz="1800" i="1" kern="1200">
                      <a:latin typeface="Cambria Math" panose="02040503050406030204" pitchFamily="18" charset="0"/>
                    </a:rPr>
                    <m:t>−</m:t>
                  </m:r>
                  <m:r>
                    <a:rPr lang="en-DK" sz="1800" b="0" i="1" kern="1200">
                      <a:latin typeface="Cambria Math" panose="02040503050406030204" pitchFamily="18" charset="0"/>
                    </a:rPr>
                    <m:t>6</m:t>
                  </m:r>
                </m:sup>
              </m:sSup>
            </m:oMath>
          </a14:m>
          <a:endParaRPr lang="en-DK" sz="1800" kern="1200"/>
        </a:p>
        <a:p>
          <a:pPr marL="171450" lvl="1" indent="-171450" algn="l" defTabSz="800100">
            <a:lnSpc>
              <a:spcPct val="90000"/>
            </a:lnSpc>
            <a:spcBef>
              <a:spcPct val="0"/>
            </a:spcBef>
            <a:spcAft>
              <a:spcPct val="20000"/>
            </a:spcAft>
            <a:buChar char="•"/>
          </a:pPr>
          <a14:m xmlns:a14="http://schemas.microsoft.com/office/drawing/2010/main">
            <m:oMath xmlns:m="http://schemas.openxmlformats.org/officeDocument/2006/math">
              <m:sSubSup>
                <m:sSubSupPr>
                  <m:ctrlPr>
                    <a:rPr lang="en-DK" sz="1800" i="1" kern="1200" smtClean="0">
                      <a:latin typeface="Cambria Math" panose="02040503050406030204" pitchFamily="18" charset="0"/>
                    </a:rPr>
                  </m:ctrlPr>
                </m:sSubSupPr>
                <m:e>
                  <m:r>
                    <a:rPr lang="en-DK" sz="1800" i="1" kern="1200">
                      <a:latin typeface="Cambria Math" panose="02040503050406030204" pitchFamily="18" charset="0"/>
                    </a:rPr>
                    <m:t>𝜒</m:t>
                  </m:r>
                </m:e>
                <m:sub>
                  <m:r>
                    <a:rPr lang="en-DK" sz="1800" i="1" kern="1200">
                      <a:latin typeface="Cambria Math" panose="02040503050406030204" pitchFamily="18" charset="0"/>
                    </a:rPr>
                    <m:t>𝜐</m:t>
                  </m:r>
                </m:sub>
                <m:sup>
                  <m:r>
                    <a:rPr lang="en-DK" sz="1800" i="1" kern="1200">
                      <a:latin typeface="Cambria Math" panose="02040503050406030204" pitchFamily="18" charset="0"/>
                    </a:rPr>
                    <m:t>2</m:t>
                  </m:r>
                </m:sup>
              </m:sSubSup>
            </m:oMath>
          </a14:m>
          <a:r>
            <a:rPr lang="en-DK" sz="1800" kern="1200" dirty="0"/>
            <a:t>: </a:t>
          </a:r>
          <a14:m xmlns:a14="http://schemas.microsoft.com/office/drawing/2010/main">
            <m:oMath xmlns:m="http://schemas.openxmlformats.org/officeDocument/2006/math">
              <m:r>
                <a:rPr lang="en-DK" sz="1800" kern="1200">
                  <a:latin typeface="Cambria Math" panose="02040503050406030204" pitchFamily="18" charset="0"/>
                </a:rPr>
                <m:t>1.</m:t>
              </m:r>
              <m:r>
                <a:rPr lang="en-DK" sz="1800" b="0" i="1" kern="1200">
                  <a:latin typeface="Cambria Math" panose="02040503050406030204" pitchFamily="18" charset="0"/>
                </a:rPr>
                <m:t>004</m:t>
              </m:r>
            </m:oMath>
          </a14:m>
          <a:endParaRPr lang="en-DK" sz="1800" kern="1200" dirty="0"/>
        </a:p>
        <a:p>
          <a:pPr marL="171450" lvl="1" indent="-171450" algn="l" defTabSz="800100">
            <a:lnSpc>
              <a:spcPct val="90000"/>
            </a:lnSpc>
            <a:spcBef>
              <a:spcPct val="0"/>
            </a:spcBef>
            <a:spcAft>
              <a:spcPct val="20000"/>
            </a:spcAft>
            <a:buChar char="•"/>
          </a:pPr>
          <a:r>
            <a:rPr lang="en-US" sz="1800" kern="1200" dirty="0"/>
            <a:t>p-value: </a:t>
          </a:r>
          <a14:m xmlns:a14="http://schemas.microsoft.com/office/drawing/2010/main">
            <m:oMath xmlns:m="http://schemas.openxmlformats.org/officeDocument/2006/math">
              <m:r>
                <a:rPr lang="en-DK" sz="1800" b="0" i="1" kern="1200">
                  <a:latin typeface="Cambria Math" panose="02040503050406030204" pitchFamily="18" charset="0"/>
                </a:rPr>
                <m:t>0.308</m:t>
              </m:r>
            </m:oMath>
          </a14:m>
          <a:endParaRPr lang="en-DK" sz="1800" kern="1200" dirty="0"/>
        </a:p>
      </dsp:txBody>
      <dsp:txXfrm>
        <a:off x="0" y="2209737"/>
        <a:ext cx="4085008" cy="1023615"/>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247B8B-3278-464D-B879-EAE5FA5151D1}">
      <dsp:nvSpPr>
        <dsp:cNvPr id="0" name=""/>
        <dsp:cNvSpPr/>
      </dsp:nvSpPr>
      <dsp:spPr>
        <a:xfrm>
          <a:off x="0" y="0"/>
          <a:ext cx="581797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B726D3-F320-CB46-A1CE-A4EECABE8E41}">
      <dsp:nvSpPr>
        <dsp:cNvPr id="0" name=""/>
        <dsp:cNvSpPr/>
      </dsp:nvSpPr>
      <dsp:spPr>
        <a:xfrm>
          <a:off x="0" y="0"/>
          <a:ext cx="5817976" cy="5084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kern="1200" dirty="0"/>
            <a:t>Takeaway: McStas 4</a:t>
          </a:r>
          <a:r>
            <a:rPr lang="el-GR" sz="1400" b="0" kern="1200" dirty="0"/>
            <a:t>π </a:t>
          </a:r>
          <a:r>
            <a:rPr lang="en-US" sz="1400" b="0" kern="1200" dirty="0"/>
            <a:t>monitor shows systematic north-south asymmetry.</a:t>
          </a:r>
          <a:endParaRPr lang="en-DK" sz="1400" kern="1200" dirty="0"/>
        </a:p>
      </dsp:txBody>
      <dsp:txXfrm>
        <a:off x="0" y="0"/>
        <a:ext cx="5817976" cy="508479"/>
      </dsp:txXfrm>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94AB50-04ED-FE42-A749-7DA364F3475F}">
      <dsp:nvSpPr>
        <dsp:cNvPr id="0" name=""/>
        <dsp:cNvSpPr/>
      </dsp:nvSpPr>
      <dsp:spPr>
        <a:xfrm>
          <a:off x="266305" y="622450"/>
          <a:ext cx="6391328" cy="1997290"/>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352831"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Cylindrical monitor</a:t>
          </a:r>
          <a:endParaRPr lang="en-DK" sz="2500" kern="1200" dirty="0"/>
        </a:p>
        <a:p>
          <a:pPr marL="228600" lvl="1" indent="-228600" algn="l" defTabSz="889000">
            <a:lnSpc>
              <a:spcPct val="90000"/>
            </a:lnSpc>
            <a:spcBef>
              <a:spcPct val="0"/>
            </a:spcBef>
            <a:spcAft>
              <a:spcPct val="15000"/>
            </a:spcAft>
            <a:buFont typeface="Arial" panose="020B0604020202020204" pitchFamily="34" charset="0"/>
            <a:buChar char="•"/>
          </a:pPr>
          <a:r>
            <a:rPr lang="en-US" sz="2000" kern="1200" dirty="0"/>
            <a:t>Left-right asymmetry after zero bin shift: </a:t>
          </a:r>
          <a14:m xmlns:a14="http://schemas.microsoft.com/office/drawing/2010/main">
            <m:oMath xmlns:m="http://schemas.openxmlformats.org/officeDocument/2006/math">
              <m:r>
                <a:rPr lang="en-DK" sz="2000" i="1" kern="1200">
                  <a:latin typeface="Cambria Math" panose="02040503050406030204" pitchFamily="18" charset="0"/>
                </a:rPr>
                <m:t>3</m:t>
              </m:r>
              <m:r>
                <a:rPr lang="en-DK" sz="2000" b="0" i="1" kern="1200">
                  <a:latin typeface="Cambria Math" panose="02040503050406030204" pitchFamily="18" charset="0"/>
                </a:rPr>
                <m:t>.60</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15000"/>
            </a:spcAft>
            <a:buFont typeface="Arial" panose="020B0604020202020204" pitchFamily="34" charset="0"/>
            <a:buChar char="•"/>
          </a:pPr>
          <a:r>
            <a:rPr lang="en-US" sz="2000" kern="1200" dirty="0"/>
            <a:t>Left-right asymmetry after one bin shift: </a:t>
          </a:r>
          <a14:m xmlns:a14="http://schemas.microsoft.com/office/drawing/2010/main">
            <m:oMath xmlns:m="http://schemas.openxmlformats.org/officeDocument/2006/math">
              <m:r>
                <a:rPr lang="en-DK" sz="2000" i="1" kern="1200">
                  <a:latin typeface="Cambria Math" panose="02040503050406030204" pitchFamily="18" charset="0"/>
                </a:rPr>
                <m:t>1.</m:t>
              </m:r>
              <m:r>
                <a:rPr lang="en-DK" sz="2000" b="0" i="1" kern="1200">
                  <a:latin typeface="Cambria Math" panose="02040503050406030204" pitchFamily="18" charset="0"/>
                </a:rPr>
                <m:t>63</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m:t>
                  </m:r>
                  <m:r>
                    <a:rPr lang="en-DK" sz="2000" b="0" i="1" kern="1200">
                      <a:latin typeface="Cambria Math" panose="02040503050406030204" pitchFamily="18" charset="0"/>
                    </a:rPr>
                    <m:t>6</m:t>
                  </m:r>
                </m:sup>
              </m:sSup>
            </m:oMath>
          </a14:m>
          <a:endParaRPr lang="en-DK" sz="2000" kern="1200" dirty="0"/>
        </a:p>
      </dsp:txBody>
      <dsp:txXfrm>
        <a:off x="266305" y="622450"/>
        <a:ext cx="6391328" cy="1997290"/>
      </dsp:txXfrm>
    </dsp:sp>
    <dsp:sp modelId="{949162AB-08D0-5B46-8E0D-6FA61D4046E6}">
      <dsp:nvSpPr>
        <dsp:cNvPr id="0" name=""/>
        <dsp:cNvSpPr/>
      </dsp:nvSpPr>
      <dsp:spPr>
        <a:xfrm>
          <a:off x="0" y="333952"/>
          <a:ext cx="1398103" cy="2097154"/>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6FBE6-3CA1-7542-9EA0-07EFDA0458EB}">
      <dsp:nvSpPr>
        <dsp:cNvPr id="0" name=""/>
        <dsp:cNvSpPr/>
      </dsp:nvSpPr>
      <dsp:spPr>
        <a:xfrm>
          <a:off x="0" y="72326"/>
          <a:ext cx="4085008" cy="566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kern="1200" dirty="0"/>
            <a:t>McStas</a:t>
          </a:r>
          <a:endParaRPr lang="en-DK" sz="2200" kern="1200" dirty="0"/>
        </a:p>
      </dsp:txBody>
      <dsp:txXfrm>
        <a:off x="27644" y="99970"/>
        <a:ext cx="4029720" cy="510992"/>
      </dsp:txXfrm>
    </dsp:sp>
    <dsp:sp modelId="{32A78DF4-62DC-BC46-A907-0582B2C43053}">
      <dsp:nvSpPr>
        <dsp:cNvPr id="0" name=""/>
        <dsp:cNvSpPr/>
      </dsp:nvSpPr>
      <dsp:spPr>
        <a:xfrm>
          <a:off x="0" y="638606"/>
          <a:ext cx="4085008" cy="979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699"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North-south asymmetry: </a:t>
          </a:r>
          <a14:m xmlns:a14="http://schemas.microsoft.com/office/drawing/2010/main">
            <m:oMath xmlns:m="http://schemas.openxmlformats.org/officeDocument/2006/math">
              <m:r>
                <a:rPr lang="en-DK" sz="1700" kern="1200">
                  <a:latin typeface="Cambria Math" panose="02040503050406030204" pitchFamily="18" charset="0"/>
                </a:rPr>
                <m:t>8.72</m:t>
              </m:r>
              <m:r>
                <a:rPr lang="en-DK" sz="1700" i="1" kern="1200">
                  <a:latin typeface="Cambria Math" panose="02040503050406030204" pitchFamily="18" charset="0"/>
                </a:rPr>
                <m:t>×</m:t>
              </m:r>
              <m:sSup>
                <m:sSupPr>
                  <m:ctrlPr>
                    <a:rPr lang="en-DK" sz="1700" i="1" kern="1200">
                      <a:latin typeface="Cambria Math" panose="02040503050406030204" pitchFamily="18" charset="0"/>
                    </a:rPr>
                  </m:ctrlPr>
                </m:sSupPr>
                <m:e>
                  <m:r>
                    <a:rPr lang="en-DK" sz="1700" i="1" kern="1200">
                      <a:latin typeface="Cambria Math" panose="02040503050406030204" pitchFamily="18" charset="0"/>
                    </a:rPr>
                    <m:t>10</m:t>
                  </m:r>
                </m:e>
                <m:sup>
                  <m:r>
                    <a:rPr lang="en-DK" sz="1700" i="1" kern="1200">
                      <a:latin typeface="Cambria Math" panose="02040503050406030204" pitchFamily="18" charset="0"/>
                    </a:rPr>
                    <m:t>−3</m:t>
                  </m:r>
                </m:sup>
              </m:sSup>
            </m:oMath>
          </a14:m>
          <a:endParaRPr lang="en-DK" sz="1700" kern="1200"/>
        </a:p>
        <a:p>
          <a:pPr marL="171450" lvl="1" indent="-171450" algn="l" defTabSz="755650">
            <a:lnSpc>
              <a:spcPct val="90000"/>
            </a:lnSpc>
            <a:spcBef>
              <a:spcPct val="0"/>
            </a:spcBef>
            <a:spcAft>
              <a:spcPct val="20000"/>
            </a:spcAft>
            <a:buChar char="•"/>
          </a:pPr>
          <a14:m xmlns:a14="http://schemas.microsoft.com/office/drawing/2010/main">
            <m:oMath xmlns:m="http://schemas.openxmlformats.org/officeDocument/2006/math">
              <m:sSubSup>
                <m:sSubSupPr>
                  <m:ctrlPr>
                    <a:rPr lang="en-DK" sz="1700" i="1" kern="1200" smtClean="0">
                      <a:latin typeface="Cambria Math" panose="02040503050406030204" pitchFamily="18" charset="0"/>
                    </a:rPr>
                  </m:ctrlPr>
                </m:sSubSupPr>
                <m:e>
                  <m:r>
                    <a:rPr lang="en-DK" sz="1700" i="1" kern="1200">
                      <a:latin typeface="Cambria Math" panose="02040503050406030204" pitchFamily="18" charset="0"/>
                    </a:rPr>
                    <m:t>𝜒</m:t>
                  </m:r>
                </m:e>
                <m:sub>
                  <m:r>
                    <a:rPr lang="en-DK" sz="1700" i="1" kern="1200">
                      <a:latin typeface="Cambria Math" panose="02040503050406030204" pitchFamily="18" charset="0"/>
                    </a:rPr>
                    <m:t>𝜐</m:t>
                  </m:r>
                </m:sub>
                <m:sup>
                  <m:r>
                    <a:rPr lang="en-DK" sz="1700" i="1" kern="1200">
                      <a:latin typeface="Cambria Math" panose="02040503050406030204" pitchFamily="18" charset="0"/>
                    </a:rPr>
                    <m:t>2</m:t>
                  </m:r>
                </m:sup>
              </m:sSubSup>
            </m:oMath>
          </a14:m>
          <a:r>
            <a:rPr lang="en-DK" sz="1700" kern="1200" dirty="0"/>
            <a:t>: </a:t>
          </a:r>
          <a14:m xmlns:a14="http://schemas.microsoft.com/office/drawing/2010/main">
            <m:oMath xmlns:m="http://schemas.openxmlformats.org/officeDocument/2006/math">
              <m:r>
                <a:rPr lang="en-DK" sz="1700" kern="1200">
                  <a:latin typeface="Cambria Math" panose="02040503050406030204" pitchFamily="18" charset="0"/>
                </a:rPr>
                <m:t>1</m:t>
              </m:r>
              <m:r>
                <a:rPr lang="en-DK" sz="1700" b="0" i="0" kern="1200">
                  <a:latin typeface="Cambria Math" panose="02040503050406030204" pitchFamily="18" charset="0"/>
                </a:rPr>
                <m:t>.</m:t>
              </m:r>
              <m:r>
                <a:rPr lang="en-DK" sz="1700" b="0" i="1" kern="1200">
                  <a:latin typeface="Cambria Math" panose="02040503050406030204" pitchFamily="18" charset="0"/>
                </a:rPr>
                <m:t>25</m:t>
              </m:r>
              <m:r>
                <a:rPr lang="en-DK" sz="1700" i="1" kern="1200">
                  <a:latin typeface="Cambria Math" panose="02040503050406030204" pitchFamily="18" charset="0"/>
                </a:rPr>
                <m:t>×</m:t>
              </m:r>
              <m:sSup>
                <m:sSupPr>
                  <m:ctrlPr>
                    <a:rPr lang="en-DK" sz="1700" i="1" kern="1200">
                      <a:latin typeface="Cambria Math" panose="02040503050406030204" pitchFamily="18" charset="0"/>
                    </a:rPr>
                  </m:ctrlPr>
                </m:sSupPr>
                <m:e>
                  <m:r>
                    <a:rPr lang="en-DK" sz="1700" i="1" kern="1200">
                      <a:latin typeface="Cambria Math" panose="02040503050406030204" pitchFamily="18" charset="0"/>
                    </a:rPr>
                    <m:t>10</m:t>
                  </m:r>
                </m:e>
                <m:sup>
                  <m:r>
                    <a:rPr lang="en-DK" sz="1700" i="1" kern="1200">
                      <a:latin typeface="Cambria Math" panose="02040503050406030204" pitchFamily="18" charset="0"/>
                    </a:rPr>
                    <m:t>3</m:t>
                  </m:r>
                </m:sup>
              </m:sSup>
            </m:oMath>
          </a14:m>
          <a:endParaRPr lang="en-DK" sz="1700" kern="1200" dirty="0"/>
        </a:p>
        <a:p>
          <a:pPr marL="171450" lvl="1" indent="-171450" algn="l" defTabSz="755650">
            <a:lnSpc>
              <a:spcPct val="90000"/>
            </a:lnSpc>
            <a:spcBef>
              <a:spcPct val="0"/>
            </a:spcBef>
            <a:spcAft>
              <a:spcPct val="20000"/>
            </a:spcAft>
            <a:buChar char="•"/>
          </a:pPr>
          <a:r>
            <a:rPr lang="en-US" sz="1700" kern="1200" dirty="0"/>
            <a:t>p</a:t>
          </a:r>
          <a:r>
            <a:rPr lang="en-US" sz="1700" b="0" kern="1200" dirty="0"/>
            <a:t>-value: </a:t>
          </a:r>
          <a14:m xmlns:a14="http://schemas.microsoft.com/office/drawing/2010/main">
            <m:oMath xmlns:m="http://schemas.openxmlformats.org/officeDocument/2006/math">
              <m:r>
                <a:rPr lang="da-DK" sz="1700" b="0" i="0" kern="1200" smtClean="0">
                  <a:latin typeface="Cambria Math" panose="02040503050406030204" pitchFamily="18" charset="0"/>
                </a:rPr>
                <m:t>&lt;</m:t>
              </m:r>
              <m:sSup>
                <m:sSupPr>
                  <m:ctrlPr>
                    <a:rPr lang="en-DK" sz="1700" b="0" i="1" kern="1200" smtClean="0">
                      <a:latin typeface="Cambria Math" panose="02040503050406030204" pitchFamily="18" charset="0"/>
                    </a:rPr>
                  </m:ctrlPr>
                </m:sSupPr>
                <m:e>
                  <m:r>
                    <a:rPr lang="da-DK" sz="1700" b="0" i="1" kern="1200" smtClean="0">
                      <a:latin typeface="Cambria Math" panose="02040503050406030204" pitchFamily="18" charset="0"/>
                    </a:rPr>
                    <m:t>10</m:t>
                  </m:r>
                </m:e>
                <m:sup>
                  <m:r>
                    <a:rPr lang="da-DK" sz="1700" b="0" i="1" kern="1200" smtClean="0">
                      <a:latin typeface="Cambria Math" panose="02040503050406030204" pitchFamily="18" charset="0"/>
                    </a:rPr>
                    <m:t>−30</m:t>
                  </m:r>
                </m:sup>
              </m:sSup>
            </m:oMath>
          </a14:m>
          <a:endParaRPr lang="en-DK" sz="1700" kern="1200" dirty="0"/>
        </a:p>
      </dsp:txBody>
      <dsp:txXfrm>
        <a:off x="0" y="638606"/>
        <a:ext cx="4085008" cy="979110"/>
      </dsp:txXfrm>
    </dsp:sp>
    <dsp:sp modelId="{18555FFF-9829-1A44-A076-F899144A4BF3}">
      <dsp:nvSpPr>
        <dsp:cNvPr id="0" name=""/>
        <dsp:cNvSpPr/>
      </dsp:nvSpPr>
      <dsp:spPr>
        <a:xfrm>
          <a:off x="0" y="1617717"/>
          <a:ext cx="4085008" cy="566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McMini</a:t>
          </a:r>
          <a:endParaRPr lang="en-DK" sz="2200" kern="1200"/>
        </a:p>
      </dsp:txBody>
      <dsp:txXfrm>
        <a:off x="27644" y="1645361"/>
        <a:ext cx="4029720" cy="510992"/>
      </dsp:txXfrm>
    </dsp:sp>
    <dsp:sp modelId="{B4292AA1-60CB-4849-8962-29C02C0F48E8}">
      <dsp:nvSpPr>
        <dsp:cNvPr id="0" name=""/>
        <dsp:cNvSpPr/>
      </dsp:nvSpPr>
      <dsp:spPr>
        <a:xfrm>
          <a:off x="0" y="2183997"/>
          <a:ext cx="4085008" cy="979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699"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North-south asymmetry: </a:t>
          </a:r>
          <a14:m xmlns:a14="http://schemas.microsoft.com/office/drawing/2010/main">
            <m:oMath xmlns:m="http://schemas.openxmlformats.org/officeDocument/2006/math">
              <m:r>
                <a:rPr lang="en-DK" sz="1700" kern="1200">
                  <a:latin typeface="Cambria Math" panose="02040503050406030204" pitchFamily="18" charset="0"/>
                </a:rPr>
                <m:t>2</m:t>
              </m:r>
              <m:r>
                <a:rPr lang="en-DK" sz="1700" b="0" i="0" kern="1200">
                  <a:latin typeface="Cambria Math" panose="02040503050406030204" pitchFamily="18" charset="0"/>
                </a:rPr>
                <m:t>.52</m:t>
              </m:r>
              <m:r>
                <a:rPr lang="en-DK" sz="1700" i="1" kern="1200">
                  <a:latin typeface="Cambria Math" panose="02040503050406030204" pitchFamily="18" charset="0"/>
                </a:rPr>
                <m:t>×</m:t>
              </m:r>
              <m:sSup>
                <m:sSupPr>
                  <m:ctrlPr>
                    <a:rPr lang="en-DK" sz="1700" i="1" kern="1200">
                      <a:latin typeface="Cambria Math" panose="02040503050406030204" pitchFamily="18" charset="0"/>
                    </a:rPr>
                  </m:ctrlPr>
                </m:sSupPr>
                <m:e>
                  <m:r>
                    <a:rPr lang="en-DK" sz="1700" i="1" kern="1200">
                      <a:latin typeface="Cambria Math" panose="02040503050406030204" pitchFamily="18" charset="0"/>
                    </a:rPr>
                    <m:t>10</m:t>
                  </m:r>
                </m:e>
                <m:sup>
                  <m:r>
                    <a:rPr lang="en-DK" sz="1700" i="1" kern="1200">
                      <a:latin typeface="Cambria Math" panose="02040503050406030204" pitchFamily="18" charset="0"/>
                    </a:rPr>
                    <m:t>−</m:t>
                  </m:r>
                  <m:r>
                    <a:rPr lang="en-DK" sz="1700" b="0" i="1" kern="1200">
                      <a:latin typeface="Cambria Math" panose="02040503050406030204" pitchFamily="18" charset="0"/>
                    </a:rPr>
                    <m:t>6</m:t>
                  </m:r>
                </m:sup>
              </m:sSup>
            </m:oMath>
          </a14:m>
          <a:endParaRPr lang="en-DK" sz="1700" kern="1200"/>
        </a:p>
        <a:p>
          <a:pPr marL="171450" lvl="1" indent="-171450" algn="l" defTabSz="755650">
            <a:lnSpc>
              <a:spcPct val="90000"/>
            </a:lnSpc>
            <a:spcBef>
              <a:spcPct val="0"/>
            </a:spcBef>
            <a:spcAft>
              <a:spcPct val="20000"/>
            </a:spcAft>
            <a:buChar char="•"/>
          </a:pPr>
          <a14:m xmlns:a14="http://schemas.microsoft.com/office/drawing/2010/main">
            <m:oMath xmlns:m="http://schemas.openxmlformats.org/officeDocument/2006/math">
              <m:sSubSup>
                <m:sSubSupPr>
                  <m:ctrlPr>
                    <a:rPr lang="en-DK" sz="1700" i="1" kern="1200" smtClean="0">
                      <a:latin typeface="Cambria Math" panose="02040503050406030204" pitchFamily="18" charset="0"/>
                    </a:rPr>
                  </m:ctrlPr>
                </m:sSubSupPr>
                <m:e>
                  <m:r>
                    <a:rPr lang="en-DK" sz="1700" i="1" kern="1200">
                      <a:latin typeface="Cambria Math" panose="02040503050406030204" pitchFamily="18" charset="0"/>
                    </a:rPr>
                    <m:t>𝜒</m:t>
                  </m:r>
                </m:e>
                <m:sub>
                  <m:r>
                    <a:rPr lang="en-DK" sz="1700" i="1" kern="1200">
                      <a:latin typeface="Cambria Math" panose="02040503050406030204" pitchFamily="18" charset="0"/>
                    </a:rPr>
                    <m:t>𝜐</m:t>
                  </m:r>
                </m:sub>
                <m:sup>
                  <m:r>
                    <a:rPr lang="en-DK" sz="1700" i="1" kern="1200">
                      <a:latin typeface="Cambria Math" panose="02040503050406030204" pitchFamily="18" charset="0"/>
                    </a:rPr>
                    <m:t>2</m:t>
                  </m:r>
                </m:sup>
              </m:sSubSup>
            </m:oMath>
          </a14:m>
          <a:r>
            <a:rPr lang="en-DK" sz="1700" kern="1200"/>
            <a:t>: </a:t>
          </a:r>
          <a14:m xmlns:a14="http://schemas.microsoft.com/office/drawing/2010/main">
            <m:oMath xmlns:m="http://schemas.openxmlformats.org/officeDocument/2006/math">
              <m:r>
                <a:rPr lang="en-DK" sz="1700" kern="1200">
                  <a:latin typeface="Cambria Math" panose="02040503050406030204" pitchFamily="18" charset="0"/>
                </a:rPr>
                <m:t>1.</m:t>
              </m:r>
              <m:r>
                <a:rPr lang="en-DK" sz="1700" b="0" i="1" kern="1200">
                  <a:latin typeface="Cambria Math" panose="02040503050406030204" pitchFamily="18" charset="0"/>
                </a:rPr>
                <m:t>004</m:t>
              </m:r>
            </m:oMath>
          </a14:m>
          <a:endParaRPr lang="en-DK" sz="1700" kern="1200"/>
        </a:p>
        <a:p>
          <a:pPr marL="171450" lvl="1" indent="-171450" algn="l" defTabSz="755650">
            <a:lnSpc>
              <a:spcPct val="90000"/>
            </a:lnSpc>
            <a:spcBef>
              <a:spcPct val="0"/>
            </a:spcBef>
            <a:spcAft>
              <a:spcPct val="20000"/>
            </a:spcAft>
            <a:buChar char="•"/>
          </a:pPr>
          <a:r>
            <a:rPr lang="en-US" sz="1700" kern="1200" dirty="0"/>
            <a:t>p-value: </a:t>
          </a:r>
          <a14:m xmlns:a14="http://schemas.microsoft.com/office/drawing/2010/main">
            <m:oMath xmlns:m="http://schemas.openxmlformats.org/officeDocument/2006/math">
              <m:r>
                <a:rPr lang="en-DK" sz="1700" b="0" i="1" kern="1200">
                  <a:latin typeface="Cambria Math" panose="02040503050406030204" pitchFamily="18" charset="0"/>
                </a:rPr>
                <m:t>0.308</m:t>
              </m:r>
            </m:oMath>
          </a14:m>
          <a:endParaRPr lang="en-DK" sz="1700" kern="1200" dirty="0"/>
        </a:p>
      </dsp:txBody>
      <dsp:txXfrm>
        <a:off x="0" y="2183997"/>
        <a:ext cx="4085008" cy="979110"/>
      </dsp:txXfrm>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247B8B-3278-464D-B879-EAE5FA5151D1}">
      <dsp:nvSpPr>
        <dsp:cNvPr id="0" name=""/>
        <dsp:cNvSpPr/>
      </dsp:nvSpPr>
      <dsp:spPr>
        <a:xfrm>
          <a:off x="0" y="0"/>
          <a:ext cx="446924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B726D3-F320-CB46-A1CE-A4EECABE8E41}">
      <dsp:nvSpPr>
        <dsp:cNvPr id="0" name=""/>
        <dsp:cNvSpPr/>
      </dsp:nvSpPr>
      <dsp:spPr>
        <a:xfrm>
          <a:off x="0" y="0"/>
          <a:ext cx="4469245" cy="5084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kern="1200" dirty="0"/>
            <a:t>Takeaway: </a:t>
          </a:r>
          <a14:m xmlns:a14="http://schemas.microsoft.com/office/drawing/2010/main">
            <m:oMath xmlns:m="http://schemas.openxmlformats.org/officeDocument/2006/math">
              <m:r>
                <a:rPr lang="da-DK" sz="1400" b="0" i="1" kern="1200" smtClean="0">
                  <a:latin typeface="Cambria Math" panose="02040503050406030204" pitchFamily="18" charset="0"/>
                </a:rPr>
                <m:t>4</m:t>
              </m:r>
              <m:r>
                <a:rPr lang="da-DK" sz="1400" b="0" i="1" kern="1200" smtClean="0">
                  <a:latin typeface="Cambria Math" panose="02040503050406030204" pitchFamily="18" charset="0"/>
                  <a:ea typeface="Cambria Math" panose="02040503050406030204" pitchFamily="18" charset="0"/>
                </a:rPr>
                <m:t>𝜋</m:t>
              </m:r>
            </m:oMath>
          </a14:m>
          <a:r>
            <a:rPr lang="en-US" sz="1400" kern="1200" dirty="0"/>
            <a:t> monitor</a:t>
          </a:r>
          <a:r>
            <a:rPr lang="en-US" sz="1400" b="0" kern="1200" dirty="0"/>
            <a:t> has clear north-south asymmetry</a:t>
          </a:r>
          <a:endParaRPr lang="en-DK" sz="1400" kern="1200" dirty="0"/>
        </a:p>
      </dsp:txBody>
      <dsp:txXfrm>
        <a:off x="0" y="0"/>
        <a:ext cx="4469245" cy="508479"/>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94AB50-04ED-FE42-A749-7DA364F3475F}">
      <dsp:nvSpPr>
        <dsp:cNvPr id="0" name=""/>
        <dsp:cNvSpPr/>
      </dsp:nvSpPr>
      <dsp:spPr>
        <a:xfrm>
          <a:off x="266305" y="622450"/>
          <a:ext cx="6391328" cy="1997290"/>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352831"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Cylindrical monitor</a:t>
          </a:r>
          <a:endParaRPr lang="en-DK" sz="2500" kern="1200" dirty="0"/>
        </a:p>
        <a:p>
          <a:pPr marL="228600" lvl="1" indent="-228600" algn="l" defTabSz="889000">
            <a:lnSpc>
              <a:spcPct val="90000"/>
            </a:lnSpc>
            <a:spcBef>
              <a:spcPct val="0"/>
            </a:spcBef>
            <a:spcAft>
              <a:spcPct val="15000"/>
            </a:spcAft>
            <a:buFont typeface="Arial" panose="020B0604020202020204" pitchFamily="34" charset="0"/>
            <a:buChar char="•"/>
          </a:pPr>
          <a:r>
            <a:rPr lang="en-US" sz="2000" kern="1200" dirty="0"/>
            <a:t>Left-right asymmetry after zero bin shift: </a:t>
          </a:r>
          <a14:m xmlns:a14="http://schemas.microsoft.com/office/drawing/2010/main">
            <m:oMath xmlns:m="http://schemas.openxmlformats.org/officeDocument/2006/math">
              <m:r>
                <a:rPr lang="en-DK" sz="2000" i="1" kern="1200">
                  <a:latin typeface="Cambria Math" panose="02040503050406030204" pitchFamily="18" charset="0"/>
                </a:rPr>
                <m:t>3</m:t>
              </m:r>
              <m:r>
                <a:rPr lang="en-DK" sz="2000" b="0" i="1" kern="1200">
                  <a:latin typeface="Cambria Math" panose="02040503050406030204" pitchFamily="18" charset="0"/>
                </a:rPr>
                <m:t>.60</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15000"/>
            </a:spcAft>
            <a:buFont typeface="Arial" panose="020B0604020202020204" pitchFamily="34" charset="0"/>
            <a:buChar char="•"/>
          </a:pPr>
          <a:r>
            <a:rPr lang="en-US" sz="2000" kern="1200" dirty="0"/>
            <a:t>Left-right asymmetry after one bin shift: </a:t>
          </a:r>
          <a14:m xmlns:a14="http://schemas.microsoft.com/office/drawing/2010/main">
            <m:oMath xmlns:m="http://schemas.openxmlformats.org/officeDocument/2006/math">
              <m:r>
                <a:rPr lang="en-DK" sz="2000" i="1" kern="1200">
                  <a:latin typeface="Cambria Math" panose="02040503050406030204" pitchFamily="18" charset="0"/>
                </a:rPr>
                <m:t>1.</m:t>
              </m:r>
              <m:r>
                <a:rPr lang="en-DK" sz="2000" b="0" i="1" kern="1200">
                  <a:latin typeface="Cambria Math" panose="02040503050406030204" pitchFamily="18" charset="0"/>
                </a:rPr>
                <m:t>63</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m:t>
                  </m:r>
                  <m:r>
                    <a:rPr lang="en-DK" sz="2000" b="0" i="1" kern="1200">
                      <a:latin typeface="Cambria Math" panose="02040503050406030204" pitchFamily="18" charset="0"/>
                    </a:rPr>
                    <m:t>6</m:t>
                  </m:r>
                </m:sup>
              </m:sSup>
            </m:oMath>
          </a14:m>
          <a:endParaRPr lang="en-DK" sz="2000" kern="1200" dirty="0"/>
        </a:p>
      </dsp:txBody>
      <dsp:txXfrm>
        <a:off x="266305" y="622450"/>
        <a:ext cx="6391328" cy="1997290"/>
      </dsp:txXfrm>
    </dsp:sp>
    <dsp:sp modelId="{949162AB-08D0-5B46-8E0D-6FA61D4046E6}">
      <dsp:nvSpPr>
        <dsp:cNvPr id="0" name=""/>
        <dsp:cNvSpPr/>
      </dsp:nvSpPr>
      <dsp:spPr>
        <a:xfrm>
          <a:off x="0" y="333952"/>
          <a:ext cx="1398103" cy="2097154"/>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94AB50-04ED-FE42-A749-7DA364F3475F}">
      <dsp:nvSpPr>
        <dsp:cNvPr id="0" name=""/>
        <dsp:cNvSpPr/>
      </dsp:nvSpPr>
      <dsp:spPr>
        <a:xfrm>
          <a:off x="266305" y="622450"/>
          <a:ext cx="6391328" cy="1997290"/>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352831"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Cylindrical monitor</a:t>
          </a:r>
          <a:endParaRPr lang="en-DK" sz="2500" kern="1200" dirty="0"/>
        </a:p>
        <a:p>
          <a:pPr marL="228600" lvl="1" indent="-228600" algn="l" defTabSz="889000">
            <a:lnSpc>
              <a:spcPct val="90000"/>
            </a:lnSpc>
            <a:spcBef>
              <a:spcPct val="0"/>
            </a:spcBef>
            <a:spcAft>
              <a:spcPct val="15000"/>
            </a:spcAft>
            <a:buFont typeface="Arial" panose="020B0604020202020204" pitchFamily="34" charset="0"/>
            <a:buChar char="•"/>
          </a:pPr>
          <a:r>
            <a:rPr lang="en-US" sz="2000" kern="1200" dirty="0"/>
            <a:t>Left-right asymmetry after zero bin shift: </a:t>
          </a:r>
          <a14:m xmlns:a14="http://schemas.microsoft.com/office/drawing/2010/main">
            <m:oMath xmlns:m="http://schemas.openxmlformats.org/officeDocument/2006/math">
              <m:r>
                <a:rPr lang="en-DK" sz="2000" i="1" kern="1200">
                  <a:latin typeface="Cambria Math" panose="02040503050406030204" pitchFamily="18" charset="0"/>
                </a:rPr>
                <m:t>3</m:t>
              </m:r>
              <m:r>
                <a:rPr lang="en-DK" sz="2000" b="0" i="1" kern="1200">
                  <a:latin typeface="Cambria Math" panose="02040503050406030204" pitchFamily="18" charset="0"/>
                </a:rPr>
                <m:t>.60</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15000"/>
            </a:spcAft>
            <a:buFont typeface="Arial" panose="020B0604020202020204" pitchFamily="34" charset="0"/>
            <a:buChar char="•"/>
          </a:pPr>
          <a:r>
            <a:rPr lang="en-US" sz="2000" kern="1200" dirty="0"/>
            <a:t>Left-right asymmetry after one bin shift: </a:t>
          </a:r>
          <a14:m xmlns:a14="http://schemas.microsoft.com/office/drawing/2010/main">
            <m:oMath xmlns:m="http://schemas.openxmlformats.org/officeDocument/2006/math">
              <m:r>
                <a:rPr lang="en-DK" sz="2000" i="1" kern="1200">
                  <a:latin typeface="Cambria Math" panose="02040503050406030204" pitchFamily="18" charset="0"/>
                </a:rPr>
                <m:t>1.</m:t>
              </m:r>
              <m:r>
                <a:rPr lang="en-DK" sz="2000" b="0" i="1" kern="1200">
                  <a:latin typeface="Cambria Math" panose="02040503050406030204" pitchFamily="18" charset="0"/>
                </a:rPr>
                <m:t>63</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m:t>
                  </m:r>
                  <m:r>
                    <a:rPr lang="en-DK" sz="2000" b="0" i="1" kern="1200">
                      <a:latin typeface="Cambria Math" panose="02040503050406030204" pitchFamily="18" charset="0"/>
                    </a:rPr>
                    <m:t>6</m:t>
                  </m:r>
                </m:sup>
              </m:sSup>
            </m:oMath>
          </a14:m>
          <a:endParaRPr lang="en-DK" sz="2000" kern="1200" dirty="0"/>
        </a:p>
      </dsp:txBody>
      <dsp:txXfrm>
        <a:off x="266305" y="622450"/>
        <a:ext cx="6391328" cy="1997290"/>
      </dsp:txXfrm>
    </dsp:sp>
    <dsp:sp modelId="{949162AB-08D0-5B46-8E0D-6FA61D4046E6}">
      <dsp:nvSpPr>
        <dsp:cNvPr id="0" name=""/>
        <dsp:cNvSpPr/>
      </dsp:nvSpPr>
      <dsp:spPr>
        <a:xfrm>
          <a:off x="0" y="333952"/>
          <a:ext cx="1398103" cy="2097154"/>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94AB50-04ED-FE42-A749-7DA364F3475F}">
      <dsp:nvSpPr>
        <dsp:cNvPr id="0" name=""/>
        <dsp:cNvSpPr/>
      </dsp:nvSpPr>
      <dsp:spPr>
        <a:xfrm>
          <a:off x="266305" y="622450"/>
          <a:ext cx="6391328" cy="1997290"/>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352831"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Cylindrical monitor</a:t>
          </a:r>
          <a:endParaRPr lang="en-DK" sz="2500" kern="1200" dirty="0"/>
        </a:p>
        <a:p>
          <a:pPr marL="228600" lvl="1" indent="-228600" algn="l" defTabSz="889000">
            <a:lnSpc>
              <a:spcPct val="90000"/>
            </a:lnSpc>
            <a:spcBef>
              <a:spcPct val="0"/>
            </a:spcBef>
            <a:spcAft>
              <a:spcPct val="15000"/>
            </a:spcAft>
            <a:buFont typeface="Arial" panose="020B0604020202020204" pitchFamily="34" charset="0"/>
            <a:buChar char="•"/>
          </a:pPr>
          <a:r>
            <a:rPr lang="en-US" sz="2000" kern="1200" dirty="0"/>
            <a:t>Left-right asymmetry after zero bin shift: </a:t>
          </a:r>
          <a14:m xmlns:a14="http://schemas.microsoft.com/office/drawing/2010/main">
            <m:oMath xmlns:m="http://schemas.openxmlformats.org/officeDocument/2006/math">
              <m:r>
                <a:rPr lang="en-DK" sz="2000" i="1" kern="1200">
                  <a:latin typeface="Cambria Math" panose="02040503050406030204" pitchFamily="18" charset="0"/>
                </a:rPr>
                <m:t>3</m:t>
              </m:r>
              <m:r>
                <a:rPr lang="en-DK" sz="2000" b="0" i="1" kern="1200">
                  <a:latin typeface="Cambria Math" panose="02040503050406030204" pitchFamily="18" charset="0"/>
                </a:rPr>
                <m:t>.60</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15000"/>
            </a:spcAft>
            <a:buFont typeface="Arial" panose="020B0604020202020204" pitchFamily="34" charset="0"/>
            <a:buChar char="•"/>
          </a:pPr>
          <a:r>
            <a:rPr lang="en-US" sz="2000" kern="1200" dirty="0"/>
            <a:t>Left-right asymmetry after one bin shift: </a:t>
          </a:r>
          <a14:m xmlns:a14="http://schemas.microsoft.com/office/drawing/2010/main">
            <m:oMath xmlns:m="http://schemas.openxmlformats.org/officeDocument/2006/math">
              <m:r>
                <a:rPr lang="en-DK" sz="2000" i="1" kern="1200">
                  <a:latin typeface="Cambria Math" panose="02040503050406030204" pitchFamily="18" charset="0"/>
                </a:rPr>
                <m:t>1.</m:t>
              </m:r>
              <m:r>
                <a:rPr lang="en-DK" sz="2000" b="0" i="1" kern="1200">
                  <a:latin typeface="Cambria Math" panose="02040503050406030204" pitchFamily="18" charset="0"/>
                </a:rPr>
                <m:t>63</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m:t>
                  </m:r>
                  <m:r>
                    <a:rPr lang="en-DK" sz="2000" b="0" i="1" kern="1200">
                      <a:latin typeface="Cambria Math" panose="02040503050406030204" pitchFamily="18" charset="0"/>
                    </a:rPr>
                    <m:t>6</m:t>
                  </m:r>
                </m:sup>
              </m:sSup>
            </m:oMath>
          </a14:m>
          <a:endParaRPr lang="en-DK" sz="2000" kern="1200" dirty="0"/>
        </a:p>
      </dsp:txBody>
      <dsp:txXfrm>
        <a:off x="266305" y="622450"/>
        <a:ext cx="6391328" cy="1997290"/>
      </dsp:txXfrm>
    </dsp:sp>
    <dsp:sp modelId="{949162AB-08D0-5B46-8E0D-6FA61D4046E6}">
      <dsp:nvSpPr>
        <dsp:cNvPr id="0" name=""/>
        <dsp:cNvSpPr/>
      </dsp:nvSpPr>
      <dsp:spPr>
        <a:xfrm>
          <a:off x="0" y="333952"/>
          <a:ext cx="1398103" cy="2097154"/>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6FBE6-3CA1-7542-9EA0-07EFDA0458EB}">
      <dsp:nvSpPr>
        <dsp:cNvPr id="0" name=""/>
        <dsp:cNvSpPr/>
      </dsp:nvSpPr>
      <dsp:spPr>
        <a:xfrm>
          <a:off x="0" y="16596"/>
          <a:ext cx="5344743" cy="643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kern="1200" dirty="0"/>
            <a:t>Left-right asymmetry after bin shifts</a:t>
          </a:r>
          <a:endParaRPr lang="en-DK" sz="2500" kern="1200" dirty="0"/>
        </a:p>
      </dsp:txBody>
      <dsp:txXfrm>
        <a:off x="31413" y="48009"/>
        <a:ext cx="5281917" cy="580674"/>
      </dsp:txXfrm>
    </dsp:sp>
    <dsp:sp modelId="{32A78DF4-62DC-BC46-A907-0582B2C43053}">
      <dsp:nvSpPr>
        <dsp:cNvPr id="0" name=""/>
        <dsp:cNvSpPr/>
      </dsp:nvSpPr>
      <dsp:spPr>
        <a:xfrm>
          <a:off x="0" y="660096"/>
          <a:ext cx="5344743" cy="227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696"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DK" sz="2000" kern="1200" dirty="0"/>
            <a:t>-1  bin shift: 5.12</a:t>
          </a:r>
          <a14:m xmlns:a14="http://schemas.microsoft.com/office/drawing/2010/main">
            <m:oMath xmlns:m="http://schemas.openxmlformats.org/officeDocument/2006/math">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20000"/>
            </a:spcAft>
            <a:buChar char="•"/>
          </a:pPr>
          <a:r>
            <a:rPr lang="en-US" sz="2000" kern="1200" dirty="0"/>
            <a:t>+0 bin shift: </a:t>
          </a:r>
          <a14:m xmlns:a14="http://schemas.microsoft.com/office/drawing/2010/main">
            <m:oMath xmlns:m="http://schemas.openxmlformats.org/officeDocument/2006/math">
              <m:r>
                <a:rPr lang="en-DK" sz="2000" i="1" kern="1200">
                  <a:latin typeface="Cambria Math" panose="02040503050406030204" pitchFamily="18" charset="0"/>
                </a:rPr>
                <m:t>3</m:t>
              </m:r>
              <m:r>
                <a:rPr lang="en-DK" sz="2000" b="0" i="1" kern="1200">
                  <a:latin typeface="Cambria Math" panose="02040503050406030204" pitchFamily="18" charset="0"/>
                </a:rPr>
                <m:t>.60</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20000"/>
            </a:spcAft>
            <a:buChar char="•"/>
          </a:pPr>
          <a:r>
            <a:rPr lang="en-US" sz="2000" kern="1200" dirty="0"/>
            <a:t>+1 bin shift: </a:t>
          </a:r>
          <a14:m xmlns:a14="http://schemas.microsoft.com/office/drawing/2010/main">
            <m:oMath xmlns:m="http://schemas.openxmlformats.org/officeDocument/2006/math">
              <m:r>
                <a:rPr lang="en-DK" sz="2000" i="1" kern="1200">
                  <a:latin typeface="Cambria Math" panose="02040503050406030204" pitchFamily="18" charset="0"/>
                </a:rPr>
                <m:t>1.</m:t>
              </m:r>
              <m:r>
                <a:rPr lang="en-DK" sz="2000" b="0" i="1" kern="1200">
                  <a:latin typeface="Cambria Math" panose="02040503050406030204" pitchFamily="18" charset="0"/>
                </a:rPr>
                <m:t>63</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m:t>
                  </m:r>
                  <m:r>
                    <a:rPr lang="en-DK" sz="2000" b="0" i="1" kern="1200">
                      <a:latin typeface="Cambria Math" panose="02040503050406030204" pitchFamily="18" charset="0"/>
                    </a:rPr>
                    <m:t>6</m:t>
                  </m:r>
                </m:sup>
              </m:sSup>
            </m:oMath>
          </a14:m>
          <a:endParaRPr lang="en-DK" sz="2000" kern="1200" dirty="0"/>
        </a:p>
        <a:p>
          <a:pPr marL="228600" lvl="1" indent="-228600" algn="l" defTabSz="889000">
            <a:lnSpc>
              <a:spcPct val="90000"/>
            </a:lnSpc>
            <a:spcBef>
              <a:spcPct val="0"/>
            </a:spcBef>
            <a:spcAft>
              <a:spcPct val="20000"/>
            </a:spcAft>
            <a:buChar char="•"/>
          </a:pPr>
          <a:r>
            <a:rPr lang="en-DK" sz="2000" kern="1200" dirty="0"/>
            <a:t>+2 bin shift: 3.6</a:t>
          </a:r>
          <a14:m xmlns:a14="http://schemas.microsoft.com/office/drawing/2010/main">
            <m:oMath xmlns:m="http://schemas.openxmlformats.org/officeDocument/2006/math">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20000"/>
            </a:spcAft>
            <a:buChar char="•"/>
          </a:pPr>
          <a:endParaRPr lang="en-DK" sz="2000" kern="1200" dirty="0"/>
        </a:p>
        <a:p>
          <a:pPr marL="228600" lvl="1" indent="-228600" algn="l" defTabSz="889000">
            <a:lnSpc>
              <a:spcPct val="90000"/>
            </a:lnSpc>
            <a:spcBef>
              <a:spcPct val="0"/>
            </a:spcBef>
            <a:spcAft>
              <a:spcPct val="20000"/>
            </a:spcAft>
            <a:buChar char="•"/>
          </a:pPr>
          <a:endParaRPr lang="en-DK" sz="2000" kern="1200" dirty="0"/>
        </a:p>
      </dsp:txBody>
      <dsp:txXfrm>
        <a:off x="0" y="660096"/>
        <a:ext cx="5344743" cy="2277000"/>
      </dsp:txXfrm>
    </dsp:sp>
  </dsp:spTree>
</dsp:drawing>
</file>

<file path=ppt/diagrams/drawing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94AB50-04ED-FE42-A749-7DA364F3475F}">
      <dsp:nvSpPr>
        <dsp:cNvPr id="0" name=""/>
        <dsp:cNvSpPr/>
      </dsp:nvSpPr>
      <dsp:spPr>
        <a:xfrm>
          <a:off x="266305" y="622450"/>
          <a:ext cx="6391328" cy="1997290"/>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352831"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Cylindrical monitor</a:t>
          </a:r>
          <a:endParaRPr lang="en-DK" sz="2500" kern="1200" dirty="0"/>
        </a:p>
        <a:p>
          <a:pPr marL="228600" lvl="1" indent="-228600" algn="l" defTabSz="889000">
            <a:lnSpc>
              <a:spcPct val="90000"/>
            </a:lnSpc>
            <a:spcBef>
              <a:spcPct val="0"/>
            </a:spcBef>
            <a:spcAft>
              <a:spcPct val="15000"/>
            </a:spcAft>
            <a:buFont typeface="Arial" panose="020B0604020202020204" pitchFamily="34" charset="0"/>
            <a:buChar char="•"/>
          </a:pPr>
          <a:r>
            <a:rPr lang="en-US" sz="2000" kern="1200" dirty="0"/>
            <a:t>Left-right asymmetry after zero bin shift: </a:t>
          </a:r>
          <a14:m xmlns:a14="http://schemas.microsoft.com/office/drawing/2010/main">
            <m:oMath xmlns:m="http://schemas.openxmlformats.org/officeDocument/2006/math">
              <m:r>
                <a:rPr lang="en-DK" sz="2000" i="1" kern="1200">
                  <a:latin typeface="Cambria Math" panose="02040503050406030204" pitchFamily="18" charset="0"/>
                </a:rPr>
                <m:t>3</m:t>
              </m:r>
              <m:r>
                <a:rPr lang="en-DK" sz="2000" b="0" i="1" kern="1200">
                  <a:latin typeface="Cambria Math" panose="02040503050406030204" pitchFamily="18" charset="0"/>
                </a:rPr>
                <m:t>.60</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15000"/>
            </a:spcAft>
            <a:buFont typeface="Arial" panose="020B0604020202020204" pitchFamily="34" charset="0"/>
            <a:buChar char="•"/>
          </a:pPr>
          <a:r>
            <a:rPr lang="en-US" sz="2000" kern="1200" dirty="0"/>
            <a:t>Left-right asymmetry after one bin shift: </a:t>
          </a:r>
          <a14:m xmlns:a14="http://schemas.microsoft.com/office/drawing/2010/main">
            <m:oMath xmlns:m="http://schemas.openxmlformats.org/officeDocument/2006/math">
              <m:r>
                <a:rPr lang="en-DK" sz="2000" i="1" kern="1200">
                  <a:latin typeface="Cambria Math" panose="02040503050406030204" pitchFamily="18" charset="0"/>
                </a:rPr>
                <m:t>1.</m:t>
              </m:r>
              <m:r>
                <a:rPr lang="en-DK" sz="2000" b="0" i="1" kern="1200">
                  <a:latin typeface="Cambria Math" panose="02040503050406030204" pitchFamily="18" charset="0"/>
                </a:rPr>
                <m:t>63</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m:t>
                  </m:r>
                  <m:r>
                    <a:rPr lang="en-DK" sz="2000" b="0" i="1" kern="1200">
                      <a:latin typeface="Cambria Math" panose="02040503050406030204" pitchFamily="18" charset="0"/>
                    </a:rPr>
                    <m:t>6</m:t>
                  </m:r>
                </m:sup>
              </m:sSup>
            </m:oMath>
          </a14:m>
          <a:endParaRPr lang="en-DK" sz="2000" kern="1200" dirty="0"/>
        </a:p>
      </dsp:txBody>
      <dsp:txXfrm>
        <a:off x="266305" y="622450"/>
        <a:ext cx="6391328" cy="1997290"/>
      </dsp:txXfrm>
    </dsp:sp>
    <dsp:sp modelId="{949162AB-08D0-5B46-8E0D-6FA61D4046E6}">
      <dsp:nvSpPr>
        <dsp:cNvPr id="0" name=""/>
        <dsp:cNvSpPr/>
      </dsp:nvSpPr>
      <dsp:spPr>
        <a:xfrm>
          <a:off x="0" y="333952"/>
          <a:ext cx="1398103" cy="2097154"/>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247B8B-3278-464D-B879-EAE5FA5151D1}">
      <dsp:nvSpPr>
        <dsp:cNvPr id="0" name=""/>
        <dsp:cNvSpPr/>
      </dsp:nvSpPr>
      <dsp:spPr>
        <a:xfrm>
          <a:off x="0" y="0"/>
          <a:ext cx="325461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B726D3-F320-CB46-A1CE-A4EECABE8E41}">
      <dsp:nvSpPr>
        <dsp:cNvPr id="0" name=""/>
        <dsp:cNvSpPr/>
      </dsp:nvSpPr>
      <dsp:spPr>
        <a:xfrm>
          <a:off x="0" y="0"/>
          <a:ext cx="3254615" cy="463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kern="1200" dirty="0"/>
            <a:t>Takeaway: McStas has a missing column</a:t>
          </a:r>
          <a:endParaRPr lang="en-DK" sz="1400" kern="1200" dirty="0"/>
        </a:p>
      </dsp:txBody>
      <dsp:txXfrm>
        <a:off x="0" y="0"/>
        <a:ext cx="3254615" cy="463211"/>
      </dsp:txXfrm>
    </dsp:sp>
  </dsp:spTree>
</dsp:drawing>
</file>

<file path=ppt/diagrams/drawing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6FBE6-3CA1-7542-9EA0-07EFDA0458EB}">
      <dsp:nvSpPr>
        <dsp:cNvPr id="0" name=""/>
        <dsp:cNvSpPr/>
      </dsp:nvSpPr>
      <dsp:spPr>
        <a:xfrm>
          <a:off x="0" y="16596"/>
          <a:ext cx="5344743" cy="643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kern="1200" dirty="0"/>
            <a:t>Left-right asymmetry after bin shifts</a:t>
          </a:r>
          <a:endParaRPr lang="en-DK" sz="2500" kern="1200" dirty="0"/>
        </a:p>
      </dsp:txBody>
      <dsp:txXfrm>
        <a:off x="31413" y="48009"/>
        <a:ext cx="5281917" cy="580674"/>
      </dsp:txXfrm>
    </dsp:sp>
    <dsp:sp modelId="{32A78DF4-62DC-BC46-A907-0582B2C43053}">
      <dsp:nvSpPr>
        <dsp:cNvPr id="0" name=""/>
        <dsp:cNvSpPr/>
      </dsp:nvSpPr>
      <dsp:spPr>
        <a:xfrm>
          <a:off x="0" y="660096"/>
          <a:ext cx="5344743" cy="227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696"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DK" sz="2000" kern="1200" dirty="0"/>
            <a:t>-1  bin shift: 5.12</a:t>
          </a:r>
          <a14:m xmlns:a14="http://schemas.microsoft.com/office/drawing/2010/main">
            <m:oMath xmlns:m="http://schemas.openxmlformats.org/officeDocument/2006/math">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20000"/>
            </a:spcAft>
            <a:buChar char="•"/>
          </a:pPr>
          <a:r>
            <a:rPr lang="en-US" sz="2000" kern="1200" dirty="0"/>
            <a:t>+0 bin shift: </a:t>
          </a:r>
          <a14:m xmlns:a14="http://schemas.microsoft.com/office/drawing/2010/main">
            <m:oMath xmlns:m="http://schemas.openxmlformats.org/officeDocument/2006/math">
              <m:r>
                <a:rPr lang="en-DK" sz="2000" i="1" kern="1200">
                  <a:latin typeface="Cambria Math" panose="02040503050406030204" pitchFamily="18" charset="0"/>
                </a:rPr>
                <m:t>3</m:t>
              </m:r>
              <m:r>
                <a:rPr lang="en-DK" sz="2000" b="0" i="1" kern="1200">
                  <a:latin typeface="Cambria Math" panose="02040503050406030204" pitchFamily="18" charset="0"/>
                </a:rPr>
                <m:t>.60</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20000"/>
            </a:spcAft>
            <a:buChar char="•"/>
          </a:pPr>
          <a:r>
            <a:rPr lang="en-US" sz="2000" kern="1200" dirty="0"/>
            <a:t>+1 bin shift: </a:t>
          </a:r>
          <a14:m xmlns:a14="http://schemas.microsoft.com/office/drawing/2010/main">
            <m:oMath xmlns:m="http://schemas.openxmlformats.org/officeDocument/2006/math">
              <m:r>
                <a:rPr lang="en-DK" sz="2000" i="1" kern="1200">
                  <a:latin typeface="Cambria Math" panose="02040503050406030204" pitchFamily="18" charset="0"/>
                </a:rPr>
                <m:t>1.</m:t>
              </m:r>
              <m:r>
                <a:rPr lang="en-DK" sz="2000" b="0" i="1" kern="1200">
                  <a:latin typeface="Cambria Math" panose="02040503050406030204" pitchFamily="18" charset="0"/>
                </a:rPr>
                <m:t>63</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m:t>
                  </m:r>
                  <m:r>
                    <a:rPr lang="en-DK" sz="2000" b="0" i="1" kern="1200">
                      <a:latin typeface="Cambria Math" panose="02040503050406030204" pitchFamily="18" charset="0"/>
                    </a:rPr>
                    <m:t>6</m:t>
                  </m:r>
                </m:sup>
              </m:sSup>
            </m:oMath>
          </a14:m>
          <a:endParaRPr lang="en-DK" sz="2000" kern="1200" dirty="0"/>
        </a:p>
        <a:p>
          <a:pPr marL="228600" lvl="1" indent="-228600" algn="l" defTabSz="889000">
            <a:lnSpc>
              <a:spcPct val="90000"/>
            </a:lnSpc>
            <a:spcBef>
              <a:spcPct val="0"/>
            </a:spcBef>
            <a:spcAft>
              <a:spcPct val="20000"/>
            </a:spcAft>
            <a:buChar char="•"/>
          </a:pPr>
          <a:r>
            <a:rPr lang="en-DK" sz="2000" kern="1200" dirty="0"/>
            <a:t>+2 bin shift: 3.6</a:t>
          </a:r>
          <a14:m xmlns:a14="http://schemas.microsoft.com/office/drawing/2010/main">
            <m:oMath xmlns:m="http://schemas.openxmlformats.org/officeDocument/2006/math">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20000"/>
            </a:spcAft>
            <a:buChar char="•"/>
          </a:pPr>
          <a:endParaRPr lang="en-DK" sz="2000" kern="1200" dirty="0"/>
        </a:p>
        <a:p>
          <a:pPr marL="228600" lvl="1" indent="-228600" algn="l" defTabSz="889000">
            <a:lnSpc>
              <a:spcPct val="90000"/>
            </a:lnSpc>
            <a:spcBef>
              <a:spcPct val="0"/>
            </a:spcBef>
            <a:spcAft>
              <a:spcPct val="20000"/>
            </a:spcAft>
            <a:buChar char="•"/>
          </a:pPr>
          <a:endParaRPr lang="en-DK" sz="2000" kern="1200" dirty="0"/>
        </a:p>
      </dsp:txBody>
      <dsp:txXfrm>
        <a:off x="0" y="660096"/>
        <a:ext cx="5344743" cy="2277000"/>
      </dsp:txXfrm>
    </dsp:sp>
  </dsp:spTree>
</dsp:drawing>
</file>

<file path=ppt/diagrams/drawing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247B8B-3278-464D-B879-EAE5FA5151D1}">
      <dsp:nvSpPr>
        <dsp:cNvPr id="0" name=""/>
        <dsp:cNvSpPr/>
      </dsp:nvSpPr>
      <dsp:spPr>
        <a:xfrm>
          <a:off x="0" y="0"/>
          <a:ext cx="325461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B726D3-F320-CB46-A1CE-A4EECABE8E41}">
      <dsp:nvSpPr>
        <dsp:cNvPr id="0" name=""/>
        <dsp:cNvSpPr/>
      </dsp:nvSpPr>
      <dsp:spPr>
        <a:xfrm>
          <a:off x="0" y="0"/>
          <a:ext cx="3254615" cy="463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kern="1200" dirty="0"/>
            <a:t>Takeaway: McStas has a missing column</a:t>
          </a:r>
          <a:endParaRPr lang="en-DK" sz="1400" kern="1200" dirty="0"/>
        </a:p>
      </dsp:txBody>
      <dsp:txXfrm>
        <a:off x="0" y="0"/>
        <a:ext cx="3254615" cy="463211"/>
      </dsp:txXfrm>
    </dsp:sp>
  </dsp:spTree>
</dsp:drawing>
</file>

<file path=ppt/diagrams/drawing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6FBE6-3CA1-7542-9EA0-07EFDA0458EB}">
      <dsp:nvSpPr>
        <dsp:cNvPr id="0" name=""/>
        <dsp:cNvSpPr/>
      </dsp:nvSpPr>
      <dsp:spPr>
        <a:xfrm>
          <a:off x="0" y="16596"/>
          <a:ext cx="5344743" cy="643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kern="1200" dirty="0"/>
            <a:t>Left-right asymmetry after bin shifts</a:t>
          </a:r>
          <a:endParaRPr lang="en-DK" sz="2500" kern="1200" dirty="0"/>
        </a:p>
      </dsp:txBody>
      <dsp:txXfrm>
        <a:off x="31413" y="48009"/>
        <a:ext cx="5281917" cy="580674"/>
      </dsp:txXfrm>
    </dsp:sp>
    <dsp:sp modelId="{32A78DF4-62DC-BC46-A907-0582B2C43053}">
      <dsp:nvSpPr>
        <dsp:cNvPr id="0" name=""/>
        <dsp:cNvSpPr/>
      </dsp:nvSpPr>
      <dsp:spPr>
        <a:xfrm>
          <a:off x="0" y="660096"/>
          <a:ext cx="5344743" cy="227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696"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DK" sz="2000" kern="1200" dirty="0"/>
            <a:t>-1  bin shift: 5.12</a:t>
          </a:r>
          <a14:m xmlns:a14="http://schemas.microsoft.com/office/drawing/2010/main">
            <m:oMath xmlns:m="http://schemas.openxmlformats.org/officeDocument/2006/math">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20000"/>
            </a:spcAft>
            <a:buChar char="•"/>
          </a:pPr>
          <a:r>
            <a:rPr lang="en-US" sz="2000" kern="1200" dirty="0"/>
            <a:t>+0 bin shift: </a:t>
          </a:r>
          <a14:m xmlns:a14="http://schemas.microsoft.com/office/drawing/2010/main">
            <m:oMath xmlns:m="http://schemas.openxmlformats.org/officeDocument/2006/math">
              <m:r>
                <a:rPr lang="en-DK" sz="2000" i="1" kern="1200">
                  <a:latin typeface="Cambria Math" panose="02040503050406030204" pitchFamily="18" charset="0"/>
                </a:rPr>
                <m:t>3</m:t>
              </m:r>
              <m:r>
                <a:rPr lang="en-DK" sz="2000" b="0" i="1" kern="1200">
                  <a:latin typeface="Cambria Math" panose="02040503050406030204" pitchFamily="18" charset="0"/>
                </a:rPr>
                <m:t>.60</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20000"/>
            </a:spcAft>
            <a:buChar char="•"/>
          </a:pPr>
          <a:r>
            <a:rPr lang="en-US" sz="2000" kern="1200" dirty="0"/>
            <a:t>+1 bin shift: </a:t>
          </a:r>
          <a14:m xmlns:a14="http://schemas.microsoft.com/office/drawing/2010/main">
            <m:oMath xmlns:m="http://schemas.openxmlformats.org/officeDocument/2006/math">
              <m:r>
                <a:rPr lang="en-DK" sz="2000" i="1" kern="1200">
                  <a:latin typeface="Cambria Math" panose="02040503050406030204" pitchFamily="18" charset="0"/>
                </a:rPr>
                <m:t>1.</m:t>
              </m:r>
              <m:r>
                <a:rPr lang="en-DK" sz="2000" b="0" i="1" kern="1200">
                  <a:latin typeface="Cambria Math" panose="02040503050406030204" pitchFamily="18" charset="0"/>
                </a:rPr>
                <m:t>63</m:t>
              </m:r>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m:t>
                  </m:r>
                  <m:r>
                    <a:rPr lang="en-DK" sz="2000" b="0" i="1" kern="1200">
                      <a:latin typeface="Cambria Math" panose="02040503050406030204" pitchFamily="18" charset="0"/>
                    </a:rPr>
                    <m:t>6</m:t>
                  </m:r>
                </m:sup>
              </m:sSup>
            </m:oMath>
          </a14:m>
          <a:endParaRPr lang="en-DK" sz="2000" kern="1200" dirty="0"/>
        </a:p>
        <a:p>
          <a:pPr marL="228600" lvl="1" indent="-228600" algn="l" defTabSz="889000">
            <a:lnSpc>
              <a:spcPct val="90000"/>
            </a:lnSpc>
            <a:spcBef>
              <a:spcPct val="0"/>
            </a:spcBef>
            <a:spcAft>
              <a:spcPct val="20000"/>
            </a:spcAft>
            <a:buChar char="•"/>
          </a:pPr>
          <a:r>
            <a:rPr lang="en-DK" sz="2000" kern="1200" dirty="0"/>
            <a:t>+2 bin shift: 3.6</a:t>
          </a:r>
          <a14:m xmlns:a14="http://schemas.microsoft.com/office/drawing/2010/main">
            <m:oMath xmlns:m="http://schemas.openxmlformats.org/officeDocument/2006/math">
              <m:r>
                <a:rPr lang="en-DK" sz="2000" i="1" kern="1200">
                  <a:latin typeface="Cambria Math" panose="02040503050406030204" pitchFamily="18" charset="0"/>
                </a:rPr>
                <m:t>×</m:t>
              </m:r>
              <m:sSup>
                <m:sSupPr>
                  <m:ctrlPr>
                    <a:rPr lang="en-DK" sz="2000" i="1" kern="1200">
                      <a:latin typeface="Cambria Math" panose="02040503050406030204" pitchFamily="18" charset="0"/>
                    </a:rPr>
                  </m:ctrlPr>
                </m:sSupPr>
                <m:e>
                  <m:r>
                    <a:rPr lang="en-DK" sz="2000" i="1" kern="1200">
                      <a:latin typeface="Cambria Math" panose="02040503050406030204" pitchFamily="18" charset="0"/>
                    </a:rPr>
                    <m:t>10</m:t>
                  </m:r>
                </m:e>
                <m:sup>
                  <m:r>
                    <a:rPr lang="en-DK" sz="2000" i="1" kern="1200">
                      <a:latin typeface="Cambria Math" panose="02040503050406030204" pitchFamily="18" charset="0"/>
                    </a:rPr>
                    <m:t>−2</m:t>
                  </m:r>
                </m:sup>
              </m:sSup>
            </m:oMath>
          </a14:m>
          <a:endParaRPr lang="en-DK" sz="2000" kern="1200" dirty="0"/>
        </a:p>
        <a:p>
          <a:pPr marL="228600" lvl="1" indent="-228600" algn="l" defTabSz="889000">
            <a:lnSpc>
              <a:spcPct val="90000"/>
            </a:lnSpc>
            <a:spcBef>
              <a:spcPct val="0"/>
            </a:spcBef>
            <a:spcAft>
              <a:spcPct val="20000"/>
            </a:spcAft>
            <a:buChar char="•"/>
          </a:pPr>
          <a:endParaRPr lang="en-DK" sz="2000" kern="1200" dirty="0"/>
        </a:p>
        <a:p>
          <a:pPr marL="228600" lvl="1" indent="-228600" algn="l" defTabSz="889000">
            <a:lnSpc>
              <a:spcPct val="90000"/>
            </a:lnSpc>
            <a:spcBef>
              <a:spcPct val="0"/>
            </a:spcBef>
            <a:spcAft>
              <a:spcPct val="20000"/>
            </a:spcAft>
            <a:buChar char="•"/>
          </a:pPr>
          <a:endParaRPr lang="en-DK" sz="2000" kern="1200" dirty="0"/>
        </a:p>
      </dsp:txBody>
      <dsp:txXfrm>
        <a:off x="0" y="660096"/>
        <a:ext cx="5344743" cy="2277000"/>
      </dsp:txXfrm>
    </dsp:sp>
  </dsp:spTree>
</dsp:drawing>
</file>

<file path=ppt/diagrams/drawing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Validation</a:t>
          </a:r>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75E9A7-E854-B84B-B6CA-E5BD15AEB380}">
      <dsp:nvSpPr>
        <dsp:cNvPr id="0" name=""/>
        <dsp:cNvSpPr/>
      </dsp:nvSpPr>
      <dsp:spPr>
        <a:xfrm>
          <a:off x="0" y="6851"/>
          <a:ext cx="4124768" cy="797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0" kern="1200" dirty="0"/>
            <a:t>Linear fit:</a:t>
          </a:r>
          <a:endParaRPr lang="en-DK" sz="3100" kern="1200" dirty="0"/>
        </a:p>
      </dsp:txBody>
      <dsp:txXfrm>
        <a:off x="38952" y="45803"/>
        <a:ext cx="4046864" cy="720036"/>
      </dsp:txXfrm>
    </dsp:sp>
    <dsp:sp modelId="{DAD61582-BB54-9C48-A215-58D44A9908E5}">
      <dsp:nvSpPr>
        <dsp:cNvPr id="0" name=""/>
        <dsp:cNvSpPr/>
      </dsp:nvSpPr>
      <dsp:spPr>
        <a:xfrm>
          <a:off x="0" y="804791"/>
          <a:ext cx="4124768" cy="5294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961" tIns="39370" rIns="220472" bIns="39370" numCol="1" spcCol="1270" anchor="t" anchorCtr="0">
          <a:noAutofit/>
        </a:bodyPr>
        <a:lstStyle/>
        <a:p>
          <a:pPr marL="228600" lvl="1" indent="-228600" algn="l" defTabSz="1066800">
            <a:lnSpc>
              <a:spcPct val="90000"/>
            </a:lnSpc>
            <a:spcBef>
              <a:spcPct val="0"/>
            </a:spcBef>
            <a:spcAft>
              <a:spcPct val="20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400" i="1" kern="1200" smtClean="0">
                    <a:latin typeface="Cambria Math" panose="02040503050406030204" pitchFamily="18" charset="0"/>
                  </a:rPr>
                  <m:t>𝑅</m:t>
                </m:r>
                <m:d>
                  <m:dPr>
                    <m:ctrlPr>
                      <a:rPr lang="en-DK" sz="2400" i="1" kern="1200">
                        <a:latin typeface="Cambria Math" panose="02040503050406030204" pitchFamily="18" charset="0"/>
                      </a:rPr>
                    </m:ctrlPr>
                  </m:dPr>
                  <m:e>
                    <m:r>
                      <a:rPr lang="en-DK" sz="2400" i="1" kern="1200">
                        <a:latin typeface="Cambria Math" panose="02040503050406030204" pitchFamily="18" charset="0"/>
                      </a:rPr>
                      <m:t>𝑡</m:t>
                    </m:r>
                  </m:e>
                </m:d>
                <m:r>
                  <a:rPr lang="en-DK" sz="2400" i="1" kern="1200">
                    <a:latin typeface="Cambria Math" panose="02040503050406030204" pitchFamily="18" charset="0"/>
                  </a:rPr>
                  <m:t>=1.0077−6.4787∙</m:t>
                </m:r>
                <m:r>
                  <a:rPr lang="en-DK" sz="2400" i="1" kern="1200">
                    <a:latin typeface="Cambria Math" panose="02040503050406030204" pitchFamily="18" charset="0"/>
                  </a:rPr>
                  <m:t>𝑡</m:t>
                </m:r>
              </m:oMath>
            </m:oMathPara>
          </a14:m>
          <a:endParaRPr lang="en-DK" sz="2400" kern="1200" dirty="0"/>
        </a:p>
      </dsp:txBody>
      <dsp:txXfrm>
        <a:off x="0" y="804791"/>
        <a:ext cx="4124768" cy="529402"/>
      </dsp:txXfrm>
    </dsp:sp>
  </dsp:spTree>
</dsp:drawing>
</file>

<file path=ppt/diagrams/drawing1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75E9A7-E854-B84B-B6CA-E5BD15AEB380}">
      <dsp:nvSpPr>
        <dsp:cNvPr id="0" name=""/>
        <dsp:cNvSpPr/>
      </dsp:nvSpPr>
      <dsp:spPr>
        <a:xfrm>
          <a:off x="0" y="87485"/>
          <a:ext cx="4738681" cy="797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0" i="0" kern="1200" baseline="0" dirty="0"/>
            <a:t>Exponential fit:</a:t>
          </a:r>
          <a:endParaRPr lang="en-DK" sz="3100" kern="1200" dirty="0"/>
        </a:p>
      </dsp:txBody>
      <dsp:txXfrm>
        <a:off x="38952" y="126437"/>
        <a:ext cx="4660777" cy="720036"/>
      </dsp:txXfrm>
    </dsp:sp>
    <dsp:sp modelId="{DAD61582-BB54-9C48-A215-58D44A9908E5}">
      <dsp:nvSpPr>
        <dsp:cNvPr id="0" name=""/>
        <dsp:cNvSpPr/>
      </dsp:nvSpPr>
      <dsp:spPr>
        <a:xfrm>
          <a:off x="0" y="885425"/>
          <a:ext cx="4738681" cy="545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453" tIns="39370" rIns="220472" bIns="39370" numCol="1" spcCol="1270" anchor="t" anchorCtr="0">
          <a:noAutofit/>
        </a:bodyPr>
        <a:lstStyle/>
        <a:p>
          <a:pPr marL="228600" lvl="1" indent="-228600" algn="l" defTabSz="1066800">
            <a:lnSpc>
              <a:spcPct val="90000"/>
            </a:lnSpc>
            <a:spcBef>
              <a:spcPct val="0"/>
            </a:spcBef>
            <a:spcAft>
              <a:spcPct val="20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400" b="0" i="1" kern="1200" baseline="0" smtClean="0">
                    <a:latin typeface="Cambria Math" panose="02040503050406030204" pitchFamily="18" charset="0"/>
                  </a:rPr>
                  <m:t>𝑅</m:t>
                </m:r>
                <m:d>
                  <m:dPr>
                    <m:ctrlPr>
                      <a:rPr lang="en-DK" sz="2400" b="0" i="1" kern="1200" baseline="0">
                        <a:latin typeface="Cambria Math" panose="02040503050406030204" pitchFamily="18" charset="0"/>
                      </a:rPr>
                    </m:ctrlPr>
                  </m:dPr>
                  <m:e>
                    <m:r>
                      <a:rPr lang="en-DK" sz="2400" b="0" i="1" kern="1200" baseline="0">
                        <a:latin typeface="Cambria Math" panose="02040503050406030204" pitchFamily="18" charset="0"/>
                      </a:rPr>
                      <m:t>𝑡</m:t>
                    </m:r>
                  </m:e>
                </m:d>
                <m:r>
                  <a:rPr lang="en-DK" sz="2400" b="0" i="1" kern="1200" baseline="0">
                    <a:latin typeface="Cambria Math" panose="02040503050406030204" pitchFamily="18" charset="0"/>
                  </a:rPr>
                  <m:t>=0.4545+0.5032</m:t>
                </m:r>
                <m:sSup>
                  <m:sSupPr>
                    <m:ctrlPr>
                      <a:rPr lang="en-DK" sz="2400" b="0" i="1" kern="1200" baseline="0">
                        <a:latin typeface="Cambria Math" panose="02040503050406030204" pitchFamily="18" charset="0"/>
                      </a:rPr>
                    </m:ctrlPr>
                  </m:sSupPr>
                  <m:e>
                    <m:r>
                      <a:rPr lang="en-DK" sz="2400" b="0" i="1" kern="1200" baseline="0">
                        <a:latin typeface="Cambria Math" panose="02040503050406030204" pitchFamily="18" charset="0"/>
                      </a:rPr>
                      <m:t>𝑒</m:t>
                    </m:r>
                  </m:e>
                  <m:sup>
                    <m:r>
                      <a:rPr lang="en-DK" sz="2400" b="0" i="1" kern="1200" baseline="0">
                        <a:latin typeface="Cambria Math" panose="02040503050406030204" pitchFamily="18" charset="0"/>
                      </a:rPr>
                      <m:t>−4.6175</m:t>
                    </m:r>
                    <m:r>
                      <a:rPr lang="en-DK" sz="2400" b="0" i="1" kern="1200" baseline="0">
                        <a:latin typeface="Cambria Math" panose="02040503050406030204" pitchFamily="18" charset="0"/>
                      </a:rPr>
                      <m:t>𝑡</m:t>
                    </m:r>
                  </m:sup>
                </m:sSup>
              </m:oMath>
            </m:oMathPara>
          </a14:m>
          <a:endParaRPr lang="en-DK" sz="2400" kern="1200" dirty="0"/>
        </a:p>
      </dsp:txBody>
      <dsp:txXfrm>
        <a:off x="0" y="885425"/>
        <a:ext cx="4738681" cy="545445"/>
      </dsp:txXfrm>
    </dsp:sp>
  </dsp:spTree>
</dsp:drawing>
</file>

<file path=ppt/diagrams/drawing1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75E9A7-E854-B84B-B6CA-E5BD15AEB380}">
      <dsp:nvSpPr>
        <dsp:cNvPr id="0" name=""/>
        <dsp:cNvSpPr/>
      </dsp:nvSpPr>
      <dsp:spPr>
        <a:xfrm>
          <a:off x="0" y="6851"/>
          <a:ext cx="4124768" cy="797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0" kern="1200" dirty="0"/>
            <a:t>Linear fit:</a:t>
          </a:r>
          <a:endParaRPr lang="en-DK" sz="3100" kern="1200" dirty="0"/>
        </a:p>
      </dsp:txBody>
      <dsp:txXfrm>
        <a:off x="38952" y="45803"/>
        <a:ext cx="4046864" cy="720036"/>
      </dsp:txXfrm>
    </dsp:sp>
    <dsp:sp modelId="{DAD61582-BB54-9C48-A215-58D44A9908E5}">
      <dsp:nvSpPr>
        <dsp:cNvPr id="0" name=""/>
        <dsp:cNvSpPr/>
      </dsp:nvSpPr>
      <dsp:spPr>
        <a:xfrm>
          <a:off x="0" y="804791"/>
          <a:ext cx="4124768" cy="5294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961" tIns="39370" rIns="220472" bIns="39370" numCol="1" spcCol="1270" anchor="t" anchorCtr="0">
          <a:noAutofit/>
        </a:bodyPr>
        <a:lstStyle/>
        <a:p>
          <a:pPr marL="228600" lvl="1" indent="-228600" algn="l" defTabSz="1066800">
            <a:lnSpc>
              <a:spcPct val="90000"/>
            </a:lnSpc>
            <a:spcBef>
              <a:spcPct val="0"/>
            </a:spcBef>
            <a:spcAft>
              <a:spcPct val="20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400" i="1" kern="1200" smtClean="0">
                    <a:latin typeface="Cambria Math" panose="02040503050406030204" pitchFamily="18" charset="0"/>
                  </a:rPr>
                  <m:t>𝑅</m:t>
                </m:r>
                <m:d>
                  <m:dPr>
                    <m:ctrlPr>
                      <a:rPr lang="en-DK" sz="2400" i="1" kern="1200">
                        <a:latin typeface="Cambria Math" panose="02040503050406030204" pitchFamily="18" charset="0"/>
                      </a:rPr>
                    </m:ctrlPr>
                  </m:dPr>
                  <m:e>
                    <m:r>
                      <a:rPr lang="en-DK" sz="2400" i="1" kern="1200">
                        <a:latin typeface="Cambria Math" panose="02040503050406030204" pitchFamily="18" charset="0"/>
                      </a:rPr>
                      <m:t>𝑡</m:t>
                    </m:r>
                  </m:e>
                </m:d>
                <m:r>
                  <a:rPr lang="en-DK" sz="2400" i="1" kern="1200">
                    <a:latin typeface="Cambria Math" panose="02040503050406030204" pitchFamily="18" charset="0"/>
                  </a:rPr>
                  <m:t>=1.0077−6.4787∙</m:t>
                </m:r>
                <m:r>
                  <a:rPr lang="en-DK" sz="2400" i="1" kern="1200">
                    <a:latin typeface="Cambria Math" panose="02040503050406030204" pitchFamily="18" charset="0"/>
                  </a:rPr>
                  <m:t>𝑡</m:t>
                </m:r>
              </m:oMath>
            </m:oMathPara>
          </a14:m>
          <a:endParaRPr lang="en-DK" sz="2400" kern="1200" dirty="0"/>
        </a:p>
      </dsp:txBody>
      <dsp:txXfrm>
        <a:off x="0" y="804791"/>
        <a:ext cx="4124768" cy="529402"/>
      </dsp:txXfrm>
    </dsp:sp>
  </dsp:spTree>
</dsp:drawing>
</file>

<file path=ppt/diagrams/drawing1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C33A50-5CD8-E34C-A32B-12ED6B1040DE}">
      <dsp:nvSpPr>
        <dsp:cNvPr id="0" name=""/>
        <dsp:cNvSpPr/>
      </dsp:nvSpPr>
      <dsp:spPr>
        <a:xfrm>
          <a:off x="0" y="842783"/>
          <a:ext cx="2763448" cy="5618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2200" b="0" i="1" kern="1200" smtClean="0">
                    <a:latin typeface="Cambria Math" panose="02040503050406030204" pitchFamily="18" charset="0"/>
                  </a:rPr>
                  <m:t>𝑅</m:t>
                </m:r>
                <m:d>
                  <m:dPr>
                    <m:ctrlPr>
                      <a:rPr lang="en-DK" sz="2200" b="0" i="1" kern="1200">
                        <a:latin typeface="Cambria Math" panose="02040503050406030204" pitchFamily="18" charset="0"/>
                      </a:rPr>
                    </m:ctrlPr>
                  </m:dPr>
                  <m:e>
                    <m:r>
                      <a:rPr lang="en-DK" sz="2200" b="0" i="1" kern="1200">
                        <a:latin typeface="Cambria Math" panose="02040503050406030204" pitchFamily="18" charset="0"/>
                      </a:rPr>
                      <m:t>0</m:t>
                    </m:r>
                  </m:e>
                </m:d>
                <m:r>
                  <a:rPr lang="en-DK" sz="2200" b="0" i="1" kern="1200">
                    <a:latin typeface="Cambria Math" panose="02040503050406030204" pitchFamily="18" charset="0"/>
                  </a:rPr>
                  <m:t>=0.9</m:t>
                </m:r>
                <m:r>
                  <a:rPr lang="da-DK" sz="2200" b="0" i="1" kern="1200" smtClean="0">
                    <a:latin typeface="Cambria Math" panose="02040503050406030204" pitchFamily="18" charset="0"/>
                  </a:rPr>
                  <m:t>5</m:t>
                </m:r>
                <m:r>
                  <a:rPr lang="en-DK" sz="2200" b="0" i="1" kern="1200">
                    <a:latin typeface="Cambria Math" panose="02040503050406030204" pitchFamily="18" charset="0"/>
                  </a:rPr>
                  <m:t>77</m:t>
                </m:r>
              </m:oMath>
            </m:oMathPara>
          </a14:m>
          <a:endParaRPr lang="en-DK" sz="2200" kern="1200" dirty="0"/>
        </a:p>
      </dsp:txBody>
      <dsp:txXfrm>
        <a:off x="16456" y="859239"/>
        <a:ext cx="2730536" cy="528943"/>
      </dsp:txXfrm>
    </dsp:sp>
  </dsp:spTree>
</dsp:drawing>
</file>

<file path=ppt/diagrams/drawing1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00AFA4-F087-2C4D-86DC-6C92A6A15D9D}">
      <dsp:nvSpPr>
        <dsp:cNvPr id="0" name=""/>
        <dsp:cNvSpPr/>
      </dsp:nvSpPr>
      <dsp:spPr>
        <a:xfrm>
          <a:off x="0" y="16735"/>
          <a:ext cx="5712445" cy="9266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b="0" u="none" kern="1200" dirty="0"/>
            <a:t>CAMEA sample geometry</a:t>
          </a:r>
          <a:endParaRPr lang="en-DK" sz="3600" u="none" kern="1200" dirty="0"/>
        </a:p>
      </dsp:txBody>
      <dsp:txXfrm>
        <a:off x="45235" y="61970"/>
        <a:ext cx="5621975" cy="836170"/>
      </dsp:txXfrm>
    </dsp:sp>
    <dsp:sp modelId="{CE52E24D-9365-8D42-8DA7-D8B43C237252}">
      <dsp:nvSpPr>
        <dsp:cNvPr id="0" name=""/>
        <dsp:cNvSpPr/>
      </dsp:nvSpPr>
      <dsp:spPr>
        <a:xfrm>
          <a:off x="0" y="943375"/>
          <a:ext cx="5712445" cy="2086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370"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n-US" sz="2800" kern="1200"/>
            <a:t>Type: Hollow cylinder</a:t>
          </a:r>
          <a:endParaRPr lang="en-DK" sz="2800" kern="1200"/>
        </a:p>
        <a:p>
          <a:pPr marL="285750" lvl="1" indent="-285750" algn="l" defTabSz="1244600">
            <a:lnSpc>
              <a:spcPct val="90000"/>
            </a:lnSpc>
            <a:spcBef>
              <a:spcPct val="0"/>
            </a:spcBef>
            <a:spcAft>
              <a:spcPct val="20000"/>
            </a:spcAft>
            <a:buChar char="•"/>
          </a:pPr>
          <a:r>
            <a:rPr lang="en-US" sz="2800" kern="1200"/>
            <a:t>Radius: 10mm</a:t>
          </a:r>
          <a:endParaRPr lang="en-DK" sz="2800" kern="1200"/>
        </a:p>
        <a:p>
          <a:pPr marL="285750" lvl="1" indent="-285750" algn="l" defTabSz="1244600">
            <a:lnSpc>
              <a:spcPct val="90000"/>
            </a:lnSpc>
            <a:spcBef>
              <a:spcPct val="0"/>
            </a:spcBef>
            <a:spcAft>
              <a:spcPct val="20000"/>
            </a:spcAft>
            <a:buChar char="•"/>
          </a:pPr>
          <a:r>
            <a:rPr lang="en-US" sz="2800" b="0" kern="1200"/>
            <a:t>Height: 10mm</a:t>
          </a:r>
          <a:endParaRPr lang="en-DK" sz="2800" kern="1200"/>
        </a:p>
        <a:p>
          <a:pPr marL="285750" lvl="1" indent="-285750" algn="l" defTabSz="1244600">
            <a:lnSpc>
              <a:spcPct val="90000"/>
            </a:lnSpc>
            <a:spcBef>
              <a:spcPct val="0"/>
            </a:spcBef>
            <a:spcAft>
              <a:spcPct val="20000"/>
            </a:spcAft>
            <a:buChar char="•"/>
          </a:pPr>
          <a:r>
            <a:rPr lang="en-US" sz="2800" kern="1200"/>
            <a:t>Wall thickness: 2.6mm</a:t>
          </a:r>
          <a:endParaRPr lang="en-DK" sz="2800" kern="1200"/>
        </a:p>
      </dsp:txBody>
      <dsp:txXfrm>
        <a:off x="0" y="943375"/>
        <a:ext cx="5712445" cy="2086560"/>
      </dsp:txXfrm>
    </dsp:sp>
  </dsp:spTree>
</dsp:drawing>
</file>

<file path=ppt/diagrams/drawing1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00AFA4-F087-2C4D-86DC-6C92A6A15D9D}">
      <dsp:nvSpPr>
        <dsp:cNvPr id="0" name=""/>
        <dsp:cNvSpPr/>
      </dsp:nvSpPr>
      <dsp:spPr>
        <a:xfrm>
          <a:off x="0" y="56138"/>
          <a:ext cx="4539626" cy="746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u="none" kern="1200" dirty="0"/>
            <a:t>CAMEA sample geometry</a:t>
          </a:r>
          <a:endParaRPr lang="en-DK" sz="2900" u="none" kern="1200" dirty="0"/>
        </a:p>
      </dsp:txBody>
      <dsp:txXfrm>
        <a:off x="36439" y="92577"/>
        <a:ext cx="4466748" cy="673582"/>
      </dsp:txXfrm>
    </dsp:sp>
    <dsp:sp modelId="{CE52E24D-9365-8D42-8DA7-D8B43C237252}">
      <dsp:nvSpPr>
        <dsp:cNvPr id="0" name=""/>
        <dsp:cNvSpPr/>
      </dsp:nvSpPr>
      <dsp:spPr>
        <a:xfrm>
          <a:off x="0" y="802599"/>
          <a:ext cx="4539626" cy="1710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133"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US" sz="2300" kern="1200"/>
            <a:t>Type: Hollow cylinder</a:t>
          </a:r>
          <a:endParaRPr lang="en-DK" sz="2300" kern="1200"/>
        </a:p>
        <a:p>
          <a:pPr marL="228600" lvl="1" indent="-228600" algn="l" defTabSz="1022350">
            <a:lnSpc>
              <a:spcPct val="90000"/>
            </a:lnSpc>
            <a:spcBef>
              <a:spcPct val="0"/>
            </a:spcBef>
            <a:spcAft>
              <a:spcPct val="20000"/>
            </a:spcAft>
            <a:buChar char="•"/>
          </a:pPr>
          <a:r>
            <a:rPr lang="en-US" sz="2300" kern="1200"/>
            <a:t>Radius: 10mm</a:t>
          </a:r>
          <a:endParaRPr lang="en-DK" sz="2300" kern="1200"/>
        </a:p>
        <a:p>
          <a:pPr marL="228600" lvl="1" indent="-228600" algn="l" defTabSz="1022350">
            <a:lnSpc>
              <a:spcPct val="90000"/>
            </a:lnSpc>
            <a:spcBef>
              <a:spcPct val="0"/>
            </a:spcBef>
            <a:spcAft>
              <a:spcPct val="20000"/>
            </a:spcAft>
            <a:buChar char="•"/>
          </a:pPr>
          <a:r>
            <a:rPr lang="en-US" sz="2300" b="0" kern="1200"/>
            <a:t>Height: 10mm</a:t>
          </a:r>
          <a:endParaRPr lang="en-DK" sz="2300" kern="1200"/>
        </a:p>
        <a:p>
          <a:pPr marL="228600" lvl="1" indent="-228600" algn="l" defTabSz="1022350">
            <a:lnSpc>
              <a:spcPct val="90000"/>
            </a:lnSpc>
            <a:spcBef>
              <a:spcPct val="0"/>
            </a:spcBef>
            <a:spcAft>
              <a:spcPct val="20000"/>
            </a:spcAft>
            <a:buChar char="•"/>
          </a:pPr>
          <a:r>
            <a:rPr lang="en-US" sz="2300" kern="1200"/>
            <a:t>Wall thickness: 2.6mm</a:t>
          </a:r>
          <a:endParaRPr lang="en-DK" sz="2300" kern="1200"/>
        </a:p>
      </dsp:txBody>
      <dsp:txXfrm>
        <a:off x="0" y="802599"/>
        <a:ext cx="4539626" cy="1710855"/>
      </dsp:txXfrm>
    </dsp:sp>
  </dsp:spTree>
</dsp:drawing>
</file>

<file path=ppt/diagrams/drawing1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00AFA4-F087-2C4D-86DC-6C92A6A15D9D}">
      <dsp:nvSpPr>
        <dsp:cNvPr id="0" name=""/>
        <dsp:cNvSpPr/>
      </dsp:nvSpPr>
      <dsp:spPr>
        <a:xfrm>
          <a:off x="0" y="84409"/>
          <a:ext cx="3227661" cy="489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u="none" kern="1200" dirty="0"/>
            <a:t>CAMEA sample geometry</a:t>
          </a:r>
          <a:endParaRPr lang="en-DK" sz="1900" u="none" kern="1200" dirty="0"/>
        </a:p>
      </dsp:txBody>
      <dsp:txXfrm>
        <a:off x="23874" y="108283"/>
        <a:ext cx="3179913" cy="441312"/>
      </dsp:txXfrm>
    </dsp:sp>
    <dsp:sp modelId="{CE52E24D-9365-8D42-8DA7-D8B43C237252}">
      <dsp:nvSpPr>
        <dsp:cNvPr id="0" name=""/>
        <dsp:cNvSpPr/>
      </dsp:nvSpPr>
      <dsp:spPr>
        <a:xfrm>
          <a:off x="0" y="573469"/>
          <a:ext cx="3227661" cy="1101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478"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Type: Hollow cylinder</a:t>
          </a:r>
          <a:endParaRPr lang="en-DK" sz="1500" kern="1200"/>
        </a:p>
        <a:p>
          <a:pPr marL="114300" lvl="1" indent="-114300" algn="l" defTabSz="666750">
            <a:lnSpc>
              <a:spcPct val="90000"/>
            </a:lnSpc>
            <a:spcBef>
              <a:spcPct val="0"/>
            </a:spcBef>
            <a:spcAft>
              <a:spcPct val="20000"/>
            </a:spcAft>
            <a:buChar char="•"/>
          </a:pPr>
          <a:r>
            <a:rPr lang="en-US" sz="1500" kern="1200"/>
            <a:t>Radius: 10mm</a:t>
          </a:r>
          <a:endParaRPr lang="en-DK" sz="1500" kern="1200"/>
        </a:p>
        <a:p>
          <a:pPr marL="114300" lvl="1" indent="-114300" algn="l" defTabSz="666750">
            <a:lnSpc>
              <a:spcPct val="90000"/>
            </a:lnSpc>
            <a:spcBef>
              <a:spcPct val="0"/>
            </a:spcBef>
            <a:spcAft>
              <a:spcPct val="20000"/>
            </a:spcAft>
            <a:buChar char="•"/>
          </a:pPr>
          <a:r>
            <a:rPr lang="en-US" sz="1500" b="0" kern="1200"/>
            <a:t>Height: 10mm</a:t>
          </a:r>
          <a:endParaRPr lang="en-DK" sz="1500" kern="1200"/>
        </a:p>
        <a:p>
          <a:pPr marL="114300" lvl="1" indent="-114300" algn="l" defTabSz="666750">
            <a:lnSpc>
              <a:spcPct val="90000"/>
            </a:lnSpc>
            <a:spcBef>
              <a:spcPct val="0"/>
            </a:spcBef>
            <a:spcAft>
              <a:spcPct val="20000"/>
            </a:spcAft>
            <a:buChar char="•"/>
          </a:pPr>
          <a:r>
            <a:rPr lang="en-US" sz="1500" kern="1200"/>
            <a:t>Wall thickness: 2.6mm</a:t>
          </a:r>
          <a:endParaRPr lang="en-DK" sz="1500" kern="1200"/>
        </a:p>
      </dsp:txBody>
      <dsp:txXfrm>
        <a:off x="0" y="573469"/>
        <a:ext cx="3227661" cy="1101240"/>
      </dsp:txXfrm>
    </dsp:sp>
    <dsp:sp modelId="{0D860F10-906E-FC4B-B0A7-A3F97CE5C756}">
      <dsp:nvSpPr>
        <dsp:cNvPr id="0" name=""/>
        <dsp:cNvSpPr/>
      </dsp:nvSpPr>
      <dsp:spPr>
        <a:xfrm>
          <a:off x="0" y="1674709"/>
          <a:ext cx="3227661" cy="489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u="none" kern="1200" dirty="0"/>
            <a:t>CAMEA simulation values</a:t>
          </a:r>
          <a:endParaRPr lang="en-DK" sz="1900" u="none" kern="1200" dirty="0"/>
        </a:p>
      </dsp:txBody>
      <dsp:txXfrm>
        <a:off x="23874" y="1698583"/>
        <a:ext cx="3179913" cy="441312"/>
      </dsp:txXfrm>
    </dsp:sp>
    <dsp:sp modelId="{E9801384-F388-AB47-B527-1B33AA84FA25}">
      <dsp:nvSpPr>
        <dsp:cNvPr id="0" name=""/>
        <dsp:cNvSpPr/>
      </dsp:nvSpPr>
      <dsp:spPr>
        <a:xfrm>
          <a:off x="0" y="2163769"/>
          <a:ext cx="3227661" cy="1258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478" tIns="24130" rIns="135128" bIns="24130" numCol="1" spcCol="1270" anchor="t" anchorCtr="0">
          <a:noAutofit/>
        </a:bodyPr>
        <a:lstStyle/>
        <a:p>
          <a:pPr marL="114300" lvl="1" indent="-114300" algn="l" defTabSz="666750">
            <a:lnSpc>
              <a:spcPct val="90000"/>
            </a:lnSpc>
            <a:spcBef>
              <a:spcPct val="0"/>
            </a:spcBef>
            <a:spcAft>
              <a:spcPct val="20000"/>
            </a:spcAft>
            <a:buChar char="•"/>
          </a:pPr>
          <a14:m xmlns:a14="http://schemas.microsoft.com/office/drawing/2010/main">
            <m:oMath xmlns:m="http://schemas.openxmlformats.org/officeDocument/2006/math">
              <m:sSub>
                <m:sSubPr>
                  <m:ctrlPr>
                    <a:rPr lang="en-DK" sz="1500" i="1" kern="1200" smtClean="0">
                      <a:latin typeface="Cambria Math" panose="02040503050406030204" pitchFamily="18" charset="0"/>
                    </a:rPr>
                  </m:ctrlPr>
                </m:sSubPr>
                <m:e>
                  <m:r>
                    <a:rPr lang="en-DK" sz="1500" i="1" kern="1200">
                      <a:latin typeface="Cambria Math" panose="02040503050406030204" pitchFamily="18" charset="0"/>
                    </a:rPr>
                    <m:t>𝐼</m:t>
                  </m:r>
                </m:e>
                <m:sub>
                  <m:r>
                    <m:rPr>
                      <m:sty m:val="p"/>
                    </m:rPr>
                    <a:rPr lang="en-DK" sz="1500" kern="1200">
                      <a:latin typeface="Cambria Math" panose="02040503050406030204" pitchFamily="18" charset="0"/>
                    </a:rPr>
                    <m:t>obs</m:t>
                  </m:r>
                </m:sub>
              </m:sSub>
              <m:r>
                <a:rPr lang="en-DK" sz="1500" i="1" kern="1200">
                  <a:latin typeface="Cambria Math" panose="02040503050406030204" pitchFamily="18" charset="0"/>
                </a:rPr>
                <m:t>=18509.0</m:t>
              </m:r>
            </m:oMath>
          </a14:m>
          <a:endParaRPr lang="en-DK" sz="1500" kern="1200" dirty="0"/>
        </a:p>
        <a:p>
          <a:pPr marL="114300" lvl="1" indent="-114300" algn="l" defTabSz="666750">
            <a:lnSpc>
              <a:spcPct val="90000"/>
            </a:lnSpc>
            <a:spcBef>
              <a:spcPct val="0"/>
            </a:spcBef>
            <a:spcAft>
              <a:spcPct val="20000"/>
            </a:spcAft>
            <a:buChar char="•"/>
          </a:pPr>
          <a14:m xmlns:a14="http://schemas.microsoft.com/office/drawing/2010/main">
            <m:oMath xmlns:m="http://schemas.openxmlformats.org/officeDocument/2006/math">
              <m:sSubSup>
                <m:sSubSupPr>
                  <m:ctrlPr>
                    <a:rPr lang="en-DK" sz="1500" i="1" kern="1200" smtClean="0">
                      <a:latin typeface="Cambria Math" panose="02040503050406030204" pitchFamily="18" charset="0"/>
                    </a:rPr>
                  </m:ctrlPr>
                </m:sSubSupPr>
                <m:e>
                  <m:r>
                    <a:rPr lang="en-DK" sz="1500" i="1" kern="1200">
                      <a:latin typeface="Cambria Math" panose="02040503050406030204" pitchFamily="18" charset="0"/>
                    </a:rPr>
                    <m:t>𝐼</m:t>
                  </m:r>
                </m:e>
                <m:sub>
                  <m:r>
                    <m:rPr>
                      <m:sty m:val="p"/>
                    </m:rPr>
                    <a:rPr lang="en-DK" sz="1500" kern="1200">
                      <a:latin typeface="Cambria Math" panose="02040503050406030204" pitchFamily="18" charset="0"/>
                    </a:rPr>
                    <m:t>exp</m:t>
                  </m:r>
                </m:sub>
                <m:sup>
                  <m:r>
                    <a:rPr lang="en-DK" sz="1500" i="1" kern="1200">
                      <a:latin typeface="Cambria Math" panose="02040503050406030204" pitchFamily="18" charset="0"/>
                    </a:rPr>
                    <m:t>(1)</m:t>
                  </m:r>
                </m:sup>
              </m:sSubSup>
              <m:r>
                <a:rPr lang="en-DK" sz="1500" i="1" kern="1200">
                  <a:latin typeface="Cambria Math" panose="02040503050406030204" pitchFamily="18" charset="0"/>
                </a:rPr>
                <m:t>=61285.3</m:t>
              </m:r>
            </m:oMath>
          </a14:m>
          <a:endParaRPr lang="en-DK" sz="1500" kern="1200" dirty="0"/>
        </a:p>
        <a:p>
          <a:pPr marL="114300" lvl="1" indent="-114300" algn="l" defTabSz="666750">
            <a:lnSpc>
              <a:spcPct val="90000"/>
            </a:lnSpc>
            <a:spcBef>
              <a:spcPct val="0"/>
            </a:spcBef>
            <a:spcAft>
              <a:spcPct val="20000"/>
            </a:spcAft>
            <a:buChar char="•"/>
          </a:pPr>
          <a14:m xmlns:a14="http://schemas.microsoft.com/office/drawing/2010/main">
            <m:oMath xmlns:m="http://schemas.openxmlformats.org/officeDocument/2006/math">
              <m:r>
                <a:rPr lang="en-DK" sz="1500" i="1" kern="1200" smtClean="0">
                  <a:latin typeface="Cambria Math" panose="02040503050406030204" pitchFamily="18" charset="0"/>
                </a:rPr>
                <m:t>𝑅</m:t>
              </m:r>
              <m:r>
                <a:rPr lang="en-DK" sz="1500" i="1" kern="1200" smtClean="0">
                  <a:latin typeface="Cambria Math" panose="02040503050406030204" pitchFamily="18" charset="0"/>
                </a:rPr>
                <m:t>=0.302</m:t>
              </m:r>
            </m:oMath>
          </a14:m>
          <a:endParaRPr lang="en-DK" sz="1500" kern="1200" dirty="0"/>
        </a:p>
        <a:p>
          <a:pPr marL="114300" lvl="1" indent="-114300" algn="l" defTabSz="666750">
            <a:lnSpc>
              <a:spcPct val="90000"/>
            </a:lnSpc>
            <a:spcBef>
              <a:spcPct val="0"/>
            </a:spcBef>
            <a:spcAft>
              <a:spcPct val="20000"/>
            </a:spcAft>
            <a:buChar char="•"/>
          </a:pPr>
          <a14:m xmlns:a14="http://schemas.microsoft.com/office/drawing/2010/main">
            <m:oMath xmlns:m="http://schemas.openxmlformats.org/officeDocument/2006/math">
              <m:f>
                <m:fPr>
                  <m:ctrlPr>
                    <a:rPr lang="en-DK" sz="1500" i="1" kern="1200" smtClean="0">
                      <a:latin typeface="Cambria Math" panose="02040503050406030204" pitchFamily="18" charset="0"/>
                    </a:rPr>
                  </m:ctrlPr>
                </m:fPr>
                <m:num>
                  <m:sSub>
                    <m:sSubPr>
                      <m:ctrlPr>
                        <a:rPr lang="en-DK" sz="1500" i="1" kern="1200">
                          <a:latin typeface="Cambria Math" panose="02040503050406030204" pitchFamily="18" charset="0"/>
                        </a:rPr>
                      </m:ctrlPr>
                    </m:sSubPr>
                    <m:e>
                      <m:r>
                        <a:rPr lang="en-DK" sz="1500" i="1" kern="1200">
                          <a:latin typeface="Cambria Math" panose="02040503050406030204" pitchFamily="18" charset="0"/>
                        </a:rPr>
                        <m:t>𝐼</m:t>
                      </m:r>
                    </m:e>
                    <m:sub>
                      <m:r>
                        <m:rPr>
                          <m:sty m:val="p"/>
                        </m:rPr>
                        <a:rPr lang="en-DK" sz="1500" kern="1200">
                          <a:latin typeface="Cambria Math" panose="02040503050406030204" pitchFamily="18" charset="0"/>
                        </a:rPr>
                        <m:t>max</m:t>
                      </m:r>
                    </m:sub>
                  </m:sSub>
                  <m:r>
                    <a:rPr lang="en-DK" sz="1500" i="1" kern="1200">
                      <a:latin typeface="Cambria Math" panose="02040503050406030204" pitchFamily="18" charset="0"/>
                    </a:rPr>
                    <m:t>−</m:t>
                  </m:r>
                  <m:sSub>
                    <m:sSubPr>
                      <m:ctrlPr>
                        <a:rPr lang="en-DK" sz="1500" i="1" kern="1200">
                          <a:latin typeface="Cambria Math" panose="02040503050406030204" pitchFamily="18" charset="0"/>
                        </a:rPr>
                      </m:ctrlPr>
                    </m:sSubPr>
                    <m:e>
                      <m:r>
                        <a:rPr lang="en-DK" sz="1500" i="1" kern="1200">
                          <a:latin typeface="Cambria Math" panose="02040503050406030204" pitchFamily="18" charset="0"/>
                        </a:rPr>
                        <m:t>𝐼</m:t>
                      </m:r>
                    </m:e>
                    <m:sub>
                      <m:r>
                        <m:rPr>
                          <m:sty m:val="p"/>
                        </m:rPr>
                        <a:rPr lang="en-DK" sz="1500" kern="1200">
                          <a:latin typeface="Cambria Math" panose="02040503050406030204" pitchFamily="18" charset="0"/>
                        </a:rPr>
                        <m:t>min</m:t>
                      </m:r>
                    </m:sub>
                  </m:sSub>
                </m:num>
                <m:den>
                  <m:acc>
                    <m:accPr>
                      <m:chr m:val="̅"/>
                      <m:ctrlPr>
                        <a:rPr lang="en-DK" sz="1500" i="1" kern="1200">
                          <a:latin typeface="Cambria Math" panose="02040503050406030204" pitchFamily="18" charset="0"/>
                        </a:rPr>
                      </m:ctrlPr>
                    </m:accPr>
                    <m:e>
                      <m:r>
                        <a:rPr lang="en-DK" sz="1500" i="1" kern="1200">
                          <a:latin typeface="Cambria Math" panose="02040503050406030204" pitchFamily="18" charset="0"/>
                        </a:rPr>
                        <m:t>𝐼</m:t>
                      </m:r>
                    </m:e>
                  </m:acc>
                </m:den>
              </m:f>
              <m:r>
                <a:rPr lang="en-DK" sz="1500" i="1" kern="1200">
                  <a:latin typeface="Cambria Math" panose="02040503050406030204" pitchFamily="18" charset="0"/>
                </a:rPr>
                <m:t>=0.156791</m:t>
              </m:r>
            </m:oMath>
          </a14:m>
          <a:endParaRPr lang="en-DK" sz="1500" kern="1200"/>
        </a:p>
      </dsp:txBody>
      <dsp:txXfrm>
        <a:off x="0" y="2163769"/>
        <a:ext cx="3227661" cy="1258560"/>
      </dsp:txXfrm>
    </dsp:sp>
  </dsp:spTree>
</dsp:drawing>
</file>

<file path=ppt/diagrams/drawing1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00AFA4-F087-2C4D-86DC-6C92A6A15D9D}">
      <dsp:nvSpPr>
        <dsp:cNvPr id="0" name=""/>
        <dsp:cNvSpPr/>
      </dsp:nvSpPr>
      <dsp:spPr>
        <a:xfrm>
          <a:off x="0" y="84409"/>
          <a:ext cx="3227661" cy="489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u="none" kern="1200" dirty="0"/>
            <a:t>CAMEA sample geometry</a:t>
          </a:r>
          <a:endParaRPr lang="en-DK" sz="1900" u="none" kern="1200" dirty="0"/>
        </a:p>
      </dsp:txBody>
      <dsp:txXfrm>
        <a:off x="23874" y="108283"/>
        <a:ext cx="3179913" cy="441312"/>
      </dsp:txXfrm>
    </dsp:sp>
    <dsp:sp modelId="{CE52E24D-9365-8D42-8DA7-D8B43C237252}">
      <dsp:nvSpPr>
        <dsp:cNvPr id="0" name=""/>
        <dsp:cNvSpPr/>
      </dsp:nvSpPr>
      <dsp:spPr>
        <a:xfrm>
          <a:off x="0" y="573469"/>
          <a:ext cx="3227661" cy="1101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478"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Type: Hollow cylinder</a:t>
          </a:r>
          <a:endParaRPr lang="en-DK" sz="1500" kern="1200"/>
        </a:p>
        <a:p>
          <a:pPr marL="114300" lvl="1" indent="-114300" algn="l" defTabSz="666750">
            <a:lnSpc>
              <a:spcPct val="90000"/>
            </a:lnSpc>
            <a:spcBef>
              <a:spcPct val="0"/>
            </a:spcBef>
            <a:spcAft>
              <a:spcPct val="20000"/>
            </a:spcAft>
            <a:buChar char="•"/>
          </a:pPr>
          <a:r>
            <a:rPr lang="en-US" sz="1500" kern="1200"/>
            <a:t>Radius: 10mm</a:t>
          </a:r>
          <a:endParaRPr lang="en-DK" sz="1500" kern="1200"/>
        </a:p>
        <a:p>
          <a:pPr marL="114300" lvl="1" indent="-114300" algn="l" defTabSz="666750">
            <a:lnSpc>
              <a:spcPct val="90000"/>
            </a:lnSpc>
            <a:spcBef>
              <a:spcPct val="0"/>
            </a:spcBef>
            <a:spcAft>
              <a:spcPct val="20000"/>
            </a:spcAft>
            <a:buChar char="•"/>
          </a:pPr>
          <a:r>
            <a:rPr lang="en-US" sz="1500" b="0" kern="1200"/>
            <a:t>Height: 10mm</a:t>
          </a:r>
          <a:endParaRPr lang="en-DK" sz="1500" kern="1200"/>
        </a:p>
        <a:p>
          <a:pPr marL="114300" lvl="1" indent="-114300" algn="l" defTabSz="666750">
            <a:lnSpc>
              <a:spcPct val="90000"/>
            </a:lnSpc>
            <a:spcBef>
              <a:spcPct val="0"/>
            </a:spcBef>
            <a:spcAft>
              <a:spcPct val="20000"/>
            </a:spcAft>
            <a:buChar char="•"/>
          </a:pPr>
          <a:r>
            <a:rPr lang="en-US" sz="1500" kern="1200"/>
            <a:t>Wall thickness: 2.6mm</a:t>
          </a:r>
          <a:endParaRPr lang="en-DK" sz="1500" kern="1200"/>
        </a:p>
      </dsp:txBody>
      <dsp:txXfrm>
        <a:off x="0" y="573469"/>
        <a:ext cx="3227661" cy="1101240"/>
      </dsp:txXfrm>
    </dsp:sp>
    <dsp:sp modelId="{0D860F10-906E-FC4B-B0A7-A3F97CE5C756}">
      <dsp:nvSpPr>
        <dsp:cNvPr id="0" name=""/>
        <dsp:cNvSpPr/>
      </dsp:nvSpPr>
      <dsp:spPr>
        <a:xfrm>
          <a:off x="0" y="1674709"/>
          <a:ext cx="3227661" cy="489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u="none" kern="1200" dirty="0"/>
            <a:t>CAMEA simulation values</a:t>
          </a:r>
          <a:endParaRPr lang="en-DK" sz="1900" u="none" kern="1200" dirty="0"/>
        </a:p>
      </dsp:txBody>
      <dsp:txXfrm>
        <a:off x="23874" y="1698583"/>
        <a:ext cx="3179913" cy="441312"/>
      </dsp:txXfrm>
    </dsp:sp>
    <dsp:sp modelId="{E9801384-F388-AB47-B527-1B33AA84FA25}">
      <dsp:nvSpPr>
        <dsp:cNvPr id="0" name=""/>
        <dsp:cNvSpPr/>
      </dsp:nvSpPr>
      <dsp:spPr>
        <a:xfrm>
          <a:off x="0" y="2163769"/>
          <a:ext cx="3227661" cy="1258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478" tIns="24130" rIns="135128" bIns="24130" numCol="1" spcCol="1270" anchor="t" anchorCtr="0">
          <a:noAutofit/>
        </a:bodyPr>
        <a:lstStyle/>
        <a:p>
          <a:pPr marL="114300" lvl="1" indent="-114300" algn="l" defTabSz="666750">
            <a:lnSpc>
              <a:spcPct val="90000"/>
            </a:lnSpc>
            <a:spcBef>
              <a:spcPct val="0"/>
            </a:spcBef>
            <a:spcAft>
              <a:spcPct val="20000"/>
            </a:spcAft>
            <a:buChar char="•"/>
          </a:pPr>
          <a14:m xmlns:a14="http://schemas.microsoft.com/office/drawing/2010/main">
            <m:oMath xmlns:m="http://schemas.openxmlformats.org/officeDocument/2006/math">
              <m:sSub>
                <m:sSubPr>
                  <m:ctrlPr>
                    <a:rPr lang="en-DK" sz="1500" i="1" kern="1200" smtClean="0">
                      <a:latin typeface="Cambria Math" panose="02040503050406030204" pitchFamily="18" charset="0"/>
                    </a:rPr>
                  </m:ctrlPr>
                </m:sSubPr>
                <m:e>
                  <m:r>
                    <a:rPr lang="en-DK" sz="1500" i="1" kern="1200">
                      <a:latin typeface="Cambria Math" panose="02040503050406030204" pitchFamily="18" charset="0"/>
                    </a:rPr>
                    <m:t>𝐼</m:t>
                  </m:r>
                </m:e>
                <m:sub>
                  <m:r>
                    <m:rPr>
                      <m:sty m:val="p"/>
                    </m:rPr>
                    <a:rPr lang="en-DK" sz="1500" kern="1200">
                      <a:latin typeface="Cambria Math" panose="02040503050406030204" pitchFamily="18" charset="0"/>
                    </a:rPr>
                    <m:t>obs</m:t>
                  </m:r>
                </m:sub>
              </m:sSub>
              <m:r>
                <a:rPr lang="en-DK" sz="1500" i="1" kern="1200">
                  <a:latin typeface="Cambria Math" panose="02040503050406030204" pitchFamily="18" charset="0"/>
                </a:rPr>
                <m:t>=18509.0</m:t>
              </m:r>
            </m:oMath>
          </a14:m>
          <a:endParaRPr lang="en-DK" sz="1500" kern="1200" dirty="0"/>
        </a:p>
        <a:p>
          <a:pPr marL="114300" lvl="1" indent="-114300" algn="l" defTabSz="666750">
            <a:lnSpc>
              <a:spcPct val="90000"/>
            </a:lnSpc>
            <a:spcBef>
              <a:spcPct val="0"/>
            </a:spcBef>
            <a:spcAft>
              <a:spcPct val="20000"/>
            </a:spcAft>
            <a:buChar char="•"/>
          </a:pPr>
          <a14:m xmlns:a14="http://schemas.microsoft.com/office/drawing/2010/main">
            <m:oMath xmlns:m="http://schemas.openxmlformats.org/officeDocument/2006/math">
              <m:sSubSup>
                <m:sSubSupPr>
                  <m:ctrlPr>
                    <a:rPr lang="en-DK" sz="1500" i="1" kern="1200" smtClean="0">
                      <a:latin typeface="Cambria Math" panose="02040503050406030204" pitchFamily="18" charset="0"/>
                    </a:rPr>
                  </m:ctrlPr>
                </m:sSubSupPr>
                <m:e>
                  <m:r>
                    <a:rPr lang="en-DK" sz="1500" i="1" kern="1200">
                      <a:latin typeface="Cambria Math" panose="02040503050406030204" pitchFamily="18" charset="0"/>
                    </a:rPr>
                    <m:t>𝐼</m:t>
                  </m:r>
                </m:e>
                <m:sub>
                  <m:r>
                    <m:rPr>
                      <m:sty m:val="p"/>
                    </m:rPr>
                    <a:rPr lang="en-DK" sz="1500" kern="1200">
                      <a:latin typeface="Cambria Math" panose="02040503050406030204" pitchFamily="18" charset="0"/>
                    </a:rPr>
                    <m:t>exp</m:t>
                  </m:r>
                </m:sub>
                <m:sup>
                  <m:r>
                    <a:rPr lang="en-DK" sz="1500" i="1" kern="1200">
                      <a:latin typeface="Cambria Math" panose="02040503050406030204" pitchFamily="18" charset="0"/>
                    </a:rPr>
                    <m:t>(1)</m:t>
                  </m:r>
                </m:sup>
              </m:sSubSup>
              <m:r>
                <a:rPr lang="en-DK" sz="1500" i="1" kern="1200">
                  <a:latin typeface="Cambria Math" panose="02040503050406030204" pitchFamily="18" charset="0"/>
                </a:rPr>
                <m:t>=61285.3</m:t>
              </m:r>
            </m:oMath>
          </a14:m>
          <a:endParaRPr lang="en-DK" sz="1500" kern="1200" dirty="0"/>
        </a:p>
        <a:p>
          <a:pPr marL="114300" lvl="1" indent="-114300" algn="l" defTabSz="666750">
            <a:lnSpc>
              <a:spcPct val="90000"/>
            </a:lnSpc>
            <a:spcBef>
              <a:spcPct val="0"/>
            </a:spcBef>
            <a:spcAft>
              <a:spcPct val="20000"/>
            </a:spcAft>
            <a:buChar char="•"/>
          </a:pPr>
          <a14:m xmlns:a14="http://schemas.microsoft.com/office/drawing/2010/main">
            <m:oMath xmlns:m="http://schemas.openxmlformats.org/officeDocument/2006/math">
              <m:r>
                <a:rPr lang="en-DK" sz="1500" i="1" kern="1200" smtClean="0">
                  <a:latin typeface="Cambria Math" panose="02040503050406030204" pitchFamily="18" charset="0"/>
                </a:rPr>
                <m:t>𝑅</m:t>
              </m:r>
              <m:r>
                <a:rPr lang="en-DK" sz="1500" i="1" kern="1200" smtClean="0">
                  <a:latin typeface="Cambria Math" panose="02040503050406030204" pitchFamily="18" charset="0"/>
                </a:rPr>
                <m:t>=0.302</m:t>
              </m:r>
            </m:oMath>
          </a14:m>
          <a:endParaRPr lang="en-DK" sz="1500" kern="1200" dirty="0"/>
        </a:p>
        <a:p>
          <a:pPr marL="114300" lvl="1" indent="-114300" algn="l" defTabSz="666750">
            <a:lnSpc>
              <a:spcPct val="90000"/>
            </a:lnSpc>
            <a:spcBef>
              <a:spcPct val="0"/>
            </a:spcBef>
            <a:spcAft>
              <a:spcPct val="20000"/>
            </a:spcAft>
            <a:buChar char="•"/>
          </a:pPr>
          <a14:m xmlns:a14="http://schemas.microsoft.com/office/drawing/2010/main">
            <m:oMath xmlns:m="http://schemas.openxmlformats.org/officeDocument/2006/math">
              <m:f>
                <m:fPr>
                  <m:ctrlPr>
                    <a:rPr lang="en-DK" sz="1500" i="1" kern="1200" smtClean="0">
                      <a:latin typeface="Cambria Math" panose="02040503050406030204" pitchFamily="18" charset="0"/>
                    </a:rPr>
                  </m:ctrlPr>
                </m:fPr>
                <m:num>
                  <m:sSub>
                    <m:sSubPr>
                      <m:ctrlPr>
                        <a:rPr lang="en-DK" sz="1500" i="1" kern="1200">
                          <a:latin typeface="Cambria Math" panose="02040503050406030204" pitchFamily="18" charset="0"/>
                        </a:rPr>
                      </m:ctrlPr>
                    </m:sSubPr>
                    <m:e>
                      <m:r>
                        <a:rPr lang="en-DK" sz="1500" i="1" kern="1200">
                          <a:latin typeface="Cambria Math" panose="02040503050406030204" pitchFamily="18" charset="0"/>
                        </a:rPr>
                        <m:t>𝐼</m:t>
                      </m:r>
                    </m:e>
                    <m:sub>
                      <m:r>
                        <m:rPr>
                          <m:sty m:val="p"/>
                        </m:rPr>
                        <a:rPr lang="en-DK" sz="1500" kern="1200">
                          <a:latin typeface="Cambria Math" panose="02040503050406030204" pitchFamily="18" charset="0"/>
                        </a:rPr>
                        <m:t>max</m:t>
                      </m:r>
                    </m:sub>
                  </m:sSub>
                  <m:r>
                    <a:rPr lang="en-DK" sz="1500" i="1" kern="1200">
                      <a:latin typeface="Cambria Math" panose="02040503050406030204" pitchFamily="18" charset="0"/>
                    </a:rPr>
                    <m:t>−</m:t>
                  </m:r>
                  <m:sSub>
                    <m:sSubPr>
                      <m:ctrlPr>
                        <a:rPr lang="en-DK" sz="1500" i="1" kern="1200">
                          <a:latin typeface="Cambria Math" panose="02040503050406030204" pitchFamily="18" charset="0"/>
                        </a:rPr>
                      </m:ctrlPr>
                    </m:sSubPr>
                    <m:e>
                      <m:r>
                        <a:rPr lang="en-DK" sz="1500" i="1" kern="1200">
                          <a:latin typeface="Cambria Math" panose="02040503050406030204" pitchFamily="18" charset="0"/>
                        </a:rPr>
                        <m:t>𝐼</m:t>
                      </m:r>
                    </m:e>
                    <m:sub>
                      <m:r>
                        <m:rPr>
                          <m:sty m:val="p"/>
                        </m:rPr>
                        <a:rPr lang="en-DK" sz="1500" kern="1200">
                          <a:latin typeface="Cambria Math" panose="02040503050406030204" pitchFamily="18" charset="0"/>
                        </a:rPr>
                        <m:t>min</m:t>
                      </m:r>
                    </m:sub>
                  </m:sSub>
                </m:num>
                <m:den>
                  <m:acc>
                    <m:accPr>
                      <m:chr m:val="̅"/>
                      <m:ctrlPr>
                        <a:rPr lang="en-DK" sz="1500" i="1" kern="1200">
                          <a:latin typeface="Cambria Math" panose="02040503050406030204" pitchFamily="18" charset="0"/>
                        </a:rPr>
                      </m:ctrlPr>
                    </m:accPr>
                    <m:e>
                      <m:r>
                        <a:rPr lang="en-DK" sz="1500" i="1" kern="1200">
                          <a:latin typeface="Cambria Math" panose="02040503050406030204" pitchFamily="18" charset="0"/>
                        </a:rPr>
                        <m:t>𝐼</m:t>
                      </m:r>
                    </m:e>
                  </m:acc>
                </m:den>
              </m:f>
              <m:r>
                <a:rPr lang="en-DK" sz="1500" i="1" kern="1200">
                  <a:latin typeface="Cambria Math" panose="02040503050406030204" pitchFamily="18" charset="0"/>
                </a:rPr>
                <m:t>=0.156791</m:t>
              </m:r>
            </m:oMath>
          </a14:m>
          <a:endParaRPr lang="en-DK" sz="1500" kern="1200"/>
        </a:p>
      </dsp:txBody>
      <dsp:txXfrm>
        <a:off x="0" y="2163769"/>
        <a:ext cx="3227661" cy="1258560"/>
      </dsp:txXfrm>
    </dsp:sp>
  </dsp:spTree>
</dsp:drawing>
</file>

<file path=ppt/diagrams/drawing1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00AFA4-F087-2C4D-86DC-6C92A6A15D9D}">
      <dsp:nvSpPr>
        <dsp:cNvPr id="0" name=""/>
        <dsp:cNvSpPr/>
      </dsp:nvSpPr>
      <dsp:spPr>
        <a:xfrm>
          <a:off x="0" y="84409"/>
          <a:ext cx="3227661" cy="489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u="none" kern="1200" dirty="0"/>
            <a:t>CAMEA sample geometry</a:t>
          </a:r>
          <a:endParaRPr lang="en-DK" sz="1900" u="none" kern="1200" dirty="0"/>
        </a:p>
      </dsp:txBody>
      <dsp:txXfrm>
        <a:off x="23874" y="108283"/>
        <a:ext cx="3179913" cy="441312"/>
      </dsp:txXfrm>
    </dsp:sp>
    <dsp:sp modelId="{CE52E24D-9365-8D42-8DA7-D8B43C237252}">
      <dsp:nvSpPr>
        <dsp:cNvPr id="0" name=""/>
        <dsp:cNvSpPr/>
      </dsp:nvSpPr>
      <dsp:spPr>
        <a:xfrm>
          <a:off x="0" y="573469"/>
          <a:ext cx="3227661" cy="1101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478"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Type: Hollow cylinder</a:t>
          </a:r>
          <a:endParaRPr lang="en-DK" sz="1500" kern="1200"/>
        </a:p>
        <a:p>
          <a:pPr marL="114300" lvl="1" indent="-114300" algn="l" defTabSz="666750">
            <a:lnSpc>
              <a:spcPct val="90000"/>
            </a:lnSpc>
            <a:spcBef>
              <a:spcPct val="0"/>
            </a:spcBef>
            <a:spcAft>
              <a:spcPct val="20000"/>
            </a:spcAft>
            <a:buChar char="•"/>
          </a:pPr>
          <a:r>
            <a:rPr lang="en-US" sz="1500" kern="1200"/>
            <a:t>Radius: 10mm</a:t>
          </a:r>
          <a:endParaRPr lang="en-DK" sz="1500" kern="1200"/>
        </a:p>
        <a:p>
          <a:pPr marL="114300" lvl="1" indent="-114300" algn="l" defTabSz="666750">
            <a:lnSpc>
              <a:spcPct val="90000"/>
            </a:lnSpc>
            <a:spcBef>
              <a:spcPct val="0"/>
            </a:spcBef>
            <a:spcAft>
              <a:spcPct val="20000"/>
            </a:spcAft>
            <a:buChar char="•"/>
          </a:pPr>
          <a:r>
            <a:rPr lang="en-US" sz="1500" b="0" kern="1200"/>
            <a:t>Height: 10mm</a:t>
          </a:r>
          <a:endParaRPr lang="en-DK" sz="1500" kern="1200"/>
        </a:p>
        <a:p>
          <a:pPr marL="114300" lvl="1" indent="-114300" algn="l" defTabSz="666750">
            <a:lnSpc>
              <a:spcPct val="90000"/>
            </a:lnSpc>
            <a:spcBef>
              <a:spcPct val="0"/>
            </a:spcBef>
            <a:spcAft>
              <a:spcPct val="20000"/>
            </a:spcAft>
            <a:buChar char="•"/>
          </a:pPr>
          <a:r>
            <a:rPr lang="en-US" sz="1500" kern="1200"/>
            <a:t>Wall thickness: 2.6mm</a:t>
          </a:r>
          <a:endParaRPr lang="en-DK" sz="1500" kern="1200"/>
        </a:p>
      </dsp:txBody>
      <dsp:txXfrm>
        <a:off x="0" y="573469"/>
        <a:ext cx="3227661" cy="1101240"/>
      </dsp:txXfrm>
    </dsp:sp>
    <dsp:sp modelId="{0D860F10-906E-FC4B-B0A7-A3F97CE5C756}">
      <dsp:nvSpPr>
        <dsp:cNvPr id="0" name=""/>
        <dsp:cNvSpPr/>
      </dsp:nvSpPr>
      <dsp:spPr>
        <a:xfrm>
          <a:off x="0" y="1674709"/>
          <a:ext cx="3227661" cy="489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u="none" kern="1200" dirty="0"/>
            <a:t>CAMEA simulation values</a:t>
          </a:r>
          <a:endParaRPr lang="en-DK" sz="1900" u="none" kern="1200" dirty="0"/>
        </a:p>
      </dsp:txBody>
      <dsp:txXfrm>
        <a:off x="23874" y="1698583"/>
        <a:ext cx="3179913" cy="441312"/>
      </dsp:txXfrm>
    </dsp:sp>
    <dsp:sp modelId="{E9801384-F388-AB47-B527-1B33AA84FA25}">
      <dsp:nvSpPr>
        <dsp:cNvPr id="0" name=""/>
        <dsp:cNvSpPr/>
      </dsp:nvSpPr>
      <dsp:spPr>
        <a:xfrm>
          <a:off x="0" y="2163769"/>
          <a:ext cx="3227661" cy="1258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478" tIns="24130" rIns="135128" bIns="24130" numCol="1" spcCol="1270" anchor="t" anchorCtr="0">
          <a:noAutofit/>
        </a:bodyPr>
        <a:lstStyle/>
        <a:p>
          <a:pPr marL="114300" lvl="1" indent="-114300" algn="l" defTabSz="666750">
            <a:lnSpc>
              <a:spcPct val="90000"/>
            </a:lnSpc>
            <a:spcBef>
              <a:spcPct val="0"/>
            </a:spcBef>
            <a:spcAft>
              <a:spcPct val="20000"/>
            </a:spcAft>
            <a:buChar char="•"/>
          </a:pPr>
          <a14:m xmlns:a14="http://schemas.microsoft.com/office/drawing/2010/main">
            <m:oMath xmlns:m="http://schemas.openxmlformats.org/officeDocument/2006/math">
              <m:sSub>
                <m:sSubPr>
                  <m:ctrlPr>
                    <a:rPr lang="en-DK" sz="1500" i="1" kern="1200" smtClean="0">
                      <a:latin typeface="Cambria Math" panose="02040503050406030204" pitchFamily="18" charset="0"/>
                    </a:rPr>
                  </m:ctrlPr>
                </m:sSubPr>
                <m:e>
                  <m:r>
                    <a:rPr lang="en-DK" sz="1500" i="1" kern="1200">
                      <a:latin typeface="Cambria Math" panose="02040503050406030204" pitchFamily="18" charset="0"/>
                    </a:rPr>
                    <m:t>𝐼</m:t>
                  </m:r>
                </m:e>
                <m:sub>
                  <m:r>
                    <m:rPr>
                      <m:sty m:val="p"/>
                    </m:rPr>
                    <a:rPr lang="en-DK" sz="1500" kern="1200">
                      <a:latin typeface="Cambria Math" panose="02040503050406030204" pitchFamily="18" charset="0"/>
                    </a:rPr>
                    <m:t>obs</m:t>
                  </m:r>
                </m:sub>
              </m:sSub>
              <m:r>
                <a:rPr lang="en-DK" sz="1500" i="1" kern="1200">
                  <a:latin typeface="Cambria Math" panose="02040503050406030204" pitchFamily="18" charset="0"/>
                </a:rPr>
                <m:t>=18509.0</m:t>
              </m:r>
            </m:oMath>
          </a14:m>
          <a:endParaRPr lang="en-DK" sz="1500" kern="1200" dirty="0"/>
        </a:p>
        <a:p>
          <a:pPr marL="114300" lvl="1" indent="-114300" algn="l" defTabSz="666750">
            <a:lnSpc>
              <a:spcPct val="90000"/>
            </a:lnSpc>
            <a:spcBef>
              <a:spcPct val="0"/>
            </a:spcBef>
            <a:spcAft>
              <a:spcPct val="20000"/>
            </a:spcAft>
            <a:buChar char="•"/>
          </a:pPr>
          <a14:m xmlns:a14="http://schemas.microsoft.com/office/drawing/2010/main">
            <m:oMath xmlns:m="http://schemas.openxmlformats.org/officeDocument/2006/math">
              <m:sSubSup>
                <m:sSubSupPr>
                  <m:ctrlPr>
                    <a:rPr lang="en-DK" sz="1500" i="1" kern="1200" smtClean="0">
                      <a:latin typeface="Cambria Math" panose="02040503050406030204" pitchFamily="18" charset="0"/>
                    </a:rPr>
                  </m:ctrlPr>
                </m:sSubSupPr>
                <m:e>
                  <m:r>
                    <a:rPr lang="en-DK" sz="1500" i="1" kern="1200">
                      <a:latin typeface="Cambria Math" panose="02040503050406030204" pitchFamily="18" charset="0"/>
                    </a:rPr>
                    <m:t>𝐼</m:t>
                  </m:r>
                </m:e>
                <m:sub>
                  <m:r>
                    <m:rPr>
                      <m:sty m:val="p"/>
                    </m:rPr>
                    <a:rPr lang="en-DK" sz="1500" kern="1200">
                      <a:latin typeface="Cambria Math" panose="02040503050406030204" pitchFamily="18" charset="0"/>
                    </a:rPr>
                    <m:t>exp</m:t>
                  </m:r>
                </m:sub>
                <m:sup>
                  <m:r>
                    <a:rPr lang="en-DK" sz="1500" i="1" kern="1200">
                      <a:latin typeface="Cambria Math" panose="02040503050406030204" pitchFamily="18" charset="0"/>
                    </a:rPr>
                    <m:t>(1)</m:t>
                  </m:r>
                </m:sup>
              </m:sSubSup>
              <m:r>
                <a:rPr lang="en-DK" sz="1500" i="1" kern="1200">
                  <a:latin typeface="Cambria Math" panose="02040503050406030204" pitchFamily="18" charset="0"/>
                </a:rPr>
                <m:t>=61285.3</m:t>
              </m:r>
            </m:oMath>
          </a14:m>
          <a:endParaRPr lang="en-DK" sz="1500" kern="1200" dirty="0"/>
        </a:p>
        <a:p>
          <a:pPr marL="114300" lvl="1" indent="-114300" algn="l" defTabSz="666750">
            <a:lnSpc>
              <a:spcPct val="90000"/>
            </a:lnSpc>
            <a:spcBef>
              <a:spcPct val="0"/>
            </a:spcBef>
            <a:spcAft>
              <a:spcPct val="20000"/>
            </a:spcAft>
            <a:buChar char="•"/>
          </a:pPr>
          <a14:m xmlns:a14="http://schemas.microsoft.com/office/drawing/2010/main">
            <m:oMath xmlns:m="http://schemas.openxmlformats.org/officeDocument/2006/math">
              <m:r>
                <a:rPr lang="en-DK" sz="1500" i="1" kern="1200" smtClean="0">
                  <a:latin typeface="Cambria Math" panose="02040503050406030204" pitchFamily="18" charset="0"/>
                </a:rPr>
                <m:t>𝑅</m:t>
              </m:r>
              <m:r>
                <a:rPr lang="en-DK" sz="1500" i="1" kern="1200" smtClean="0">
                  <a:latin typeface="Cambria Math" panose="02040503050406030204" pitchFamily="18" charset="0"/>
                </a:rPr>
                <m:t>=0.302</m:t>
              </m:r>
            </m:oMath>
          </a14:m>
          <a:endParaRPr lang="en-DK" sz="1500" kern="1200" dirty="0"/>
        </a:p>
        <a:p>
          <a:pPr marL="114300" lvl="1" indent="-114300" algn="l" defTabSz="666750">
            <a:lnSpc>
              <a:spcPct val="90000"/>
            </a:lnSpc>
            <a:spcBef>
              <a:spcPct val="0"/>
            </a:spcBef>
            <a:spcAft>
              <a:spcPct val="20000"/>
            </a:spcAft>
            <a:buChar char="•"/>
          </a:pPr>
          <a14:m xmlns:a14="http://schemas.microsoft.com/office/drawing/2010/main">
            <m:oMath xmlns:m="http://schemas.openxmlformats.org/officeDocument/2006/math">
              <m:f>
                <m:fPr>
                  <m:ctrlPr>
                    <a:rPr lang="en-DK" sz="1500" i="1" kern="1200" smtClean="0">
                      <a:latin typeface="Cambria Math" panose="02040503050406030204" pitchFamily="18" charset="0"/>
                    </a:rPr>
                  </m:ctrlPr>
                </m:fPr>
                <m:num>
                  <m:sSub>
                    <m:sSubPr>
                      <m:ctrlPr>
                        <a:rPr lang="en-DK" sz="1500" i="1" kern="1200">
                          <a:latin typeface="Cambria Math" panose="02040503050406030204" pitchFamily="18" charset="0"/>
                        </a:rPr>
                      </m:ctrlPr>
                    </m:sSubPr>
                    <m:e>
                      <m:r>
                        <a:rPr lang="en-DK" sz="1500" i="1" kern="1200">
                          <a:latin typeface="Cambria Math" panose="02040503050406030204" pitchFamily="18" charset="0"/>
                        </a:rPr>
                        <m:t>𝐼</m:t>
                      </m:r>
                    </m:e>
                    <m:sub>
                      <m:r>
                        <m:rPr>
                          <m:sty m:val="p"/>
                        </m:rPr>
                        <a:rPr lang="en-DK" sz="1500" kern="1200">
                          <a:latin typeface="Cambria Math" panose="02040503050406030204" pitchFamily="18" charset="0"/>
                        </a:rPr>
                        <m:t>max</m:t>
                      </m:r>
                    </m:sub>
                  </m:sSub>
                  <m:r>
                    <a:rPr lang="en-DK" sz="1500" i="1" kern="1200">
                      <a:latin typeface="Cambria Math" panose="02040503050406030204" pitchFamily="18" charset="0"/>
                    </a:rPr>
                    <m:t>−</m:t>
                  </m:r>
                  <m:sSub>
                    <m:sSubPr>
                      <m:ctrlPr>
                        <a:rPr lang="en-DK" sz="1500" i="1" kern="1200">
                          <a:latin typeface="Cambria Math" panose="02040503050406030204" pitchFamily="18" charset="0"/>
                        </a:rPr>
                      </m:ctrlPr>
                    </m:sSubPr>
                    <m:e>
                      <m:r>
                        <a:rPr lang="en-DK" sz="1500" i="1" kern="1200">
                          <a:latin typeface="Cambria Math" panose="02040503050406030204" pitchFamily="18" charset="0"/>
                        </a:rPr>
                        <m:t>𝐼</m:t>
                      </m:r>
                    </m:e>
                    <m:sub>
                      <m:r>
                        <m:rPr>
                          <m:sty m:val="p"/>
                        </m:rPr>
                        <a:rPr lang="en-DK" sz="1500" kern="1200">
                          <a:latin typeface="Cambria Math" panose="02040503050406030204" pitchFamily="18" charset="0"/>
                        </a:rPr>
                        <m:t>min</m:t>
                      </m:r>
                    </m:sub>
                  </m:sSub>
                </m:num>
                <m:den>
                  <m:acc>
                    <m:accPr>
                      <m:chr m:val="̅"/>
                      <m:ctrlPr>
                        <a:rPr lang="en-DK" sz="1500" i="1" kern="1200">
                          <a:latin typeface="Cambria Math" panose="02040503050406030204" pitchFamily="18" charset="0"/>
                        </a:rPr>
                      </m:ctrlPr>
                    </m:accPr>
                    <m:e>
                      <m:r>
                        <a:rPr lang="en-DK" sz="1500" i="1" kern="1200">
                          <a:latin typeface="Cambria Math" panose="02040503050406030204" pitchFamily="18" charset="0"/>
                        </a:rPr>
                        <m:t>𝐼</m:t>
                      </m:r>
                    </m:e>
                  </m:acc>
                </m:den>
              </m:f>
              <m:r>
                <a:rPr lang="en-DK" sz="1500" i="1" kern="1200">
                  <a:latin typeface="Cambria Math" panose="02040503050406030204" pitchFamily="18" charset="0"/>
                </a:rPr>
                <m:t>=0.156791</m:t>
              </m:r>
            </m:oMath>
          </a14:m>
          <a:endParaRPr lang="en-DK" sz="1500" kern="1200"/>
        </a:p>
      </dsp:txBody>
      <dsp:txXfrm>
        <a:off x="0" y="2163769"/>
        <a:ext cx="3227661" cy="1258560"/>
      </dsp:txXfrm>
    </dsp:sp>
  </dsp:spTree>
</dsp:drawing>
</file>

<file path=ppt/diagrams/drawing1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3EFC82-0E2F-0245-B8F6-28564EED1AD0}">
      <dsp:nvSpPr>
        <dsp:cNvPr id="0" name=""/>
        <dsp:cNvSpPr/>
      </dsp:nvSpPr>
      <dsp:spPr>
        <a:xfrm>
          <a:off x="0" y="206903"/>
          <a:ext cx="7143331" cy="1081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b="0" kern="1200" dirty="0"/>
            <a:t>Without sample constraints:</a:t>
          </a:r>
          <a:endParaRPr lang="en-DK" sz="4200" kern="1200" dirty="0"/>
        </a:p>
      </dsp:txBody>
      <dsp:txXfrm>
        <a:off x="52774" y="259677"/>
        <a:ext cx="7037783" cy="975532"/>
      </dsp:txXfrm>
    </dsp:sp>
    <dsp:sp modelId="{1C16EC5D-B995-2A4B-A649-043C84511068}">
      <dsp:nvSpPr>
        <dsp:cNvPr id="0" name=""/>
        <dsp:cNvSpPr/>
      </dsp:nvSpPr>
      <dsp:spPr>
        <a:xfrm>
          <a:off x="0" y="1287983"/>
          <a:ext cx="7143331" cy="695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6801" tIns="53340" rIns="298704" bIns="53340" numCol="1" spcCol="1270" anchor="t" anchorCtr="0">
          <a:noAutofit/>
        </a:bodyPr>
        <a:lstStyle/>
        <a:p>
          <a:pPr marL="285750" lvl="1" indent="-285750" algn="l" defTabSz="1466850">
            <a:lnSpc>
              <a:spcPct val="90000"/>
            </a:lnSpc>
            <a:spcBef>
              <a:spcPct val="0"/>
            </a:spcBef>
            <a:spcAft>
              <a:spcPct val="20000"/>
            </a:spcAft>
            <a:buChar char="•"/>
          </a:pPr>
          <a:endParaRPr lang="en-DK" sz="3300" kern="1200" dirty="0"/>
        </a:p>
      </dsp:txBody>
      <dsp:txXfrm>
        <a:off x="0" y="1287983"/>
        <a:ext cx="7143331" cy="695520"/>
      </dsp:txXfrm>
    </dsp:sp>
  </dsp:spTree>
</dsp:drawing>
</file>

<file path=ppt/diagrams/drawing1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3EFC82-0E2F-0245-B8F6-28564EED1AD0}">
      <dsp:nvSpPr>
        <dsp:cNvPr id="0" name=""/>
        <dsp:cNvSpPr/>
      </dsp:nvSpPr>
      <dsp:spPr>
        <a:xfrm>
          <a:off x="0" y="227184"/>
          <a:ext cx="4929519" cy="746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kern="1200" dirty="0"/>
            <a:t>Without sample constraints:</a:t>
          </a:r>
          <a:endParaRPr lang="en-DK" sz="2900" kern="1200" dirty="0"/>
        </a:p>
      </dsp:txBody>
      <dsp:txXfrm>
        <a:off x="36439" y="263623"/>
        <a:ext cx="4856641" cy="673582"/>
      </dsp:txXfrm>
    </dsp:sp>
    <dsp:sp modelId="{1C16EC5D-B995-2A4B-A649-043C84511068}">
      <dsp:nvSpPr>
        <dsp:cNvPr id="0" name=""/>
        <dsp:cNvSpPr/>
      </dsp:nvSpPr>
      <dsp:spPr>
        <a:xfrm>
          <a:off x="0" y="973644"/>
          <a:ext cx="4929519" cy="48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512" tIns="36830" rIns="206248" bIns="36830" numCol="1" spcCol="1270" anchor="t" anchorCtr="0">
          <a:noAutofit/>
        </a:bodyPr>
        <a:lstStyle/>
        <a:p>
          <a:pPr marL="228600" lvl="1" indent="-228600" algn="l" defTabSz="1022350">
            <a:lnSpc>
              <a:spcPct val="90000"/>
            </a:lnSpc>
            <a:spcBef>
              <a:spcPct val="0"/>
            </a:spcBef>
            <a:spcAft>
              <a:spcPct val="20000"/>
            </a:spcAft>
            <a:buChar char="•"/>
          </a:pPr>
          <a:endParaRPr lang="en-DK" sz="2300" kern="1200" dirty="0"/>
        </a:p>
      </dsp:txBody>
      <dsp:txXfrm>
        <a:off x="0" y="973644"/>
        <a:ext cx="4929519" cy="480240"/>
      </dsp:txXfrm>
    </dsp:sp>
  </dsp:spTree>
</dsp:drawing>
</file>

<file path=ppt/diagrams/drawing1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3EFC82-0E2F-0245-B8F6-28564EED1AD0}">
      <dsp:nvSpPr>
        <dsp:cNvPr id="0" name=""/>
        <dsp:cNvSpPr/>
      </dsp:nvSpPr>
      <dsp:spPr>
        <a:xfrm>
          <a:off x="0" y="240645"/>
          <a:ext cx="4993482" cy="746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kern="1200" dirty="0"/>
            <a:t>Without sample constraints:</a:t>
          </a:r>
          <a:endParaRPr lang="en-DK" sz="2900" kern="1200" dirty="0"/>
        </a:p>
      </dsp:txBody>
      <dsp:txXfrm>
        <a:off x="36439" y="277084"/>
        <a:ext cx="4920604" cy="673582"/>
      </dsp:txXfrm>
    </dsp:sp>
    <dsp:sp modelId="{1C16EC5D-B995-2A4B-A649-043C84511068}">
      <dsp:nvSpPr>
        <dsp:cNvPr id="0" name=""/>
        <dsp:cNvSpPr/>
      </dsp:nvSpPr>
      <dsp:spPr>
        <a:xfrm>
          <a:off x="0" y="987106"/>
          <a:ext cx="4993482" cy="1290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43"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US" sz="2300" b="0" kern="1200" dirty="0"/>
            <a:t>Height: 30-40 mm</a:t>
          </a:r>
          <a:endParaRPr lang="en-DK" sz="2300" kern="1200" dirty="0"/>
        </a:p>
        <a:p>
          <a:pPr marL="228600" lvl="1" indent="-228600" algn="l" defTabSz="1022350">
            <a:lnSpc>
              <a:spcPct val="90000"/>
            </a:lnSpc>
            <a:spcBef>
              <a:spcPct val="0"/>
            </a:spcBef>
            <a:spcAft>
              <a:spcPct val="20000"/>
            </a:spcAft>
            <a:buChar char="•"/>
          </a:pPr>
          <a:r>
            <a:rPr lang="en-US" sz="2300" kern="1200"/>
            <a:t>Radius: 7.5-12.5 mm</a:t>
          </a:r>
          <a:endParaRPr lang="en-DK" sz="2300" kern="1200"/>
        </a:p>
        <a:p>
          <a:pPr marL="228600" lvl="1" indent="-228600" algn="l" defTabSz="1022350">
            <a:lnSpc>
              <a:spcPct val="90000"/>
            </a:lnSpc>
            <a:spcBef>
              <a:spcPct val="0"/>
            </a:spcBef>
            <a:spcAft>
              <a:spcPct val="20000"/>
            </a:spcAft>
            <a:buChar char="•"/>
          </a:pPr>
          <a:r>
            <a:rPr lang="en-US" sz="2300" kern="1200" dirty="0"/>
            <a:t>Wall thickness: ~1-2.5 mm</a:t>
          </a:r>
          <a:endParaRPr lang="en-DK" sz="2300" kern="1200" dirty="0"/>
        </a:p>
      </dsp:txBody>
      <dsp:txXfrm>
        <a:off x="0" y="987106"/>
        <a:ext cx="4993482" cy="1290645"/>
      </dsp:txXfrm>
    </dsp:sp>
  </dsp:spTree>
</dsp:drawing>
</file>

<file path=ppt/diagrams/drawing1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3EFC82-0E2F-0245-B8F6-28564EED1AD0}">
      <dsp:nvSpPr>
        <dsp:cNvPr id="0" name=""/>
        <dsp:cNvSpPr/>
      </dsp:nvSpPr>
      <dsp:spPr>
        <a:xfrm>
          <a:off x="0" y="49415"/>
          <a:ext cx="4993482" cy="720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0" kern="1200" dirty="0"/>
            <a:t>Without sample constraints:</a:t>
          </a:r>
          <a:endParaRPr lang="en-DK" sz="2800" kern="1200" dirty="0"/>
        </a:p>
      </dsp:txBody>
      <dsp:txXfrm>
        <a:off x="35183" y="84598"/>
        <a:ext cx="4923116" cy="650354"/>
      </dsp:txXfrm>
    </dsp:sp>
    <dsp:sp modelId="{1C16EC5D-B995-2A4B-A649-043C84511068}">
      <dsp:nvSpPr>
        <dsp:cNvPr id="0" name=""/>
        <dsp:cNvSpPr/>
      </dsp:nvSpPr>
      <dsp:spPr>
        <a:xfrm>
          <a:off x="0" y="770135"/>
          <a:ext cx="4993482" cy="121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43"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b="0" kern="1200" dirty="0"/>
            <a:t>Height: 30-40 mm</a:t>
          </a:r>
          <a:endParaRPr lang="en-DK" sz="2200" kern="1200" dirty="0"/>
        </a:p>
        <a:p>
          <a:pPr marL="228600" lvl="1" indent="-228600" algn="l" defTabSz="977900">
            <a:lnSpc>
              <a:spcPct val="90000"/>
            </a:lnSpc>
            <a:spcBef>
              <a:spcPct val="0"/>
            </a:spcBef>
            <a:spcAft>
              <a:spcPct val="20000"/>
            </a:spcAft>
            <a:buChar char="•"/>
          </a:pPr>
          <a:r>
            <a:rPr lang="en-US" sz="2200" kern="1200"/>
            <a:t>Radius: 7.5-12.5 mm</a:t>
          </a:r>
          <a:endParaRPr lang="en-DK" sz="2200" kern="1200"/>
        </a:p>
        <a:p>
          <a:pPr marL="228600" lvl="1" indent="-228600" algn="l" defTabSz="977900">
            <a:lnSpc>
              <a:spcPct val="90000"/>
            </a:lnSpc>
            <a:spcBef>
              <a:spcPct val="0"/>
            </a:spcBef>
            <a:spcAft>
              <a:spcPct val="20000"/>
            </a:spcAft>
            <a:buChar char="•"/>
          </a:pPr>
          <a:r>
            <a:rPr lang="en-US" sz="2200" kern="1200" dirty="0"/>
            <a:t>Wall thickness: ~1-2.5 mm</a:t>
          </a:r>
          <a:endParaRPr lang="en-DK" sz="2200" kern="1200" dirty="0"/>
        </a:p>
      </dsp:txBody>
      <dsp:txXfrm>
        <a:off x="0" y="770135"/>
        <a:ext cx="4993482" cy="1217160"/>
      </dsp:txXfrm>
    </dsp:sp>
    <dsp:sp modelId="{2FF3A136-630E-E34F-A733-8D8046E33284}">
      <dsp:nvSpPr>
        <dsp:cNvPr id="0" name=""/>
        <dsp:cNvSpPr/>
      </dsp:nvSpPr>
      <dsp:spPr>
        <a:xfrm>
          <a:off x="0" y="1987295"/>
          <a:ext cx="4993482" cy="720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With sample constraint:</a:t>
          </a:r>
          <a:endParaRPr lang="en-DK" sz="2800" kern="1200" dirty="0"/>
        </a:p>
      </dsp:txBody>
      <dsp:txXfrm>
        <a:off x="35183" y="2022478"/>
        <a:ext cx="4923116" cy="650354"/>
      </dsp:txXfrm>
    </dsp:sp>
    <dsp:sp modelId="{621CC8B1-AFD9-D649-B044-4AC505A6AE0B}">
      <dsp:nvSpPr>
        <dsp:cNvPr id="0" name=""/>
        <dsp:cNvSpPr/>
      </dsp:nvSpPr>
      <dsp:spPr>
        <a:xfrm>
          <a:off x="0" y="2708015"/>
          <a:ext cx="4993482"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43" tIns="35560" rIns="199136" bIns="35560" numCol="1" spcCol="1270" anchor="t" anchorCtr="0">
          <a:noAutofit/>
        </a:bodyPr>
        <a:lstStyle/>
        <a:p>
          <a:pPr marL="228600" lvl="1" indent="-228600" algn="l" defTabSz="977900">
            <a:lnSpc>
              <a:spcPct val="90000"/>
            </a:lnSpc>
            <a:spcBef>
              <a:spcPct val="0"/>
            </a:spcBef>
            <a:spcAft>
              <a:spcPct val="20000"/>
            </a:spcAft>
            <a:buChar char="•"/>
          </a:pPr>
          <a:endParaRPr lang="en-DK" sz="2200" kern="1200" dirty="0"/>
        </a:p>
      </dsp:txBody>
      <dsp:txXfrm>
        <a:off x="0" y="2708015"/>
        <a:ext cx="4993482" cy="463680"/>
      </dsp:txXfrm>
    </dsp:sp>
  </dsp:spTree>
</dsp:drawing>
</file>

<file path=ppt/diagrams/drawing1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3EFC82-0E2F-0245-B8F6-28564EED1AD0}">
      <dsp:nvSpPr>
        <dsp:cNvPr id="0" name=""/>
        <dsp:cNvSpPr/>
      </dsp:nvSpPr>
      <dsp:spPr>
        <a:xfrm>
          <a:off x="0" y="49415"/>
          <a:ext cx="4993482" cy="720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0" kern="1200" dirty="0"/>
            <a:t>Without sample constraints:</a:t>
          </a:r>
          <a:endParaRPr lang="en-DK" sz="2800" kern="1200" dirty="0"/>
        </a:p>
      </dsp:txBody>
      <dsp:txXfrm>
        <a:off x="35183" y="84598"/>
        <a:ext cx="4923116" cy="650354"/>
      </dsp:txXfrm>
    </dsp:sp>
    <dsp:sp modelId="{1C16EC5D-B995-2A4B-A649-043C84511068}">
      <dsp:nvSpPr>
        <dsp:cNvPr id="0" name=""/>
        <dsp:cNvSpPr/>
      </dsp:nvSpPr>
      <dsp:spPr>
        <a:xfrm>
          <a:off x="0" y="770135"/>
          <a:ext cx="4993482" cy="121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43"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b="0" kern="1200" dirty="0"/>
            <a:t>Height: 30-40 mm</a:t>
          </a:r>
          <a:endParaRPr lang="en-DK" sz="2200" kern="1200" dirty="0"/>
        </a:p>
        <a:p>
          <a:pPr marL="228600" lvl="1" indent="-228600" algn="l" defTabSz="977900">
            <a:lnSpc>
              <a:spcPct val="90000"/>
            </a:lnSpc>
            <a:spcBef>
              <a:spcPct val="0"/>
            </a:spcBef>
            <a:spcAft>
              <a:spcPct val="20000"/>
            </a:spcAft>
            <a:buChar char="•"/>
          </a:pPr>
          <a:r>
            <a:rPr lang="en-US" sz="2200" kern="1200"/>
            <a:t>Radius: 7.5-12.5 mm</a:t>
          </a:r>
          <a:endParaRPr lang="en-DK" sz="2200" kern="1200"/>
        </a:p>
        <a:p>
          <a:pPr marL="228600" lvl="1" indent="-228600" algn="l" defTabSz="977900">
            <a:lnSpc>
              <a:spcPct val="90000"/>
            </a:lnSpc>
            <a:spcBef>
              <a:spcPct val="0"/>
            </a:spcBef>
            <a:spcAft>
              <a:spcPct val="20000"/>
            </a:spcAft>
            <a:buChar char="•"/>
          </a:pPr>
          <a:r>
            <a:rPr lang="en-US" sz="2200" kern="1200" dirty="0"/>
            <a:t>Wall thickness: ~1-2.5 mm</a:t>
          </a:r>
          <a:endParaRPr lang="en-DK" sz="2200" kern="1200" dirty="0"/>
        </a:p>
      </dsp:txBody>
      <dsp:txXfrm>
        <a:off x="0" y="770135"/>
        <a:ext cx="4993482" cy="1217160"/>
      </dsp:txXfrm>
    </dsp:sp>
    <dsp:sp modelId="{2FF3A136-630E-E34F-A733-8D8046E33284}">
      <dsp:nvSpPr>
        <dsp:cNvPr id="0" name=""/>
        <dsp:cNvSpPr/>
      </dsp:nvSpPr>
      <dsp:spPr>
        <a:xfrm>
          <a:off x="0" y="1987295"/>
          <a:ext cx="4993482" cy="720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With sample constraint:</a:t>
          </a:r>
          <a:endParaRPr lang="en-DK" sz="2800" kern="1200" dirty="0"/>
        </a:p>
      </dsp:txBody>
      <dsp:txXfrm>
        <a:off x="35183" y="2022478"/>
        <a:ext cx="4923116" cy="650354"/>
      </dsp:txXfrm>
    </dsp:sp>
    <dsp:sp modelId="{621CC8B1-AFD9-D649-B044-4AC505A6AE0B}">
      <dsp:nvSpPr>
        <dsp:cNvPr id="0" name=""/>
        <dsp:cNvSpPr/>
      </dsp:nvSpPr>
      <dsp:spPr>
        <a:xfrm>
          <a:off x="0" y="2708015"/>
          <a:ext cx="4993482"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43" tIns="35560" rIns="199136" bIns="35560" numCol="1" spcCol="1270" anchor="t" anchorCtr="0">
          <a:noAutofit/>
        </a:bodyPr>
        <a:lstStyle/>
        <a:p>
          <a:pPr marL="228600" lvl="1" indent="-228600" algn="l" defTabSz="977900">
            <a:lnSpc>
              <a:spcPct val="90000"/>
            </a:lnSpc>
            <a:spcBef>
              <a:spcPct val="0"/>
            </a:spcBef>
            <a:spcAft>
              <a:spcPct val="20000"/>
            </a:spcAft>
            <a:buChar char="•"/>
          </a:pPr>
          <a:endParaRPr lang="en-DK" sz="2200" kern="1200" dirty="0"/>
        </a:p>
      </dsp:txBody>
      <dsp:txXfrm>
        <a:off x="0" y="2708015"/>
        <a:ext cx="4993482" cy="463680"/>
      </dsp:txXfrm>
    </dsp:sp>
  </dsp:spTree>
</dsp:drawing>
</file>

<file path=ppt/diagrams/drawing1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3EFC82-0E2F-0245-B8F6-28564EED1AD0}">
      <dsp:nvSpPr>
        <dsp:cNvPr id="0" name=""/>
        <dsp:cNvSpPr/>
      </dsp:nvSpPr>
      <dsp:spPr>
        <a:xfrm>
          <a:off x="0" y="83149"/>
          <a:ext cx="4993482" cy="720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0" kern="1200" dirty="0"/>
            <a:t>Without sample constraints:</a:t>
          </a:r>
          <a:endParaRPr lang="en-DK" sz="2800" kern="1200" dirty="0"/>
        </a:p>
      </dsp:txBody>
      <dsp:txXfrm>
        <a:off x="35183" y="118332"/>
        <a:ext cx="4923116" cy="650354"/>
      </dsp:txXfrm>
    </dsp:sp>
    <dsp:sp modelId="{1C16EC5D-B995-2A4B-A649-043C84511068}">
      <dsp:nvSpPr>
        <dsp:cNvPr id="0" name=""/>
        <dsp:cNvSpPr/>
      </dsp:nvSpPr>
      <dsp:spPr>
        <a:xfrm>
          <a:off x="0" y="803869"/>
          <a:ext cx="4993482" cy="121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43"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b="0" kern="1200" dirty="0"/>
            <a:t>Height: 30-40 mm</a:t>
          </a:r>
          <a:endParaRPr lang="en-DK" sz="2200" kern="1200" dirty="0"/>
        </a:p>
        <a:p>
          <a:pPr marL="228600" lvl="1" indent="-228600" algn="l" defTabSz="977900">
            <a:lnSpc>
              <a:spcPct val="90000"/>
            </a:lnSpc>
            <a:spcBef>
              <a:spcPct val="0"/>
            </a:spcBef>
            <a:spcAft>
              <a:spcPct val="20000"/>
            </a:spcAft>
            <a:buChar char="•"/>
          </a:pPr>
          <a:r>
            <a:rPr lang="en-US" sz="2200" kern="1200"/>
            <a:t>Radius: 7.5-12.5 mm</a:t>
          </a:r>
          <a:endParaRPr lang="en-DK" sz="2200" kern="1200"/>
        </a:p>
        <a:p>
          <a:pPr marL="228600" lvl="1" indent="-228600" algn="l" defTabSz="977900">
            <a:lnSpc>
              <a:spcPct val="90000"/>
            </a:lnSpc>
            <a:spcBef>
              <a:spcPct val="0"/>
            </a:spcBef>
            <a:spcAft>
              <a:spcPct val="20000"/>
            </a:spcAft>
            <a:buChar char="•"/>
          </a:pPr>
          <a:r>
            <a:rPr lang="en-US" sz="2200" kern="1200" dirty="0"/>
            <a:t>Wall thickness: ~1-2.5 mm</a:t>
          </a:r>
          <a:endParaRPr lang="en-DK" sz="2200" kern="1200" dirty="0"/>
        </a:p>
      </dsp:txBody>
      <dsp:txXfrm>
        <a:off x="0" y="803869"/>
        <a:ext cx="4993482" cy="1217160"/>
      </dsp:txXfrm>
    </dsp:sp>
    <dsp:sp modelId="{2FF3A136-630E-E34F-A733-8D8046E33284}">
      <dsp:nvSpPr>
        <dsp:cNvPr id="0" name=""/>
        <dsp:cNvSpPr/>
      </dsp:nvSpPr>
      <dsp:spPr>
        <a:xfrm>
          <a:off x="0" y="2021029"/>
          <a:ext cx="4993482" cy="720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With sample constraint:</a:t>
          </a:r>
          <a:endParaRPr lang="en-DK" sz="2800" kern="1200" dirty="0"/>
        </a:p>
      </dsp:txBody>
      <dsp:txXfrm>
        <a:off x="35183" y="2056212"/>
        <a:ext cx="4923116" cy="650354"/>
      </dsp:txXfrm>
    </dsp:sp>
    <dsp:sp modelId="{621CC8B1-AFD9-D649-B044-4AC505A6AE0B}">
      <dsp:nvSpPr>
        <dsp:cNvPr id="0" name=""/>
        <dsp:cNvSpPr/>
      </dsp:nvSpPr>
      <dsp:spPr>
        <a:xfrm>
          <a:off x="0" y="2741749"/>
          <a:ext cx="4993482" cy="121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43"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dirty="0"/>
            <a:t>Height: 10 mm</a:t>
          </a:r>
          <a:endParaRPr lang="en-DK" sz="2200" kern="1200" dirty="0"/>
        </a:p>
        <a:p>
          <a:pPr marL="228600" lvl="1" indent="-228600" algn="l" defTabSz="977900">
            <a:lnSpc>
              <a:spcPct val="90000"/>
            </a:lnSpc>
            <a:spcBef>
              <a:spcPct val="0"/>
            </a:spcBef>
            <a:spcAft>
              <a:spcPct val="20000"/>
            </a:spcAft>
            <a:buChar char="•"/>
          </a:pPr>
          <a:r>
            <a:rPr lang="en-US" sz="2200" kern="1200" dirty="0"/>
            <a:t>Radius: 10 mm</a:t>
          </a:r>
          <a:endParaRPr lang="en-DK" sz="2200" kern="1200" dirty="0"/>
        </a:p>
        <a:p>
          <a:pPr marL="228600" lvl="1" indent="-228600" algn="l" defTabSz="977900">
            <a:lnSpc>
              <a:spcPct val="90000"/>
            </a:lnSpc>
            <a:spcBef>
              <a:spcPct val="0"/>
            </a:spcBef>
            <a:spcAft>
              <a:spcPct val="20000"/>
            </a:spcAft>
            <a:buChar char="•"/>
          </a:pPr>
          <a:r>
            <a:rPr lang="en-US" sz="2200" kern="1200" dirty="0"/>
            <a:t>Wall thickness ~1-1.25 mm</a:t>
          </a:r>
          <a:endParaRPr lang="en-DK" sz="2200" kern="1200" dirty="0"/>
        </a:p>
      </dsp:txBody>
      <dsp:txXfrm>
        <a:off x="0" y="2741749"/>
        <a:ext cx="4993482" cy="1217160"/>
      </dsp:txXfrm>
    </dsp:sp>
  </dsp:spTree>
</dsp:drawing>
</file>

<file path=ppt/diagrams/drawing1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Optimize</a:t>
          </a:r>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Conclusion</a:t>
          </a:r>
        </a:p>
      </dsp:txBody>
      <dsp:txXfrm>
        <a:off x="10497926" y="0"/>
        <a:ext cx="1530772" cy="314696"/>
      </dsp:txXfrm>
    </dsp:sp>
  </dsp:spTree>
</dsp:drawing>
</file>

<file path=ppt/diagrams/drawing1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3EFC82-0E2F-0245-B8F6-28564EED1AD0}">
      <dsp:nvSpPr>
        <dsp:cNvPr id="0" name=""/>
        <dsp:cNvSpPr/>
      </dsp:nvSpPr>
      <dsp:spPr>
        <a:xfrm>
          <a:off x="0" y="33109"/>
          <a:ext cx="4993482" cy="566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kern="1200" dirty="0"/>
            <a:t>Without sample constraints:</a:t>
          </a:r>
          <a:endParaRPr lang="en-DK" sz="2200" kern="1200" dirty="0"/>
        </a:p>
      </dsp:txBody>
      <dsp:txXfrm>
        <a:off x="27644" y="60753"/>
        <a:ext cx="4938194" cy="510992"/>
      </dsp:txXfrm>
    </dsp:sp>
    <dsp:sp modelId="{1C16EC5D-B995-2A4B-A649-043C84511068}">
      <dsp:nvSpPr>
        <dsp:cNvPr id="0" name=""/>
        <dsp:cNvSpPr/>
      </dsp:nvSpPr>
      <dsp:spPr>
        <a:xfrm>
          <a:off x="0" y="599389"/>
          <a:ext cx="4993482" cy="956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43"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b="0" kern="1200" dirty="0"/>
            <a:t>Height: 30-40 mm</a:t>
          </a:r>
          <a:endParaRPr lang="en-DK" sz="1700" kern="1200" dirty="0"/>
        </a:p>
        <a:p>
          <a:pPr marL="171450" lvl="1" indent="-171450" algn="l" defTabSz="755650">
            <a:lnSpc>
              <a:spcPct val="90000"/>
            </a:lnSpc>
            <a:spcBef>
              <a:spcPct val="0"/>
            </a:spcBef>
            <a:spcAft>
              <a:spcPct val="20000"/>
            </a:spcAft>
            <a:buChar char="•"/>
          </a:pPr>
          <a:r>
            <a:rPr lang="en-US" sz="1700" kern="1200" dirty="0"/>
            <a:t>Radius: 7.5-12.5 mm</a:t>
          </a:r>
          <a:endParaRPr lang="en-DK" sz="1700" kern="1200" dirty="0"/>
        </a:p>
        <a:p>
          <a:pPr marL="171450" lvl="1" indent="-171450" algn="l" defTabSz="755650">
            <a:lnSpc>
              <a:spcPct val="90000"/>
            </a:lnSpc>
            <a:spcBef>
              <a:spcPct val="0"/>
            </a:spcBef>
            <a:spcAft>
              <a:spcPct val="20000"/>
            </a:spcAft>
            <a:buChar char="•"/>
          </a:pPr>
          <a:r>
            <a:rPr lang="en-US" sz="1700" kern="1200" dirty="0"/>
            <a:t>Wall thickness: ~1-2.5 mm</a:t>
          </a:r>
          <a:endParaRPr lang="en-DK" sz="1700" kern="1200" dirty="0"/>
        </a:p>
      </dsp:txBody>
      <dsp:txXfrm>
        <a:off x="0" y="599389"/>
        <a:ext cx="4993482" cy="956340"/>
      </dsp:txXfrm>
    </dsp:sp>
    <dsp:sp modelId="{2FF3A136-630E-E34F-A733-8D8046E33284}">
      <dsp:nvSpPr>
        <dsp:cNvPr id="0" name=""/>
        <dsp:cNvSpPr/>
      </dsp:nvSpPr>
      <dsp:spPr>
        <a:xfrm>
          <a:off x="0" y="1555729"/>
          <a:ext cx="4993482" cy="566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With sample constraint:</a:t>
          </a:r>
          <a:endParaRPr lang="en-DK" sz="2200" kern="1200" dirty="0"/>
        </a:p>
      </dsp:txBody>
      <dsp:txXfrm>
        <a:off x="27644" y="1583373"/>
        <a:ext cx="4938194" cy="510992"/>
      </dsp:txXfrm>
    </dsp:sp>
    <dsp:sp modelId="{621CC8B1-AFD9-D649-B044-4AC505A6AE0B}">
      <dsp:nvSpPr>
        <dsp:cNvPr id="0" name=""/>
        <dsp:cNvSpPr/>
      </dsp:nvSpPr>
      <dsp:spPr>
        <a:xfrm>
          <a:off x="0" y="2122009"/>
          <a:ext cx="4993482" cy="956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43"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Height: 10 mm</a:t>
          </a:r>
          <a:endParaRPr lang="en-DK" sz="1700" kern="1200" dirty="0"/>
        </a:p>
        <a:p>
          <a:pPr marL="171450" lvl="1" indent="-171450" algn="l" defTabSz="755650">
            <a:lnSpc>
              <a:spcPct val="90000"/>
            </a:lnSpc>
            <a:spcBef>
              <a:spcPct val="0"/>
            </a:spcBef>
            <a:spcAft>
              <a:spcPct val="20000"/>
            </a:spcAft>
            <a:buChar char="•"/>
          </a:pPr>
          <a:r>
            <a:rPr lang="en-US" sz="1700" kern="1200" dirty="0"/>
            <a:t>Radius: 10 mm</a:t>
          </a:r>
          <a:endParaRPr lang="en-DK" sz="1700" kern="1200" dirty="0"/>
        </a:p>
        <a:p>
          <a:pPr marL="171450" lvl="1" indent="-171450" algn="l" defTabSz="755650">
            <a:lnSpc>
              <a:spcPct val="90000"/>
            </a:lnSpc>
            <a:spcBef>
              <a:spcPct val="0"/>
            </a:spcBef>
            <a:spcAft>
              <a:spcPct val="20000"/>
            </a:spcAft>
            <a:buChar char="•"/>
          </a:pPr>
          <a:r>
            <a:rPr lang="en-US" sz="1700" kern="1200" dirty="0"/>
            <a:t>Wall thickness ~1-1.25 mm</a:t>
          </a:r>
          <a:endParaRPr lang="en-DK" sz="1700" kern="1200" dirty="0"/>
        </a:p>
      </dsp:txBody>
      <dsp:txXfrm>
        <a:off x="0" y="2122009"/>
        <a:ext cx="4993482" cy="956340"/>
      </dsp:txXfrm>
    </dsp:sp>
    <dsp:sp modelId="{819B3122-FA5F-4B4C-8E40-A6D0091D3608}">
      <dsp:nvSpPr>
        <dsp:cNvPr id="0" name=""/>
        <dsp:cNvSpPr/>
      </dsp:nvSpPr>
      <dsp:spPr>
        <a:xfrm>
          <a:off x="0" y="3078349"/>
          <a:ext cx="4993482" cy="566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Using Coefficient of variation</a:t>
          </a:r>
        </a:p>
      </dsp:txBody>
      <dsp:txXfrm>
        <a:off x="27644" y="3105993"/>
        <a:ext cx="4938194" cy="510992"/>
      </dsp:txXfrm>
    </dsp:sp>
    <dsp:sp modelId="{48B2A2F4-92A3-154C-B367-D572DBC175DE}">
      <dsp:nvSpPr>
        <dsp:cNvPr id="0" name=""/>
        <dsp:cNvSpPr/>
      </dsp:nvSpPr>
      <dsp:spPr>
        <a:xfrm>
          <a:off x="0" y="3644629"/>
          <a:ext cx="4993482"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43"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wall thickness ~1-1.5mm</a:t>
          </a:r>
        </a:p>
      </dsp:txBody>
      <dsp:txXfrm>
        <a:off x="0" y="3644629"/>
        <a:ext cx="4993482" cy="364320"/>
      </dsp:txXfrm>
    </dsp:sp>
  </dsp:spTree>
</dsp:drawing>
</file>

<file path=ppt/diagrams/drawing1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Optimize</a:t>
          </a:r>
          <a:endParaRPr lang="en-US" sz="1500" kern="1200" dirty="0"/>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Conclusion</a:t>
          </a:r>
        </a:p>
      </dsp:txBody>
      <dsp:txXfrm>
        <a:off x="10497926" y="0"/>
        <a:ext cx="1530772" cy="314696"/>
      </dsp:txXfrm>
    </dsp:sp>
  </dsp:spTree>
</dsp:drawing>
</file>

<file path=ppt/diagrams/drawing1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3EFC82-0E2F-0245-B8F6-28564EED1AD0}">
      <dsp:nvSpPr>
        <dsp:cNvPr id="0" name=""/>
        <dsp:cNvSpPr/>
      </dsp:nvSpPr>
      <dsp:spPr>
        <a:xfrm>
          <a:off x="0" y="46654"/>
          <a:ext cx="4993482" cy="669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kern="1200" dirty="0"/>
            <a:t>Without sample constraints:</a:t>
          </a:r>
          <a:endParaRPr lang="en-DK" sz="2600" kern="1200" dirty="0"/>
        </a:p>
      </dsp:txBody>
      <dsp:txXfrm>
        <a:off x="32670" y="79324"/>
        <a:ext cx="4928142" cy="603900"/>
      </dsp:txXfrm>
    </dsp:sp>
    <dsp:sp modelId="{1C16EC5D-B995-2A4B-A649-043C84511068}">
      <dsp:nvSpPr>
        <dsp:cNvPr id="0" name=""/>
        <dsp:cNvSpPr/>
      </dsp:nvSpPr>
      <dsp:spPr>
        <a:xfrm>
          <a:off x="0" y="715894"/>
          <a:ext cx="4993482" cy="1130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43"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b="0" kern="1200" dirty="0"/>
            <a:t>Height: 30-40 mm</a:t>
          </a:r>
          <a:endParaRPr lang="en-DK" sz="2000" kern="1200" dirty="0"/>
        </a:p>
        <a:p>
          <a:pPr marL="228600" lvl="1" indent="-228600" algn="l" defTabSz="889000">
            <a:lnSpc>
              <a:spcPct val="90000"/>
            </a:lnSpc>
            <a:spcBef>
              <a:spcPct val="0"/>
            </a:spcBef>
            <a:spcAft>
              <a:spcPct val="20000"/>
            </a:spcAft>
            <a:buChar char="•"/>
          </a:pPr>
          <a:r>
            <a:rPr lang="en-US" sz="2000" kern="1200"/>
            <a:t>Radius: 7.5-12.5 mm</a:t>
          </a:r>
          <a:endParaRPr lang="en-DK" sz="2000" kern="1200"/>
        </a:p>
        <a:p>
          <a:pPr marL="228600" lvl="1" indent="-228600" algn="l" defTabSz="889000">
            <a:lnSpc>
              <a:spcPct val="90000"/>
            </a:lnSpc>
            <a:spcBef>
              <a:spcPct val="0"/>
            </a:spcBef>
            <a:spcAft>
              <a:spcPct val="20000"/>
            </a:spcAft>
            <a:buChar char="•"/>
          </a:pPr>
          <a:r>
            <a:rPr lang="en-US" sz="2000" kern="1200"/>
            <a:t>Wall thickness: ~1 mm</a:t>
          </a:r>
          <a:endParaRPr lang="en-DK" sz="2000" kern="1200"/>
        </a:p>
      </dsp:txBody>
      <dsp:txXfrm>
        <a:off x="0" y="715894"/>
        <a:ext cx="4993482" cy="1130220"/>
      </dsp:txXfrm>
    </dsp:sp>
    <dsp:sp modelId="{2FF3A136-630E-E34F-A733-8D8046E33284}">
      <dsp:nvSpPr>
        <dsp:cNvPr id="0" name=""/>
        <dsp:cNvSpPr/>
      </dsp:nvSpPr>
      <dsp:spPr>
        <a:xfrm>
          <a:off x="0" y="1846114"/>
          <a:ext cx="4993482" cy="669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With sample constraint:</a:t>
          </a:r>
          <a:endParaRPr lang="en-DK" sz="2600" kern="1200" dirty="0"/>
        </a:p>
      </dsp:txBody>
      <dsp:txXfrm>
        <a:off x="32670" y="1878784"/>
        <a:ext cx="4928142" cy="603900"/>
      </dsp:txXfrm>
    </dsp:sp>
    <dsp:sp modelId="{621CC8B1-AFD9-D649-B044-4AC505A6AE0B}">
      <dsp:nvSpPr>
        <dsp:cNvPr id="0" name=""/>
        <dsp:cNvSpPr/>
      </dsp:nvSpPr>
      <dsp:spPr>
        <a:xfrm>
          <a:off x="0" y="2515354"/>
          <a:ext cx="4993482" cy="1480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543"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Height: 10 mm</a:t>
          </a:r>
          <a:endParaRPr lang="en-DK" sz="2000" kern="1200" dirty="0"/>
        </a:p>
        <a:p>
          <a:pPr marL="228600" lvl="1" indent="-228600" algn="l" defTabSz="889000">
            <a:lnSpc>
              <a:spcPct val="90000"/>
            </a:lnSpc>
            <a:spcBef>
              <a:spcPct val="0"/>
            </a:spcBef>
            <a:spcAft>
              <a:spcPct val="20000"/>
            </a:spcAft>
            <a:buChar char="•"/>
          </a:pPr>
          <a:r>
            <a:rPr lang="en-US" sz="2000" kern="1200" dirty="0"/>
            <a:t>Radius: 10 mm</a:t>
          </a:r>
          <a:endParaRPr lang="en-DK" sz="2000" kern="1200" dirty="0"/>
        </a:p>
        <a:p>
          <a:pPr marL="228600" lvl="1" indent="-228600" algn="l" defTabSz="889000">
            <a:lnSpc>
              <a:spcPct val="90000"/>
            </a:lnSpc>
            <a:spcBef>
              <a:spcPct val="0"/>
            </a:spcBef>
            <a:spcAft>
              <a:spcPct val="20000"/>
            </a:spcAft>
            <a:buChar char="•"/>
          </a:pPr>
          <a:r>
            <a:rPr lang="en-US" sz="2000" kern="1200" dirty="0"/>
            <a:t>Wall thickness ~1 mm</a:t>
          </a:r>
          <a:endParaRPr lang="en-DK" sz="2000" kern="1200" dirty="0"/>
        </a:p>
        <a:p>
          <a:pPr marL="228600" lvl="1" indent="-228600" algn="l" defTabSz="889000">
            <a:lnSpc>
              <a:spcPct val="90000"/>
            </a:lnSpc>
            <a:spcBef>
              <a:spcPct val="0"/>
            </a:spcBef>
            <a:spcAft>
              <a:spcPct val="20000"/>
            </a:spcAft>
            <a:buChar char="•"/>
          </a:pPr>
          <a:r>
            <a:rPr lang="en-US" sz="2000" kern="1200" dirty="0"/>
            <a:t>For t=1.25 mm: </a:t>
          </a:r>
          <a14:m xmlns:a14="http://schemas.microsoft.com/office/drawing/2010/main">
            <m:oMath xmlns:m="http://schemas.openxmlformats.org/officeDocument/2006/math">
              <m:sSub>
                <m:sSubPr>
                  <m:ctrlPr>
                    <a:rPr lang="en-DK" sz="2000" i="1" kern="1200">
                      <a:latin typeface="Cambria Math" panose="02040503050406030204" pitchFamily="18" charset="0"/>
                    </a:rPr>
                  </m:ctrlPr>
                </m:sSubPr>
                <m:e>
                  <m:r>
                    <a:rPr lang="en-DK" sz="2000" b="0" i="1" kern="1200">
                      <a:latin typeface="Cambria Math" panose="02040503050406030204" pitchFamily="18" charset="0"/>
                    </a:rPr>
                    <m:t>𝐼</m:t>
                  </m:r>
                </m:e>
                <m:sub>
                  <m:r>
                    <m:rPr>
                      <m:sty m:val="p"/>
                    </m:rPr>
                    <a:rPr lang="en-DK" sz="2000" b="0" i="0" kern="1200">
                      <a:latin typeface="Cambria Math" panose="02040503050406030204" pitchFamily="18" charset="0"/>
                    </a:rPr>
                    <m:t>obs</m:t>
                  </m:r>
                </m:sub>
              </m:sSub>
              <m:r>
                <a:rPr lang="en-DK" sz="2000" b="0" i="1" kern="1200">
                  <a:latin typeface="Cambria Math" panose="02040503050406030204" pitchFamily="18" charset="0"/>
                </a:rPr>
                <m:t>/</m:t>
              </m:r>
              <m:sSub>
                <m:sSubPr>
                  <m:ctrlPr>
                    <a:rPr lang="en-DK" sz="2000" i="1" kern="1200">
                      <a:latin typeface="Cambria Math" panose="02040503050406030204" pitchFamily="18" charset="0"/>
                    </a:rPr>
                  </m:ctrlPr>
                </m:sSubPr>
                <m:e>
                  <m:r>
                    <a:rPr lang="en-DK" sz="2000" i="1" kern="1200">
                      <a:latin typeface="Cambria Math" panose="02040503050406030204" pitchFamily="18" charset="0"/>
                    </a:rPr>
                    <m:t>𝐼</m:t>
                  </m:r>
                </m:e>
                <m:sub>
                  <m:r>
                    <m:rPr>
                      <m:sty m:val="p"/>
                    </m:rPr>
                    <a:rPr lang="en-DK" sz="2000" b="0" i="0" kern="1200">
                      <a:latin typeface="Cambria Math" panose="02040503050406030204" pitchFamily="18" charset="0"/>
                    </a:rPr>
                    <m:t>exp</m:t>
                  </m:r>
                </m:sub>
              </m:sSub>
              <m:r>
                <a:rPr lang="en-DK" sz="2000" b="0" i="1" kern="1200">
                  <a:latin typeface="Cambria Math" panose="02040503050406030204" pitchFamily="18" charset="0"/>
                </a:rPr>
                <m:t>=0.413</m:t>
              </m:r>
            </m:oMath>
          </a14:m>
          <a:endParaRPr lang="en-DK" sz="2000" kern="1200" dirty="0"/>
        </a:p>
      </dsp:txBody>
      <dsp:txXfrm>
        <a:off x="0" y="2515354"/>
        <a:ext cx="4993482" cy="1480049"/>
      </dsp:txXfrm>
    </dsp:sp>
  </dsp:spTree>
</dsp:drawing>
</file>

<file path=ppt/diagrams/drawing1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0309C-3EBE-9745-B5EA-FA9EC1FF7985}">
      <dsp:nvSpPr>
        <dsp:cNvPr id="0" name=""/>
        <dsp:cNvSpPr/>
      </dsp:nvSpPr>
      <dsp:spPr>
        <a:xfrm>
          <a:off x="0" y="11589"/>
          <a:ext cx="11059700" cy="16450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0" i="0" kern="1200" baseline="0" dirty="0"/>
            <a:t>The </a:t>
          </a:r>
          <a14:m xmlns:a14="http://schemas.microsoft.com/office/drawing/2010/main">
            <m:oMath xmlns:m="http://schemas.openxmlformats.org/officeDocument/2006/math">
              <m:r>
                <a:rPr lang="en-US" sz="3800" b="0" i="1" kern="1200" baseline="0" dirty="0" smtClean="0">
                  <a:latin typeface="Cambria Math" panose="02040503050406030204" pitchFamily="18" charset="0"/>
                </a:rPr>
                <m:t>4</m:t>
              </m:r>
              <m:r>
                <a:rPr lang="el-GR" sz="3800" b="0" i="1" kern="1200" baseline="0" dirty="0" smtClean="0">
                  <a:latin typeface="Cambria Math" panose="02040503050406030204" pitchFamily="18" charset="0"/>
                </a:rPr>
                <m:t>𝜋</m:t>
              </m:r>
            </m:oMath>
          </a14:m>
          <a:r>
            <a:rPr lang="el-GR" sz="3800" b="0" i="0" kern="1200" baseline="0" dirty="0"/>
            <a:t> </a:t>
          </a:r>
          <a:r>
            <a:rPr lang="en-US" sz="3800" b="0" i="0" kern="1200" baseline="0" dirty="0"/>
            <a:t>monitor artifact should be further investigated or corrected.</a:t>
          </a:r>
          <a:endParaRPr lang="en-DK" sz="3800" kern="1200" dirty="0"/>
        </a:p>
      </dsp:txBody>
      <dsp:txXfrm>
        <a:off x="80303" y="91892"/>
        <a:ext cx="10899094" cy="1484414"/>
      </dsp:txXfrm>
    </dsp:sp>
  </dsp:spTree>
</dsp:drawing>
</file>

<file path=ppt/diagrams/drawing1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Optimize</a:t>
          </a:r>
          <a:endParaRPr lang="en-US" sz="1500" kern="1200" dirty="0"/>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Conclusion</a:t>
          </a:r>
        </a:p>
      </dsp:txBody>
      <dsp:txXfrm>
        <a:off x="10497926" y="0"/>
        <a:ext cx="1530772" cy="314696"/>
      </dsp:txXfrm>
    </dsp:sp>
  </dsp:spTree>
</dsp:drawing>
</file>

<file path=ppt/diagrams/drawing1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0309C-3EBE-9745-B5EA-FA9EC1FF7985}">
      <dsp:nvSpPr>
        <dsp:cNvPr id="0" name=""/>
        <dsp:cNvSpPr/>
      </dsp:nvSpPr>
      <dsp:spPr>
        <a:xfrm>
          <a:off x="0" y="42801"/>
          <a:ext cx="11059700" cy="119778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0" i="0" kern="1200" baseline="0" dirty="0"/>
            <a:t>The </a:t>
          </a:r>
          <a14:m xmlns:a14="http://schemas.microsoft.com/office/drawing/2010/main">
            <m:oMath xmlns:m="http://schemas.openxmlformats.org/officeDocument/2006/math">
              <m:r>
                <a:rPr lang="en-US" sz="2800" b="0" i="1" kern="1200" baseline="0" dirty="0" smtClean="0">
                  <a:latin typeface="Cambria Math" panose="02040503050406030204" pitchFamily="18" charset="0"/>
                </a:rPr>
                <m:t>4</m:t>
              </m:r>
              <m:r>
                <a:rPr lang="el-GR" sz="2800" b="0" i="1" kern="1200" baseline="0" dirty="0" smtClean="0">
                  <a:latin typeface="Cambria Math" panose="02040503050406030204" pitchFamily="18" charset="0"/>
                </a:rPr>
                <m:t>𝜋</m:t>
              </m:r>
            </m:oMath>
          </a14:m>
          <a:r>
            <a:rPr lang="el-GR" sz="2800" b="0" i="0" kern="1200" baseline="0" dirty="0"/>
            <a:t> </a:t>
          </a:r>
          <a:r>
            <a:rPr lang="en-US" sz="2800" b="0" i="0" kern="1200" baseline="0" dirty="0"/>
            <a:t>monitor artifact should be further investigated or corrected.</a:t>
          </a:r>
          <a:endParaRPr lang="en-DK" sz="2800" kern="1200" dirty="0"/>
        </a:p>
      </dsp:txBody>
      <dsp:txXfrm>
        <a:off x="58471" y="101272"/>
        <a:ext cx="10942758" cy="1080845"/>
      </dsp:txXfrm>
    </dsp:sp>
    <dsp:sp modelId="{A43AABC2-830C-1E47-8F07-5BFF3DB8C750}">
      <dsp:nvSpPr>
        <dsp:cNvPr id="0" name=""/>
        <dsp:cNvSpPr/>
      </dsp:nvSpPr>
      <dsp:spPr>
        <a:xfrm>
          <a:off x="0" y="1321228"/>
          <a:ext cx="11059700" cy="119778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0" i="0" kern="1200" baseline="0" dirty="0"/>
            <a:t>The expected intensity is less well defined for taller samples because the beam does not illuminate the full sample uniformly.</a:t>
          </a:r>
          <a:endParaRPr lang="en-DK" sz="2800" kern="1200" dirty="0"/>
        </a:p>
      </dsp:txBody>
      <dsp:txXfrm>
        <a:off x="58471" y="1379699"/>
        <a:ext cx="10942758" cy="1080845"/>
      </dsp:txXfrm>
    </dsp:sp>
  </dsp:spTree>
</dsp:drawing>
</file>

<file path=ppt/diagrams/drawing1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Optimize</a:t>
          </a:r>
          <a:endParaRPr lang="en-US" sz="1500" kern="1200" dirty="0"/>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Conclusion</a:t>
          </a:r>
        </a:p>
      </dsp:txBody>
      <dsp:txXfrm>
        <a:off x="10497926" y="0"/>
        <a:ext cx="1530772" cy="314696"/>
      </dsp:txXfrm>
    </dsp:sp>
  </dsp:spTree>
</dsp:drawing>
</file>

<file path=ppt/diagrams/drawing1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0309C-3EBE-9745-B5EA-FA9EC1FF7985}">
      <dsp:nvSpPr>
        <dsp:cNvPr id="0" name=""/>
        <dsp:cNvSpPr/>
      </dsp:nvSpPr>
      <dsp:spPr>
        <a:xfrm>
          <a:off x="0" y="56239"/>
          <a:ext cx="11059700" cy="10266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baseline="0" dirty="0"/>
            <a:t>The </a:t>
          </a:r>
          <a14:m xmlns:a14="http://schemas.microsoft.com/office/drawing/2010/main">
            <m:oMath xmlns:m="http://schemas.openxmlformats.org/officeDocument/2006/math">
              <m:r>
                <a:rPr lang="en-US" sz="2400" b="0" i="1" kern="1200" baseline="0" dirty="0" smtClean="0">
                  <a:latin typeface="Cambria Math" panose="02040503050406030204" pitchFamily="18" charset="0"/>
                </a:rPr>
                <m:t>4</m:t>
              </m:r>
              <m:r>
                <a:rPr lang="el-GR" sz="2400" b="0" i="1" kern="1200" baseline="0" dirty="0" smtClean="0">
                  <a:latin typeface="Cambria Math" panose="02040503050406030204" pitchFamily="18" charset="0"/>
                </a:rPr>
                <m:t>𝜋</m:t>
              </m:r>
            </m:oMath>
          </a14:m>
          <a:r>
            <a:rPr lang="el-GR" sz="2400" b="0" i="0" kern="1200" baseline="0" dirty="0"/>
            <a:t> </a:t>
          </a:r>
          <a:r>
            <a:rPr lang="en-US" sz="2400" b="0" i="0" kern="1200" baseline="0" dirty="0"/>
            <a:t>monitor artifact should be further investigated or corrected.</a:t>
          </a:r>
          <a:endParaRPr lang="en-DK" sz="2400" kern="1200" dirty="0"/>
        </a:p>
      </dsp:txBody>
      <dsp:txXfrm>
        <a:off x="50118" y="106357"/>
        <a:ext cx="10959464" cy="926438"/>
      </dsp:txXfrm>
    </dsp:sp>
    <dsp:sp modelId="{A43AABC2-830C-1E47-8F07-5BFF3DB8C750}">
      <dsp:nvSpPr>
        <dsp:cNvPr id="0" name=""/>
        <dsp:cNvSpPr/>
      </dsp:nvSpPr>
      <dsp:spPr>
        <a:xfrm>
          <a:off x="0" y="1152034"/>
          <a:ext cx="11059700" cy="10266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baseline="0" dirty="0"/>
            <a:t>The expected intensity is less well defined for taller samples because the beam does not illuminate the full sample uniformly.</a:t>
          </a:r>
          <a:endParaRPr lang="en-DK" sz="2400" kern="1200" dirty="0"/>
        </a:p>
      </dsp:txBody>
      <dsp:txXfrm>
        <a:off x="50118" y="1202152"/>
        <a:ext cx="10959464" cy="926438"/>
      </dsp:txXfrm>
    </dsp:sp>
    <dsp:sp modelId="{B6345864-FF2D-9E47-A197-489BD5DBD736}">
      <dsp:nvSpPr>
        <dsp:cNvPr id="0" name=""/>
        <dsp:cNvSpPr/>
      </dsp:nvSpPr>
      <dsp:spPr>
        <a:xfrm>
          <a:off x="0" y="2247829"/>
          <a:ext cx="11059700" cy="10266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baseline="0" dirty="0"/>
            <a:t>The optimization result depends on the chosen detector windows and quality metrics.</a:t>
          </a:r>
          <a:endParaRPr lang="en-DK" sz="2400" kern="1200" dirty="0"/>
        </a:p>
      </dsp:txBody>
      <dsp:txXfrm>
        <a:off x="50118" y="2297947"/>
        <a:ext cx="10959464" cy="926438"/>
      </dsp:txXfrm>
    </dsp:sp>
  </dsp:spTree>
</dsp:drawing>
</file>

<file path=ppt/diagrams/drawing1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Optimize</a:t>
          </a:r>
          <a:endParaRPr lang="en-US" sz="1500" kern="1200" dirty="0"/>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Conclusion</a:t>
          </a:r>
        </a:p>
      </dsp:txBody>
      <dsp:txXfrm>
        <a:off x="10497926" y="0"/>
        <a:ext cx="1530772" cy="314696"/>
      </dsp:txXfrm>
    </dsp:sp>
  </dsp:spTree>
</dsp:drawing>
</file>

<file path=ppt/diagrams/drawing1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0309C-3EBE-9745-B5EA-FA9EC1FF7985}">
      <dsp:nvSpPr>
        <dsp:cNvPr id="0" name=""/>
        <dsp:cNvSpPr/>
      </dsp:nvSpPr>
      <dsp:spPr>
        <a:xfrm>
          <a:off x="0" y="31688"/>
          <a:ext cx="11059700" cy="94111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baseline="0" dirty="0"/>
            <a:t>The </a:t>
          </a:r>
          <a14:m xmlns:a14="http://schemas.microsoft.com/office/drawing/2010/main">
            <m:oMath xmlns:m="http://schemas.openxmlformats.org/officeDocument/2006/math">
              <m:r>
                <a:rPr lang="en-US" sz="2200" b="0" i="1" kern="1200" baseline="0" dirty="0" smtClean="0">
                  <a:latin typeface="Cambria Math" panose="02040503050406030204" pitchFamily="18" charset="0"/>
                </a:rPr>
                <m:t>4</m:t>
              </m:r>
              <m:r>
                <a:rPr lang="el-GR" sz="2200" b="0" i="1" kern="1200" baseline="0" dirty="0" smtClean="0">
                  <a:latin typeface="Cambria Math" panose="02040503050406030204" pitchFamily="18" charset="0"/>
                </a:rPr>
                <m:t>𝜋</m:t>
              </m:r>
            </m:oMath>
          </a14:m>
          <a:r>
            <a:rPr lang="el-GR" sz="2200" b="0" i="0" kern="1200" baseline="0" dirty="0"/>
            <a:t> </a:t>
          </a:r>
          <a:r>
            <a:rPr lang="en-US" sz="2200" b="0" i="0" kern="1200" baseline="0" dirty="0"/>
            <a:t>monitor artifact should be further investigated or corrected.</a:t>
          </a:r>
          <a:endParaRPr lang="en-DK" sz="2200" kern="1200" dirty="0"/>
        </a:p>
      </dsp:txBody>
      <dsp:txXfrm>
        <a:off x="45942" y="77630"/>
        <a:ext cx="10967816" cy="849234"/>
      </dsp:txXfrm>
    </dsp:sp>
    <dsp:sp modelId="{A43AABC2-830C-1E47-8F07-5BFF3DB8C750}">
      <dsp:nvSpPr>
        <dsp:cNvPr id="0" name=""/>
        <dsp:cNvSpPr/>
      </dsp:nvSpPr>
      <dsp:spPr>
        <a:xfrm>
          <a:off x="0" y="1036167"/>
          <a:ext cx="11059700" cy="94111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baseline="0" dirty="0"/>
            <a:t>The expected intensity is less well defined for taller samples because the beam does not illuminate the full sample uniformly.</a:t>
          </a:r>
          <a:endParaRPr lang="en-DK" sz="2200" kern="1200" dirty="0"/>
        </a:p>
      </dsp:txBody>
      <dsp:txXfrm>
        <a:off x="45942" y="1082109"/>
        <a:ext cx="10967816" cy="849234"/>
      </dsp:txXfrm>
    </dsp:sp>
    <dsp:sp modelId="{B6345864-FF2D-9E47-A197-489BD5DBD736}">
      <dsp:nvSpPr>
        <dsp:cNvPr id="0" name=""/>
        <dsp:cNvSpPr/>
      </dsp:nvSpPr>
      <dsp:spPr>
        <a:xfrm>
          <a:off x="0" y="2040646"/>
          <a:ext cx="11059700" cy="94111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baseline="0" dirty="0"/>
            <a:t>The optimization result depends on the chosen detector windows and quality metrics.</a:t>
          </a:r>
          <a:endParaRPr lang="en-DK" sz="2200" kern="1200" dirty="0"/>
        </a:p>
      </dsp:txBody>
      <dsp:txXfrm>
        <a:off x="45942" y="2086588"/>
        <a:ext cx="10967816" cy="849234"/>
      </dsp:txXfrm>
    </dsp:sp>
    <dsp:sp modelId="{D69DAA70-9A2D-C642-BE3F-6A190F69498D}">
      <dsp:nvSpPr>
        <dsp:cNvPr id="0" name=""/>
        <dsp:cNvSpPr/>
      </dsp:nvSpPr>
      <dsp:spPr>
        <a:xfrm>
          <a:off x="0" y="3045124"/>
          <a:ext cx="11059700" cy="94111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baseline="0" dirty="0"/>
            <a:t>McMini is intentionally minimal and does not reproduce every McStas feature.</a:t>
          </a:r>
          <a:endParaRPr lang="en-DK" sz="2200" kern="1200" dirty="0"/>
        </a:p>
      </dsp:txBody>
      <dsp:txXfrm>
        <a:off x="45942" y="3091066"/>
        <a:ext cx="10967816" cy="849234"/>
      </dsp:txXfrm>
    </dsp:sp>
  </dsp:spTree>
</dsp:drawing>
</file>

<file path=ppt/diagrams/drawing1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Optimize</a:t>
          </a:r>
          <a:endParaRPr lang="en-US" sz="1500" kern="1200" dirty="0"/>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Conclusion</a:t>
          </a:r>
        </a:p>
      </dsp:txBody>
      <dsp:txXfrm>
        <a:off x="10497926" y="0"/>
        <a:ext cx="1530772" cy="314696"/>
      </dsp:txXfrm>
    </dsp:sp>
  </dsp:spTree>
</dsp:drawing>
</file>

<file path=ppt/diagrams/drawing1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0309C-3EBE-9745-B5EA-FA9EC1FF7985}">
      <dsp:nvSpPr>
        <dsp:cNvPr id="0" name=""/>
        <dsp:cNvSpPr/>
      </dsp:nvSpPr>
      <dsp:spPr>
        <a:xfrm>
          <a:off x="0" y="21857"/>
          <a:ext cx="11059700" cy="8983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baseline="0" dirty="0"/>
            <a:t>The </a:t>
          </a:r>
          <a14:m xmlns:a14="http://schemas.microsoft.com/office/drawing/2010/main">
            <m:oMath xmlns:m="http://schemas.openxmlformats.org/officeDocument/2006/math">
              <m:r>
                <a:rPr lang="en-US" sz="2100" b="0" i="1" kern="1200" baseline="0" dirty="0" smtClean="0">
                  <a:latin typeface="Cambria Math" panose="02040503050406030204" pitchFamily="18" charset="0"/>
                </a:rPr>
                <m:t>4</m:t>
              </m:r>
              <m:r>
                <a:rPr lang="el-GR" sz="2100" b="0" i="1" kern="1200" baseline="0" dirty="0" smtClean="0">
                  <a:latin typeface="Cambria Math" panose="02040503050406030204" pitchFamily="18" charset="0"/>
                </a:rPr>
                <m:t>𝜋</m:t>
              </m:r>
            </m:oMath>
          </a14:m>
          <a:r>
            <a:rPr lang="el-GR" sz="2100" b="0" i="0" kern="1200" baseline="0" dirty="0"/>
            <a:t> </a:t>
          </a:r>
          <a:r>
            <a:rPr lang="en-US" sz="2100" b="0" i="0" kern="1200" baseline="0" dirty="0"/>
            <a:t>monitor artifact should be further investigated or corrected.</a:t>
          </a:r>
          <a:endParaRPr lang="en-DK" sz="2100" kern="1200" dirty="0"/>
        </a:p>
      </dsp:txBody>
      <dsp:txXfrm>
        <a:off x="43853" y="65710"/>
        <a:ext cx="10971994" cy="810634"/>
      </dsp:txXfrm>
    </dsp:sp>
    <dsp:sp modelId="{A43AABC2-830C-1E47-8F07-5BFF3DB8C750}">
      <dsp:nvSpPr>
        <dsp:cNvPr id="0" name=""/>
        <dsp:cNvSpPr/>
      </dsp:nvSpPr>
      <dsp:spPr>
        <a:xfrm>
          <a:off x="0" y="980678"/>
          <a:ext cx="11059700" cy="8983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baseline="0" dirty="0"/>
            <a:t>The expected intensity is less well defined for taller samples because the beam does not illuminate the full sample uniformly.</a:t>
          </a:r>
          <a:endParaRPr lang="en-DK" sz="2100" kern="1200" dirty="0"/>
        </a:p>
      </dsp:txBody>
      <dsp:txXfrm>
        <a:off x="43853" y="1024531"/>
        <a:ext cx="10971994" cy="810634"/>
      </dsp:txXfrm>
    </dsp:sp>
    <dsp:sp modelId="{B6345864-FF2D-9E47-A197-489BD5DBD736}">
      <dsp:nvSpPr>
        <dsp:cNvPr id="0" name=""/>
        <dsp:cNvSpPr/>
      </dsp:nvSpPr>
      <dsp:spPr>
        <a:xfrm>
          <a:off x="0" y="1939499"/>
          <a:ext cx="11059700" cy="8983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baseline="0" dirty="0"/>
            <a:t>The optimization result depends on the chosen detector windows and quality metrics.</a:t>
          </a:r>
          <a:endParaRPr lang="en-DK" sz="2100" kern="1200" dirty="0"/>
        </a:p>
      </dsp:txBody>
      <dsp:txXfrm>
        <a:off x="43853" y="1983352"/>
        <a:ext cx="10971994" cy="810634"/>
      </dsp:txXfrm>
    </dsp:sp>
    <dsp:sp modelId="{D69DAA70-9A2D-C642-BE3F-6A190F69498D}">
      <dsp:nvSpPr>
        <dsp:cNvPr id="0" name=""/>
        <dsp:cNvSpPr/>
      </dsp:nvSpPr>
      <dsp:spPr>
        <a:xfrm>
          <a:off x="0" y="2898319"/>
          <a:ext cx="11059700" cy="8983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baseline="0" dirty="0"/>
            <a:t>McMini is intentionally minimal and does not reproduce every McStas feature.</a:t>
          </a:r>
          <a:endParaRPr lang="en-DK" sz="2100" kern="1200" dirty="0"/>
        </a:p>
      </dsp:txBody>
      <dsp:txXfrm>
        <a:off x="43853" y="2942172"/>
        <a:ext cx="10971994" cy="810634"/>
      </dsp:txXfrm>
    </dsp:sp>
    <dsp:sp modelId="{9B77B7C9-1615-104B-BD59-53C1656D7015}">
      <dsp:nvSpPr>
        <dsp:cNvPr id="0" name=""/>
        <dsp:cNvSpPr/>
      </dsp:nvSpPr>
      <dsp:spPr>
        <a:xfrm>
          <a:off x="0" y="3857140"/>
          <a:ext cx="11059700" cy="8983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baseline="0" dirty="0"/>
            <a:t>Some parameter scans were limited by finite Monte Carlo statistics.</a:t>
          </a:r>
          <a:endParaRPr lang="en-DK" sz="2100" kern="1200" dirty="0"/>
        </a:p>
      </dsp:txBody>
      <dsp:txXfrm>
        <a:off x="43853" y="3900993"/>
        <a:ext cx="10971994" cy="810634"/>
      </dsp:txXfrm>
    </dsp:sp>
  </dsp:spTree>
</dsp:drawing>
</file>

<file path=ppt/diagrams/drawing1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Optimize</a:t>
          </a:r>
          <a:endParaRPr lang="en-US" sz="1500" kern="1200" dirty="0"/>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Conclusion</a:t>
          </a:r>
        </a:p>
      </dsp:txBody>
      <dsp:txXfrm>
        <a:off x="10497926" y="0"/>
        <a:ext cx="1530772" cy="314696"/>
      </dsp:txXfrm>
    </dsp:sp>
  </dsp:spTree>
</dsp:drawing>
</file>

<file path=ppt/diagrams/drawing1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Optimize</a:t>
          </a:r>
          <a:endParaRPr lang="en-US" sz="1500" kern="1200" dirty="0"/>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Conclusion</a:t>
          </a:r>
        </a:p>
      </dsp:txBody>
      <dsp:txXfrm>
        <a:off x="10497926" y="0"/>
        <a:ext cx="1530772" cy="314696"/>
      </dsp:txXfrm>
    </dsp:sp>
  </dsp:spTree>
</dsp:drawing>
</file>

<file path=ppt/diagrams/drawing1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FE8B6F-2E1B-284D-95E1-3375D73CAAD0}">
      <dsp:nvSpPr>
        <dsp:cNvPr id="0" name=""/>
        <dsp:cNvSpPr/>
      </dsp:nvSpPr>
      <dsp:spPr>
        <a:xfrm>
          <a:off x="0" y="2086"/>
          <a:ext cx="4229639" cy="1544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en-US" sz="6000" b="0" kern="1200"/>
            <a:t>Validation</a:t>
          </a:r>
          <a:endParaRPr lang="en-DK" sz="6000" kern="1200"/>
        </a:p>
      </dsp:txBody>
      <dsp:txXfrm>
        <a:off x="75391" y="77477"/>
        <a:ext cx="4078857" cy="1393618"/>
      </dsp:txXfrm>
    </dsp:sp>
  </dsp:spTree>
</dsp:drawing>
</file>

<file path=ppt/diagrams/drawing1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Optimize</a:t>
          </a:r>
          <a:endParaRPr lang="en-US" sz="1500" kern="1200" dirty="0"/>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Conclusion</a:t>
          </a:r>
        </a:p>
      </dsp:txBody>
      <dsp:txXfrm>
        <a:off x="10497926" y="0"/>
        <a:ext cx="1530772" cy="314696"/>
      </dsp:txXfrm>
    </dsp:sp>
  </dsp:spTree>
</dsp:drawing>
</file>

<file path=ppt/diagrams/drawing1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FE8B6F-2E1B-284D-95E1-3375D73CAAD0}">
      <dsp:nvSpPr>
        <dsp:cNvPr id="0" name=""/>
        <dsp:cNvSpPr/>
      </dsp:nvSpPr>
      <dsp:spPr>
        <a:xfrm>
          <a:off x="0" y="9156"/>
          <a:ext cx="4229639" cy="13642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30" tIns="201930" rIns="201930" bIns="201930" numCol="1" spcCol="1270" anchor="ctr" anchorCtr="0">
          <a:noAutofit/>
        </a:bodyPr>
        <a:lstStyle/>
        <a:p>
          <a:pPr marL="0" lvl="0" indent="0" algn="ctr" defTabSz="2355850">
            <a:lnSpc>
              <a:spcPct val="90000"/>
            </a:lnSpc>
            <a:spcBef>
              <a:spcPct val="0"/>
            </a:spcBef>
            <a:spcAft>
              <a:spcPct val="35000"/>
            </a:spcAft>
            <a:buNone/>
          </a:pPr>
          <a:r>
            <a:rPr lang="en-US" sz="5300" b="0" kern="1200"/>
            <a:t>Validation</a:t>
          </a:r>
          <a:endParaRPr lang="en-DK" sz="5300" kern="1200"/>
        </a:p>
      </dsp:txBody>
      <dsp:txXfrm>
        <a:off x="66596" y="75752"/>
        <a:ext cx="4096447" cy="1231028"/>
      </dsp:txXfrm>
    </dsp:sp>
    <dsp:sp modelId="{F8452CE5-DC17-8142-977B-4CBECF0EEBE6}">
      <dsp:nvSpPr>
        <dsp:cNvPr id="0" name=""/>
        <dsp:cNvSpPr/>
      </dsp:nvSpPr>
      <dsp:spPr>
        <a:xfrm>
          <a:off x="0" y="1526016"/>
          <a:ext cx="4229639" cy="13642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30" tIns="201930" rIns="201930" bIns="201930" numCol="1" spcCol="1270" anchor="ctr" anchorCtr="0">
          <a:noAutofit/>
        </a:bodyPr>
        <a:lstStyle/>
        <a:p>
          <a:pPr marL="0" lvl="0" indent="0" algn="ctr" defTabSz="2355850">
            <a:lnSpc>
              <a:spcPct val="90000"/>
            </a:lnSpc>
            <a:spcBef>
              <a:spcPct val="0"/>
            </a:spcBef>
            <a:spcAft>
              <a:spcPct val="35000"/>
            </a:spcAft>
            <a:buNone/>
          </a:pPr>
          <a:r>
            <a:rPr lang="en-US" sz="5300" kern="1200"/>
            <a:t>Physics</a:t>
          </a:r>
          <a:endParaRPr lang="en-DK" sz="5300" kern="1200"/>
        </a:p>
      </dsp:txBody>
      <dsp:txXfrm>
        <a:off x="66596" y="1592612"/>
        <a:ext cx="4096447" cy="1231028"/>
      </dsp:txXfrm>
    </dsp:sp>
  </dsp:spTree>
</dsp:drawing>
</file>

<file path=ppt/diagrams/drawing1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Optimize</a:t>
          </a:r>
          <a:endParaRPr lang="en-US" sz="1500" kern="1200" dirty="0"/>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Conclusion</a:t>
          </a:r>
        </a:p>
      </dsp:txBody>
      <dsp:txXfrm>
        <a:off x="10497926" y="0"/>
        <a:ext cx="1530772" cy="314696"/>
      </dsp:txXfrm>
    </dsp:sp>
  </dsp:spTree>
</dsp:drawing>
</file>

<file path=ppt/diagrams/drawing1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FE8B6F-2E1B-284D-95E1-3375D73CAAD0}">
      <dsp:nvSpPr>
        <dsp:cNvPr id="0" name=""/>
        <dsp:cNvSpPr/>
      </dsp:nvSpPr>
      <dsp:spPr>
        <a:xfrm>
          <a:off x="0" y="19137"/>
          <a:ext cx="4229639" cy="1184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b="0" kern="1200"/>
            <a:t>Validation</a:t>
          </a:r>
          <a:endParaRPr lang="en-DK" sz="4600" kern="1200"/>
        </a:p>
      </dsp:txBody>
      <dsp:txXfrm>
        <a:off x="57800" y="76937"/>
        <a:ext cx="4114039" cy="1068440"/>
      </dsp:txXfrm>
    </dsp:sp>
    <dsp:sp modelId="{F8452CE5-DC17-8142-977B-4CBECF0EEBE6}">
      <dsp:nvSpPr>
        <dsp:cNvPr id="0" name=""/>
        <dsp:cNvSpPr/>
      </dsp:nvSpPr>
      <dsp:spPr>
        <a:xfrm>
          <a:off x="0" y="1335657"/>
          <a:ext cx="4229639" cy="1184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a:t>Physics</a:t>
          </a:r>
          <a:endParaRPr lang="en-DK" sz="4600" kern="1200"/>
        </a:p>
      </dsp:txBody>
      <dsp:txXfrm>
        <a:off x="57800" y="1393457"/>
        <a:ext cx="4114039" cy="1068440"/>
      </dsp:txXfrm>
    </dsp:sp>
    <dsp:sp modelId="{0BD6B559-7FF6-BD43-8A20-794A9A201559}">
      <dsp:nvSpPr>
        <dsp:cNvPr id="0" name=""/>
        <dsp:cNvSpPr/>
      </dsp:nvSpPr>
      <dsp:spPr>
        <a:xfrm>
          <a:off x="0" y="2652177"/>
          <a:ext cx="4229639" cy="1184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b="0" kern="1200"/>
            <a:t>Optimization</a:t>
          </a:r>
          <a:endParaRPr lang="en-DK" sz="4600" kern="1200"/>
        </a:p>
      </dsp:txBody>
      <dsp:txXfrm>
        <a:off x="57800" y="2709977"/>
        <a:ext cx="4114039" cy="1068440"/>
      </dsp:txXfrm>
    </dsp:sp>
  </dsp:spTree>
</dsp:drawing>
</file>

<file path=ppt/diagrams/drawing1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AEB30-8C6F-ED4E-AD5C-411970781C46}">
      <dsp:nvSpPr>
        <dsp:cNvPr id="0" name=""/>
        <dsp:cNvSpPr/>
      </dsp:nvSpPr>
      <dsp:spPr>
        <a:xfrm>
          <a:off x="5953" y="0"/>
          <a:ext cx="1845468" cy="314696"/>
        </a:xfrm>
        <a:prstGeom prst="homePlate">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Intro</a:t>
          </a:r>
        </a:p>
      </dsp:txBody>
      <dsp:txXfrm>
        <a:off x="5953" y="0"/>
        <a:ext cx="1766794" cy="314696"/>
      </dsp:txXfrm>
    </dsp:sp>
    <dsp:sp modelId="{4FB35C9E-1F83-534A-8AB0-E419E5DDD393}">
      <dsp:nvSpPr>
        <dsp:cNvPr id="0" name=""/>
        <dsp:cNvSpPr/>
      </dsp:nvSpPr>
      <dsp:spPr>
        <a:xfrm>
          <a:off x="14823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Theory</a:t>
          </a:r>
        </a:p>
      </dsp:txBody>
      <dsp:txXfrm>
        <a:off x="1639676" y="0"/>
        <a:ext cx="1530772" cy="314696"/>
      </dsp:txXfrm>
    </dsp:sp>
    <dsp:sp modelId="{0A9736A6-08B2-134B-8529-DA4ADA84783C}">
      <dsp:nvSpPr>
        <dsp:cNvPr id="0" name=""/>
        <dsp:cNvSpPr/>
      </dsp:nvSpPr>
      <dsp:spPr>
        <a:xfrm>
          <a:off x="29587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McMini</a:t>
          </a:r>
        </a:p>
      </dsp:txBody>
      <dsp:txXfrm>
        <a:off x="3116051" y="0"/>
        <a:ext cx="1530772" cy="314696"/>
      </dsp:txXfrm>
    </dsp:sp>
    <dsp:sp modelId="{9439AD26-78E2-3245-9BEE-DB84EC59F846}">
      <dsp:nvSpPr>
        <dsp:cNvPr id="0" name=""/>
        <dsp:cNvSpPr/>
      </dsp:nvSpPr>
      <dsp:spPr>
        <a:xfrm>
          <a:off x="443507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Validation</a:t>
          </a:r>
          <a:endParaRPr lang="en-US" sz="1500" kern="1200" dirty="0"/>
        </a:p>
      </dsp:txBody>
      <dsp:txXfrm>
        <a:off x="4592426" y="0"/>
        <a:ext cx="1530772" cy="314696"/>
      </dsp:txXfrm>
    </dsp:sp>
    <dsp:sp modelId="{FCF6A4CC-11BA-F641-9637-27B1A4CA6187}">
      <dsp:nvSpPr>
        <dsp:cNvPr id="0" name=""/>
        <dsp:cNvSpPr/>
      </dsp:nvSpPr>
      <dsp:spPr>
        <a:xfrm>
          <a:off x="591145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Thin-limit</a:t>
          </a:r>
        </a:p>
      </dsp:txBody>
      <dsp:txXfrm>
        <a:off x="6068801" y="0"/>
        <a:ext cx="1530772" cy="314696"/>
      </dsp:txXfrm>
    </dsp:sp>
    <dsp:sp modelId="{45B193D2-4FAD-084D-857A-4920603C1E56}">
      <dsp:nvSpPr>
        <dsp:cNvPr id="0" name=""/>
        <dsp:cNvSpPr/>
      </dsp:nvSpPr>
      <dsp:spPr>
        <a:xfrm>
          <a:off x="7387828"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CAMEA</a:t>
          </a:r>
        </a:p>
      </dsp:txBody>
      <dsp:txXfrm>
        <a:off x="7545176" y="0"/>
        <a:ext cx="1530772" cy="314696"/>
      </dsp:txXfrm>
    </dsp:sp>
    <dsp:sp modelId="{6A6CA4D9-57A6-A34A-BC9B-F1A8CA22FAA6}">
      <dsp:nvSpPr>
        <dsp:cNvPr id="0" name=""/>
        <dsp:cNvSpPr/>
      </dsp:nvSpPr>
      <dsp:spPr>
        <a:xfrm>
          <a:off x="8864203" y="0"/>
          <a:ext cx="1845468" cy="314696"/>
        </a:xfrm>
        <a:prstGeom prst="chevron">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a:t>Optimize</a:t>
          </a:r>
          <a:endParaRPr lang="en-US" sz="1500" kern="1200" dirty="0"/>
        </a:p>
      </dsp:txBody>
      <dsp:txXfrm>
        <a:off x="9021551" y="0"/>
        <a:ext cx="1530772" cy="314696"/>
      </dsp:txXfrm>
    </dsp:sp>
    <dsp:sp modelId="{63A068E0-2EE9-B348-9D95-58C22591E7D8}">
      <dsp:nvSpPr>
        <dsp:cNvPr id="0" name=""/>
        <dsp:cNvSpPr/>
      </dsp:nvSpPr>
      <dsp:spPr>
        <a:xfrm>
          <a:off x="10340578" y="0"/>
          <a:ext cx="1845468" cy="314696"/>
        </a:xfrm>
        <a:prstGeom prst="chevron">
          <a:avLst/>
        </a:prstGeom>
        <a:solidFill>
          <a:schemeClr val="accent1">
            <a:lumMod val="60000"/>
            <a:lumOff val="40000"/>
          </a:schemeClr>
        </a:solidFill>
        <a:ln w="19050" cap="flat" cmpd="sng" algn="ctr">
          <a:solidFill>
            <a:schemeClr val="tx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Conclusion</a:t>
          </a:r>
        </a:p>
      </dsp:txBody>
      <dsp:txXfrm>
        <a:off x="10497926" y="0"/>
        <a:ext cx="1530772" cy="314696"/>
      </dsp:txXfrm>
    </dsp:sp>
  </dsp:spTree>
</dsp:drawing>
</file>

<file path=ppt/diagrams/drawing1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ABBD29-0C32-0647-9639-07AD86BB1F77}">
      <dsp:nvSpPr>
        <dsp:cNvPr id="0" name=""/>
        <dsp:cNvSpPr/>
      </dsp:nvSpPr>
      <dsp:spPr>
        <a:xfrm rot="5400000">
          <a:off x="7196998" y="-3088021"/>
          <a:ext cx="761149" cy="713183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Char char="•"/>
          </a:pPr>
          <a:r>
            <a:rPr lang="en-US" sz="3300" b="0" kern="1200" dirty="0"/>
            <a:t>Differential scattering cross section</a:t>
          </a:r>
          <a:endParaRPr lang="en-DK" sz="3300" kern="1200" dirty="0"/>
        </a:p>
      </dsp:txBody>
      <dsp:txXfrm rot="-5400000">
        <a:off x="4011656" y="134477"/>
        <a:ext cx="7094677" cy="686837"/>
      </dsp:txXfrm>
    </dsp:sp>
    <dsp:sp modelId="{ACFA591C-2EA9-1E4F-82BF-95337907D488}">
      <dsp:nvSpPr>
        <dsp:cNvPr id="0" name=""/>
        <dsp:cNvSpPr/>
      </dsp:nvSpPr>
      <dsp:spPr>
        <a:xfrm>
          <a:off x="0" y="2176"/>
          <a:ext cx="4011656" cy="95143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f>
                  <m:fPr>
                    <m:ctrlPr>
                      <a:rPr lang="en-DK" sz="1900" b="0" i="1" kern="1200" smtClean="0"/>
                    </m:ctrlPr>
                  </m:fPr>
                  <m:num>
                    <m:r>
                      <a:rPr lang="en-DK" sz="1900" b="0" i="1" kern="1200"/>
                      <m:t>𝑑</m:t>
                    </m:r>
                    <m:r>
                      <a:rPr lang="en-DK" sz="1900" b="0" i="1" kern="1200"/>
                      <m:t>𝜎</m:t>
                    </m:r>
                  </m:num>
                  <m:den>
                    <m:r>
                      <a:rPr lang="en-DK" sz="1900" b="0" i="1" kern="1200"/>
                      <m:t>𝑑</m:t>
                    </m:r>
                    <m:r>
                      <m:rPr>
                        <m:sty m:val="p"/>
                      </m:rPr>
                      <a:rPr lang="en-DK" sz="1900" b="0" i="1" kern="1200"/>
                      <m:t>Ω</m:t>
                    </m:r>
                  </m:den>
                </m:f>
                <m:r>
                  <a:rPr lang="en-DK" sz="1900" b="0" i="1" kern="1200"/>
                  <m:t>=</m:t>
                </m:r>
                <m:f>
                  <m:fPr>
                    <m:ctrlPr>
                      <a:rPr lang="en-DK" sz="1900" b="0" i="1" kern="1200"/>
                    </m:ctrlPr>
                  </m:fPr>
                  <m:num>
                    <m:r>
                      <a:rPr lang="en-DK" sz="1900" b="0" i="1" kern="1200"/>
                      <m:t>1</m:t>
                    </m:r>
                  </m:num>
                  <m:den>
                    <m:r>
                      <m:rPr>
                        <m:sty m:val="p"/>
                      </m:rPr>
                      <a:rPr lang="en-DK" sz="1900" b="0" i="1" kern="1200"/>
                      <m:t>Ψ</m:t>
                    </m:r>
                  </m:den>
                </m:f>
                <m:f>
                  <m:fPr>
                    <m:ctrlPr>
                      <a:rPr lang="en-DK" sz="1900" b="0" i="1" kern="1200"/>
                    </m:ctrlPr>
                  </m:fPr>
                  <m:num>
                    <m:sSup>
                      <m:sSupPr>
                        <m:ctrlPr>
                          <a:rPr lang="da-DK" sz="1900" b="0" i="1" kern="1200" smtClean="0">
                            <a:latin typeface="Cambria Math" panose="02040503050406030204" pitchFamily="18" charset="0"/>
                          </a:rPr>
                        </m:ctrlPr>
                      </m:sSupPr>
                      <m:e>
                        <m:r>
                          <a:rPr lang="da-DK" sz="1900" b="0" i="1" kern="1200" smtClean="0">
                            <a:latin typeface="Cambria Math" panose="02040503050406030204" pitchFamily="18" charset="0"/>
                          </a:rPr>
                          <m:t>𝑑</m:t>
                        </m:r>
                      </m:e>
                      <m:sup>
                        <m:r>
                          <a:rPr lang="da-DK" sz="1900" b="0" i="1" kern="1200" smtClean="0">
                            <a:latin typeface="Cambria Math" panose="02040503050406030204" pitchFamily="18" charset="0"/>
                          </a:rPr>
                          <m:t>2</m:t>
                        </m:r>
                      </m:sup>
                    </m:sSup>
                    <m:r>
                      <a:rPr lang="da-DK" sz="1900" b="0" i="1" kern="1200" smtClean="0">
                        <a:latin typeface="Cambria Math" panose="02040503050406030204" pitchFamily="18" charset="0"/>
                      </a:rPr>
                      <m:t>𝑁</m:t>
                    </m:r>
                  </m:num>
                  <m:den>
                    <m:r>
                      <a:rPr lang="da-DK" sz="1900" b="0" i="1" kern="1200" smtClean="0">
                        <a:latin typeface="Cambria Math" panose="02040503050406030204" pitchFamily="18" charset="0"/>
                      </a:rPr>
                      <m:t>𝑑</m:t>
                    </m:r>
                    <m:r>
                      <m:rPr>
                        <m:sty m:val="p"/>
                      </m:rPr>
                      <a:rPr lang="el-GR" sz="1900" b="0" i="1" kern="1200" smtClean="0">
                        <a:latin typeface="Cambria Math" panose="02040503050406030204" pitchFamily="18" charset="0"/>
                        <a:ea typeface="Cambria Math" panose="02040503050406030204" pitchFamily="18" charset="0"/>
                      </a:rPr>
                      <m:t>Ω</m:t>
                    </m:r>
                    <m:r>
                      <a:rPr lang="en-DK" sz="1900" b="0" i="1" kern="1200"/>
                      <m:t>𝑑𝑡</m:t>
                    </m:r>
                  </m:den>
                </m:f>
              </m:oMath>
            </m:oMathPara>
          </a14:m>
          <a:endParaRPr lang="en-DK" sz="1900" kern="1200" dirty="0"/>
        </a:p>
      </dsp:txBody>
      <dsp:txXfrm>
        <a:off x="46445" y="48621"/>
        <a:ext cx="3918766" cy="858547"/>
      </dsp:txXfrm>
    </dsp:sp>
    <dsp:sp modelId="{BFC53F62-D39B-9446-AA72-F415CB796914}">
      <dsp:nvSpPr>
        <dsp:cNvPr id="0" name=""/>
        <dsp:cNvSpPr/>
      </dsp:nvSpPr>
      <dsp:spPr>
        <a:xfrm rot="5400000">
          <a:off x="7196998" y="-2089012"/>
          <a:ext cx="761149" cy="713183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Char char="•"/>
          </a:pPr>
          <a:r>
            <a:rPr lang="en-US" sz="3300" b="0" kern="1200" dirty="0"/>
            <a:t>Lambert-beer law for attenu</a:t>
          </a:r>
          <a:r>
            <a:rPr lang="en-US" sz="3300" kern="1200" dirty="0"/>
            <a:t>ation</a:t>
          </a:r>
          <a:endParaRPr lang="en-DK" sz="3300" kern="1200" dirty="0"/>
        </a:p>
      </dsp:txBody>
      <dsp:txXfrm rot="-5400000">
        <a:off x="4011656" y="1133486"/>
        <a:ext cx="7094677" cy="686837"/>
      </dsp:txXfrm>
    </dsp:sp>
    <dsp:sp modelId="{60C01366-B242-EE49-A7FF-7F0E43CBE1F4}">
      <dsp:nvSpPr>
        <dsp:cNvPr id="0" name=""/>
        <dsp:cNvSpPr/>
      </dsp:nvSpPr>
      <dsp:spPr>
        <a:xfrm>
          <a:off x="0" y="1001185"/>
          <a:ext cx="4011656" cy="95143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DK" sz="1900" b="0" i="1" kern="1200" smtClean="0"/>
                  <m:t>𝑃</m:t>
                </m:r>
                <m:d>
                  <m:dPr>
                    <m:ctrlPr>
                      <a:rPr lang="en-DK" sz="1900" b="0" i="1" kern="1200"/>
                    </m:ctrlPr>
                  </m:dPr>
                  <m:e>
                    <m:r>
                      <a:rPr lang="en-DK" sz="1900" b="0" i="1" kern="1200"/>
                      <m:t>𝑠</m:t>
                    </m:r>
                  </m:e>
                </m:d>
                <m:r>
                  <a:rPr lang="en-DK" sz="1900" b="0" i="1" kern="1200"/>
                  <m:t>=</m:t>
                </m:r>
                <m:sSup>
                  <m:sSupPr>
                    <m:ctrlPr>
                      <a:rPr lang="en-DK" sz="1900" b="0" i="1" kern="1200"/>
                    </m:ctrlPr>
                  </m:sSupPr>
                  <m:e>
                    <m:r>
                      <a:rPr lang="en-DK" sz="1900" b="0" i="1" kern="1200"/>
                      <m:t>𝑒</m:t>
                    </m:r>
                  </m:e>
                  <m:sup>
                    <m:r>
                      <a:rPr lang="en-DK" sz="1900" b="0" i="1" kern="1200"/>
                      <m:t>−</m:t>
                    </m:r>
                    <m:sSub>
                      <m:sSubPr>
                        <m:ctrlPr>
                          <a:rPr lang="en-DK" sz="1900" b="0" i="1" kern="1200"/>
                        </m:ctrlPr>
                      </m:sSubPr>
                      <m:e>
                        <m:r>
                          <m:rPr>
                            <m:sty m:val="p"/>
                          </m:rPr>
                          <a:rPr lang="en-DK" sz="1900" i="1" kern="1200"/>
                          <m:t>Σ</m:t>
                        </m:r>
                      </m:e>
                      <m:sub>
                        <m:r>
                          <m:rPr>
                            <m:sty m:val="p"/>
                          </m:rPr>
                          <a:rPr lang="en-DK" sz="1900" b="0" i="0" kern="1200"/>
                          <m:t>t</m:t>
                        </m:r>
                      </m:sub>
                    </m:sSub>
                    <m:r>
                      <a:rPr lang="en-DK" sz="1900" b="0" i="1" kern="1200"/>
                      <m:t>𝑠</m:t>
                    </m:r>
                  </m:sup>
                </m:sSup>
              </m:oMath>
            </m:oMathPara>
          </a14:m>
          <a:endParaRPr lang="en-DK" sz="1900" kern="1200"/>
        </a:p>
      </dsp:txBody>
      <dsp:txXfrm>
        <a:off x="46445" y="1047630"/>
        <a:ext cx="3918766" cy="858547"/>
      </dsp:txXfrm>
    </dsp:sp>
    <dsp:sp modelId="{A3D9A89D-9024-F541-A87E-42E977C5E287}">
      <dsp:nvSpPr>
        <dsp:cNvPr id="0" name=""/>
        <dsp:cNvSpPr/>
      </dsp:nvSpPr>
      <dsp:spPr>
        <a:xfrm rot="5400000">
          <a:off x="7196998" y="-1090003"/>
          <a:ext cx="761149" cy="713183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Char char="•"/>
          </a:pPr>
          <a:r>
            <a:rPr lang="en-US" sz="3300" kern="1200" dirty="0"/>
            <a:t>Bragg's Law</a:t>
          </a:r>
        </a:p>
      </dsp:txBody>
      <dsp:txXfrm rot="-5400000">
        <a:off x="4011656" y="2132495"/>
        <a:ext cx="7094677" cy="686837"/>
      </dsp:txXfrm>
    </dsp:sp>
    <dsp:sp modelId="{230D83B3-370A-A04B-950E-55F0A31EF6A9}">
      <dsp:nvSpPr>
        <dsp:cNvPr id="0" name=""/>
        <dsp:cNvSpPr/>
      </dsp:nvSpPr>
      <dsp:spPr>
        <a:xfrm>
          <a:off x="0" y="2000194"/>
          <a:ext cx="4011656" cy="95143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da-DK" sz="1900" b="0" i="1" kern="1200" smtClean="0">
                    <a:latin typeface="Cambria Math" panose="02040503050406030204" pitchFamily="18" charset="0"/>
                  </a:rPr>
                  <m:t>2</m:t>
                </m:r>
                <m:r>
                  <a:rPr lang="da-DK" sz="1900" b="0" i="1" kern="1200" smtClean="0">
                    <a:latin typeface="Cambria Math" panose="02040503050406030204" pitchFamily="18" charset="0"/>
                  </a:rPr>
                  <m:t>𝑑</m:t>
                </m:r>
                <m:func>
                  <m:funcPr>
                    <m:ctrlPr>
                      <a:rPr lang="en-US" sz="1900" b="0" i="1" kern="1200" smtClean="0">
                        <a:latin typeface="Cambria Math" panose="02040503050406030204" pitchFamily="18" charset="0"/>
                      </a:rPr>
                    </m:ctrlPr>
                  </m:funcPr>
                  <m:fName>
                    <m:r>
                      <m:rPr>
                        <m:sty m:val="p"/>
                      </m:rPr>
                      <a:rPr lang="en-US" sz="1900" b="0" i="0" kern="1200" smtClean="0">
                        <a:latin typeface="Cambria Math" panose="02040503050406030204" pitchFamily="18" charset="0"/>
                      </a:rPr>
                      <m:t>sin</m:t>
                    </m:r>
                  </m:fName>
                  <m:e>
                    <m:r>
                      <a:rPr lang="en-US" sz="1900" b="0" i="1" kern="1200" smtClean="0">
                        <a:latin typeface="Cambria Math" panose="02040503050406030204" pitchFamily="18" charset="0"/>
                        <a:ea typeface="Cambria Math" panose="02040503050406030204" pitchFamily="18" charset="0"/>
                      </a:rPr>
                      <m:t>𝜃</m:t>
                    </m:r>
                    <m:r>
                      <a:rPr lang="da-DK" sz="1900" b="0" i="1" kern="1200" smtClean="0">
                        <a:latin typeface="Cambria Math" panose="02040503050406030204" pitchFamily="18" charset="0"/>
                        <a:ea typeface="Cambria Math" panose="02040503050406030204" pitchFamily="18" charset="0"/>
                      </a:rPr>
                      <m:t>=</m:t>
                    </m:r>
                    <m:r>
                      <a:rPr lang="da-DK" sz="1900" b="0" i="1" kern="1200" smtClean="0">
                        <a:latin typeface="Cambria Math" panose="02040503050406030204" pitchFamily="18" charset="0"/>
                        <a:ea typeface="Cambria Math" panose="02040503050406030204" pitchFamily="18" charset="0"/>
                      </a:rPr>
                      <m:t>𝑛</m:t>
                    </m:r>
                    <m:r>
                      <a:rPr lang="da-DK" sz="1900" b="0" i="1" kern="1200" smtClean="0">
                        <a:latin typeface="Cambria Math" panose="02040503050406030204" pitchFamily="18" charset="0"/>
                        <a:ea typeface="Cambria Math" panose="02040503050406030204" pitchFamily="18" charset="0"/>
                      </a:rPr>
                      <m:t>𝜆</m:t>
                    </m:r>
                  </m:e>
                </m:func>
              </m:oMath>
            </m:oMathPara>
          </a14:m>
          <a:endParaRPr lang="en-US" sz="1900" kern="1200" dirty="0"/>
        </a:p>
      </dsp:txBody>
      <dsp:txXfrm>
        <a:off x="46445" y="2046639"/>
        <a:ext cx="3918766" cy="858547"/>
      </dsp:txXfrm>
    </dsp:sp>
    <dsp:sp modelId="{EBB349FA-D5A5-EA41-BDB3-B70F82DC5180}">
      <dsp:nvSpPr>
        <dsp:cNvPr id="0" name=""/>
        <dsp:cNvSpPr/>
      </dsp:nvSpPr>
      <dsp:spPr>
        <a:xfrm rot="5400000">
          <a:off x="7196998" y="-90993"/>
          <a:ext cx="761149" cy="713183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Char char="•"/>
          </a:pPr>
          <a:r>
            <a:rPr lang="en-US" sz="3300" kern="1200" dirty="0"/>
            <a:t>Differential solid angle</a:t>
          </a:r>
        </a:p>
      </dsp:txBody>
      <dsp:txXfrm rot="-5400000">
        <a:off x="4011656" y="3131505"/>
        <a:ext cx="7094677" cy="686837"/>
      </dsp:txXfrm>
    </dsp:sp>
    <dsp:sp modelId="{016AA4A2-5528-9941-90AE-5FBFBD18F133}">
      <dsp:nvSpPr>
        <dsp:cNvPr id="0" name=""/>
        <dsp:cNvSpPr/>
      </dsp:nvSpPr>
      <dsp:spPr>
        <a:xfrm>
          <a:off x="0" y="2999204"/>
          <a:ext cx="4011656" cy="95143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da-DK" sz="1900" b="0" i="1" kern="1200" smtClean="0">
                    <a:latin typeface="Cambria Math" panose="02040503050406030204" pitchFamily="18" charset="0"/>
                  </a:rPr>
                  <m:t>𝑑</m:t>
                </m:r>
                <m:r>
                  <m:rPr>
                    <m:sty m:val="p"/>
                  </m:rPr>
                  <a:rPr lang="el-GR" sz="1900" b="0" i="1" kern="1200" smtClean="0">
                    <a:latin typeface="Cambria Math" panose="02040503050406030204" pitchFamily="18" charset="0"/>
                    <a:ea typeface="Cambria Math" panose="02040503050406030204" pitchFamily="18" charset="0"/>
                  </a:rPr>
                  <m:t>Ω</m:t>
                </m:r>
                <m:r>
                  <a:rPr lang="da-DK" sz="1900" b="0" i="1" kern="1200" smtClean="0">
                    <a:latin typeface="Cambria Math" panose="02040503050406030204" pitchFamily="18" charset="0"/>
                    <a:ea typeface="Cambria Math" panose="02040503050406030204" pitchFamily="18" charset="0"/>
                  </a:rPr>
                  <m:t>=</m:t>
                </m:r>
                <m:func>
                  <m:funcPr>
                    <m:ctrlPr>
                      <a:rPr lang="en-US" sz="1900" b="0" i="1" kern="1200" smtClean="0">
                        <a:latin typeface="Cambria Math" panose="02040503050406030204" pitchFamily="18" charset="0"/>
                        <a:ea typeface="Cambria Math" panose="02040503050406030204" pitchFamily="18" charset="0"/>
                      </a:rPr>
                    </m:ctrlPr>
                  </m:funcPr>
                  <m:fName>
                    <m:r>
                      <m:rPr>
                        <m:sty m:val="p"/>
                      </m:rPr>
                      <a:rPr lang="en-US" sz="1900" b="0" i="0" kern="1200" smtClean="0">
                        <a:latin typeface="Cambria Math" panose="02040503050406030204" pitchFamily="18" charset="0"/>
                        <a:ea typeface="Cambria Math" panose="02040503050406030204" pitchFamily="18" charset="0"/>
                      </a:rPr>
                      <m:t>cos</m:t>
                    </m:r>
                  </m:fName>
                  <m:e>
                    <m:r>
                      <a:rPr lang="en-US" sz="1900" b="0" i="1" kern="1200" smtClean="0">
                        <a:latin typeface="Cambria Math" panose="02040503050406030204" pitchFamily="18" charset="0"/>
                        <a:ea typeface="Cambria Math" panose="02040503050406030204" pitchFamily="18" charset="0"/>
                      </a:rPr>
                      <m:t>𝜃</m:t>
                    </m:r>
                  </m:e>
                </m:func>
                <m:r>
                  <a:rPr lang="da-DK" sz="1900" b="0" i="1" kern="1200" smtClean="0">
                    <a:latin typeface="Cambria Math" panose="02040503050406030204" pitchFamily="18" charset="0"/>
                    <a:ea typeface="Cambria Math" panose="02040503050406030204" pitchFamily="18" charset="0"/>
                  </a:rPr>
                  <m:t>𝑑</m:t>
                </m:r>
                <m:r>
                  <a:rPr lang="en-US" sz="1900" b="0" i="1" kern="1200" smtClean="0">
                    <a:latin typeface="Cambria Math" panose="02040503050406030204" pitchFamily="18" charset="0"/>
                    <a:ea typeface="Cambria Math" panose="02040503050406030204" pitchFamily="18" charset="0"/>
                  </a:rPr>
                  <m:t>𝜃</m:t>
                </m:r>
                <m:r>
                  <a:rPr lang="da-DK" sz="1900" b="0" i="1" kern="1200" smtClean="0">
                    <a:latin typeface="Cambria Math" panose="02040503050406030204" pitchFamily="18" charset="0"/>
                    <a:ea typeface="Cambria Math" panose="02040503050406030204" pitchFamily="18" charset="0"/>
                  </a:rPr>
                  <m:t>𝑑</m:t>
                </m:r>
                <m:r>
                  <a:rPr lang="da-DK" sz="1900" b="0" i="1" kern="1200" smtClean="0">
                    <a:latin typeface="Cambria Math" panose="02040503050406030204" pitchFamily="18" charset="0"/>
                    <a:ea typeface="Cambria Math" panose="02040503050406030204" pitchFamily="18" charset="0"/>
                  </a:rPr>
                  <m:t>𝜑</m:t>
                </m:r>
              </m:oMath>
            </m:oMathPara>
          </a14:m>
          <a:endParaRPr lang="en-US" sz="1900" kern="1200" dirty="0"/>
        </a:p>
      </dsp:txBody>
      <dsp:txXfrm>
        <a:off x="46445" y="3045649"/>
        <a:ext cx="3918766" cy="858547"/>
      </dsp:txXfrm>
    </dsp:sp>
    <dsp:sp modelId="{D2610660-F4A3-F640-A15D-F458E26EE35B}">
      <dsp:nvSpPr>
        <dsp:cNvPr id="0" name=""/>
        <dsp:cNvSpPr/>
      </dsp:nvSpPr>
      <dsp:spPr>
        <a:xfrm rot="5400000">
          <a:off x="7196998" y="908015"/>
          <a:ext cx="761149" cy="713183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Char char="•"/>
          </a:pPr>
          <a:r>
            <a:rPr lang="en-US" sz="3300" kern="1200" dirty="0"/>
            <a:t>De Broglie-wavelength</a:t>
          </a:r>
        </a:p>
      </dsp:txBody>
      <dsp:txXfrm rot="-5400000">
        <a:off x="4011656" y="4130513"/>
        <a:ext cx="7094677" cy="686837"/>
      </dsp:txXfrm>
    </dsp:sp>
    <dsp:sp modelId="{914E2079-F17A-6B49-8075-A161EA9B96DE}">
      <dsp:nvSpPr>
        <dsp:cNvPr id="0" name=""/>
        <dsp:cNvSpPr/>
      </dsp:nvSpPr>
      <dsp:spPr>
        <a:xfrm>
          <a:off x="0" y="3998213"/>
          <a:ext cx="4011656" cy="95143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US" sz="1900" i="1" kern="1200" smtClean="0">
                    <a:latin typeface="Cambria Math" panose="02040503050406030204" pitchFamily="18" charset="0"/>
                    <a:ea typeface="Cambria Math" panose="02040503050406030204" pitchFamily="18" charset="0"/>
                  </a:rPr>
                  <m:t>𝜆</m:t>
                </m:r>
                <m:r>
                  <a:rPr lang="da-DK" sz="1900" b="0" i="1" kern="1200" smtClean="0">
                    <a:latin typeface="Cambria Math" panose="02040503050406030204" pitchFamily="18" charset="0"/>
                    <a:ea typeface="Cambria Math" panose="02040503050406030204" pitchFamily="18" charset="0"/>
                  </a:rPr>
                  <m:t>=</m:t>
                </m:r>
                <m:f>
                  <m:fPr>
                    <m:ctrlPr>
                      <a:rPr lang="en-US" sz="1900" b="0" i="1" kern="1200" smtClean="0">
                        <a:latin typeface="Cambria Math" panose="02040503050406030204" pitchFamily="18" charset="0"/>
                        <a:ea typeface="Cambria Math" panose="02040503050406030204" pitchFamily="18" charset="0"/>
                      </a:rPr>
                    </m:ctrlPr>
                  </m:fPr>
                  <m:num>
                    <m:r>
                      <a:rPr lang="da-DK" sz="1900" b="0" i="1" kern="1200" smtClean="0">
                        <a:latin typeface="Cambria Math" panose="02040503050406030204" pitchFamily="18" charset="0"/>
                        <a:ea typeface="Cambria Math" panose="02040503050406030204" pitchFamily="18" charset="0"/>
                      </a:rPr>
                      <m:t>2</m:t>
                    </m:r>
                    <m:r>
                      <a:rPr lang="da-DK" sz="1900" b="0" i="1" kern="1200" smtClean="0">
                        <a:latin typeface="Cambria Math" panose="02040503050406030204" pitchFamily="18" charset="0"/>
                        <a:ea typeface="Cambria Math" panose="02040503050406030204" pitchFamily="18" charset="0"/>
                      </a:rPr>
                      <m:t>𝜋</m:t>
                    </m:r>
                    <m:r>
                      <a:rPr lang="da-DK" sz="1900" b="0" i="1" kern="1200" smtClean="0">
                        <a:latin typeface="Cambria Math" panose="02040503050406030204" pitchFamily="18" charset="0"/>
                        <a:ea typeface="Cambria Math" panose="02040503050406030204" pitchFamily="18" charset="0"/>
                      </a:rPr>
                      <m:t>ℏ</m:t>
                    </m:r>
                  </m:num>
                  <m:den>
                    <m:sSub>
                      <m:sSubPr>
                        <m:ctrlPr>
                          <a:rPr lang="en-US" sz="1900" b="0" i="1" kern="1200" smtClean="0">
                            <a:latin typeface="Cambria Math" panose="02040503050406030204" pitchFamily="18" charset="0"/>
                            <a:ea typeface="Cambria Math" panose="02040503050406030204" pitchFamily="18" charset="0"/>
                          </a:rPr>
                        </m:ctrlPr>
                      </m:sSubPr>
                      <m:e>
                        <m:r>
                          <a:rPr lang="da-DK" sz="1900" b="0" i="1" kern="1200" smtClean="0">
                            <a:latin typeface="Cambria Math" panose="02040503050406030204" pitchFamily="18" charset="0"/>
                            <a:ea typeface="Cambria Math" panose="02040503050406030204" pitchFamily="18" charset="0"/>
                          </a:rPr>
                          <m:t>𝑚</m:t>
                        </m:r>
                      </m:e>
                      <m:sub>
                        <m:r>
                          <a:rPr lang="da-DK" sz="1900" b="0" i="1" kern="1200" smtClean="0">
                            <a:latin typeface="Cambria Math" panose="02040503050406030204" pitchFamily="18" charset="0"/>
                            <a:ea typeface="Cambria Math" panose="02040503050406030204" pitchFamily="18" charset="0"/>
                          </a:rPr>
                          <m:t>𝑛</m:t>
                        </m:r>
                      </m:sub>
                    </m:sSub>
                    <m:r>
                      <a:rPr lang="da-DK" sz="1900" b="0" i="1" kern="1200" smtClean="0">
                        <a:latin typeface="Cambria Math" panose="02040503050406030204" pitchFamily="18" charset="0"/>
                        <a:ea typeface="Cambria Math" panose="02040503050406030204" pitchFamily="18" charset="0"/>
                      </a:rPr>
                      <m:t>𝑣</m:t>
                    </m:r>
                  </m:den>
                </m:f>
              </m:oMath>
            </m:oMathPara>
          </a14:m>
          <a:endParaRPr lang="en-US" sz="1900" kern="1200" dirty="0"/>
        </a:p>
      </dsp:txBody>
      <dsp:txXfrm>
        <a:off x="46445" y="4044658"/>
        <a:ext cx="3918766" cy="858547"/>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7.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2.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1.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5.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7.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9.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92.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9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9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9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5.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10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1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1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2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4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5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Pladsholder til dato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8F9E11-F642-4BF2-B4DC-AF7D35EA7551}" type="datetimeFigureOut">
              <a:rPr lang="en-GB" smtClean="0"/>
              <a:t>24/06/2026</a:t>
            </a:fld>
            <a:endParaRPr lang="en-GB"/>
          </a:p>
        </p:txBody>
      </p:sp>
      <p:sp>
        <p:nvSpPr>
          <p:cNvPr id="4" name="Pladsholder til sidefod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Pladsholder til slide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A371A3-64EC-4735-8565-D99D78279674}" type="slidenum">
              <a:rPr lang="en-GB" smtClean="0"/>
              <a:t>‹#›</a:t>
            </a:fld>
            <a:endParaRPr lang="en-GB"/>
          </a:p>
        </p:txBody>
      </p:sp>
    </p:spTree>
    <p:extLst>
      <p:ext uri="{BB962C8B-B14F-4D97-AF65-F5344CB8AC3E}">
        <p14:creationId xmlns:p14="http://schemas.microsoft.com/office/powerpoint/2010/main" val="34692714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72A38B-F9FA-4036-A084-652409E98F08}" type="datetimeFigureOut">
              <a:rPr lang="en-GB" smtClean="0"/>
              <a:t>24/06/2026</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436F85-577F-4A92-A47F-D540A2BCC821}" type="slidenum">
              <a:rPr lang="en-GB" smtClean="0"/>
              <a:t>‹#›</a:t>
            </a:fld>
            <a:endParaRPr lang="en-GB"/>
          </a:p>
        </p:txBody>
      </p:sp>
    </p:spTree>
    <p:extLst>
      <p:ext uri="{BB962C8B-B14F-4D97-AF65-F5344CB8AC3E}">
        <p14:creationId xmlns:p14="http://schemas.microsoft.com/office/powerpoint/2010/main" val="337809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9436F85-577F-4A92-A47F-D540A2BCC821}" type="slidenum">
              <a:rPr lang="en-GB" smtClean="0"/>
              <a:t>1</a:t>
            </a:fld>
            <a:endParaRPr lang="en-GB" dirty="0"/>
          </a:p>
        </p:txBody>
      </p:sp>
    </p:spTree>
    <p:extLst>
      <p:ext uri="{BB962C8B-B14F-4D97-AF65-F5344CB8AC3E}">
        <p14:creationId xmlns:p14="http://schemas.microsoft.com/office/powerpoint/2010/main" val="1507689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None/>
                </a:pPr>
                <a:r>
                  <a:rPr lang="en-US" sz="1200" dirty="0"/>
                  <a:t>• Vanadium is used for calibration because incoherent scattering dominates.</a:t>
                </a:r>
              </a:p>
              <a:p>
                <a:pPr marL="0" indent="0">
                  <a:buNone/>
                </a:pPr>
                <a:r>
                  <a:rPr lang="en-US" sz="1200" dirty="0"/>
                  <a:t>• Ideally, it gives an approximately isotropic signal.</a:t>
                </a:r>
              </a:p>
              <a:p>
                <a:pPr marL="0" indent="0">
                  <a:buNone/>
                </a:pPr>
                <a:r>
                  <a:rPr lang="en-US" sz="1200" dirty="0"/>
                  <a:t>• But real samples are not ideal: absorption, attenuation, multiple scattering and geometry change the angular distribution.</a:t>
                </a:r>
              </a:p>
              <a:p>
                <a:pPr marL="0" indent="0">
                  <a:buNone/>
                </a:pPr>
                <a:r>
                  <a:rPr lang="en-US" sz="1200" dirty="0"/>
                  <a:t>• For detector calibration, this matters because detector efficiency corrections assume a reliable scattering pattern</a:t>
                </a:r>
              </a:p>
              <a:p>
                <a:pPr marL="0" indent="0">
                  <a:buNone/>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Q: </a:t>
                </a:r>
                <a:r>
                  <a:rPr lang="en-DK" b="1" dirty="0"/>
                  <a:t>“What is the neutron magnetic moment?”</a:t>
                </a:r>
                <a:endParaRPr lang="en-US" sz="1200" dirty="0"/>
              </a:p>
              <a:p>
                <a:pPr marL="0" indent="0">
                  <a:buNone/>
                </a:pPr>
                <a:r>
                  <a:rPr lang="en-DK" dirty="0"/>
                  <a:t>A: The neutron is electrically neutral, but it has a magnetic dipole moment because it is made of charged quarks. Its magnetic moment is approximately </a:t>
                </a:r>
                <a14:m>
                  <m:oMath xmlns:m="http://schemas.openxmlformats.org/officeDocument/2006/math">
                    <m:r>
                      <a:rPr lang="en-DK" sz="1200" kern="1200">
                        <a:solidFill>
                          <a:schemeClr val="tx1"/>
                        </a:solidFill>
                        <a:latin typeface="Cambria Math" panose="02040503050406030204" pitchFamily="18" charset="0"/>
                        <a:ea typeface="+mn-ea"/>
                        <a:cs typeface="+mn-cs"/>
                      </a:rPr>
                      <m:t>−</m:t>
                    </m:r>
                    <m:r>
                      <a:rPr lang="en-DK" sz="1200" i="0" kern="1200">
                        <a:solidFill>
                          <a:schemeClr val="tx1"/>
                        </a:solidFill>
                        <a:latin typeface="Cambria Math" panose="02040503050406030204" pitchFamily="18" charset="0"/>
                        <a:ea typeface="+mn-ea"/>
                        <a:cs typeface="+mn-cs"/>
                      </a:rPr>
                      <m:t>1.913</m:t>
                    </m:r>
                  </m:oMath>
                </a14:m>
                <a:r>
                  <a:rPr lang="en-DK" dirty="0"/>
                  <a:t>nuclear magnetons. The negative sign means that the magnetic moment is antiparallel to the neutron spin. This allows neutrons to interact with magnetic fields and magnetic moments in materials, which is why neutron scattering can probe magnetic structures. In my project, however, I focus on nuclear scattering and absorption in vanadium, so magnetic scattering is not included</a:t>
                </a:r>
                <a:endParaRPr lang="en-US" sz="1200" dirty="0"/>
              </a:p>
            </p:txBody>
          </p:sp>
        </mc:Choice>
        <mc:Fallback xmlns="">
          <p:sp>
            <p:nvSpPr>
              <p:cNvPr id="3" name="Notes Placeholder 2"/>
              <p:cNvSpPr>
                <a:spLocks noGrp="1"/>
              </p:cNvSpPr>
              <p:nvPr>
                <p:ph type="body" idx="1"/>
              </p:nvPr>
            </p:nvSpPr>
            <p:spPr/>
            <p:txBody>
              <a:bodyPr/>
              <a:lstStyle/>
              <a:p>
                <a:pPr marL="0" indent="0">
                  <a:buNone/>
                </a:pPr>
                <a:r>
                  <a:rPr lang="en-US" sz="1200" dirty="0"/>
                  <a:t>• Vanadium is used for calibration because incoherent scattering dominates.</a:t>
                </a:r>
              </a:p>
              <a:p>
                <a:pPr marL="0" indent="0">
                  <a:buNone/>
                </a:pPr>
                <a:r>
                  <a:rPr lang="en-US" sz="1200" dirty="0"/>
                  <a:t>• Ideally, it gives an approximately isotropic signal.</a:t>
                </a:r>
              </a:p>
              <a:p>
                <a:pPr marL="0" indent="0">
                  <a:buNone/>
                </a:pPr>
                <a:r>
                  <a:rPr lang="en-US" sz="1200" dirty="0"/>
                  <a:t>• But real samples are not ideal: absorption, attenuation, multiple scattering and geometry change the angular distribution.</a:t>
                </a:r>
              </a:p>
              <a:p>
                <a:pPr marL="0" indent="0">
                  <a:buNone/>
                </a:pPr>
                <a:r>
                  <a:rPr lang="en-US" sz="1200" dirty="0"/>
                  <a:t>• For detector calibration, this matters because detector efficiency corrections assume a reliable scattering pattern</a:t>
                </a:r>
              </a:p>
              <a:p>
                <a:pPr marL="0" indent="0">
                  <a:buNone/>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Q: </a:t>
                </a:r>
                <a:r>
                  <a:rPr lang="en-DK" b="1" dirty="0"/>
                  <a:t>“What is the neutron magnetic moment?”</a:t>
                </a:r>
                <a:endParaRPr lang="en-US" sz="1200" dirty="0"/>
              </a:p>
              <a:p>
                <a:pPr marL="0" indent="0">
                  <a:buNone/>
                </a:pPr>
                <a:r>
                  <a:rPr lang="en-DK" dirty="0"/>
                  <a:t>A: The neutron is electrically neutral, but it has a magnetic dipole moment because it is made of charged quarks. Its magnetic moment is approximately </a:t>
                </a:r>
                <a:r>
                  <a:rPr lang="en-DK" sz="1200" i="0" kern="1200">
                    <a:solidFill>
                      <a:schemeClr val="tx1"/>
                    </a:solidFill>
                    <a:latin typeface="Cambria Math" panose="02040503050406030204" pitchFamily="18" charset="0"/>
                    <a:ea typeface="+mn-ea"/>
                    <a:cs typeface="+mn-cs"/>
                  </a:rPr>
                  <a:t>−1.913</a:t>
                </a:r>
                <a:r>
                  <a:rPr lang="en-DK" dirty="0"/>
                  <a:t>nuclear magnetons. The negative sign means that the magnetic moment is antiparallel to the neutron spin. This allows neutrons to interact with magnetic fields and magnetic moments in materials, which is why neutron scattering can probe magnetic structures. In my project, however, I focus on nuclear scattering and absorption in vanadium, so magnetic scattering is not included</a:t>
                </a:r>
                <a:endParaRPr lang="en-US" sz="1200" dirty="0"/>
              </a:p>
            </p:txBody>
          </p:sp>
        </mc:Fallback>
      </mc:AlternateContent>
      <p:sp>
        <p:nvSpPr>
          <p:cNvPr id="4" name="Slide Number Placeholder 3"/>
          <p:cNvSpPr>
            <a:spLocks noGrp="1"/>
          </p:cNvSpPr>
          <p:nvPr>
            <p:ph type="sldNum" sz="quarter" idx="5"/>
          </p:nvPr>
        </p:nvSpPr>
        <p:spPr/>
        <p:txBody>
          <a:bodyPr/>
          <a:lstStyle/>
          <a:p>
            <a:fld id="{49436F85-577F-4A92-A47F-D540A2BCC821}" type="slidenum">
              <a:rPr lang="en-GB" smtClean="0"/>
              <a:t>2</a:t>
            </a:fld>
            <a:endParaRPr lang="en-GB"/>
          </a:p>
        </p:txBody>
      </p:sp>
    </p:spTree>
    <p:extLst>
      <p:ext uri="{BB962C8B-B14F-4D97-AF65-F5344CB8AC3E}">
        <p14:creationId xmlns:p14="http://schemas.microsoft.com/office/powerpoint/2010/main" val="4066366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47532-BAF1-B614-5798-D94B48B121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4758C-8C54-A9A1-6D69-967A26343D84}"/>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D128A93-287F-8A7E-15FC-B71F65135D44}"/>
                  </a:ext>
                </a:extLst>
              </p:cNvPr>
              <p:cNvSpPr>
                <a:spLocks noGrp="1"/>
              </p:cNvSpPr>
              <p:nvPr>
                <p:ph type="body" idx="1"/>
              </p:nvPr>
            </p:nvSpPr>
            <p:spPr/>
            <p:txBody>
              <a:bodyPr/>
              <a:lstStyle/>
              <a:p>
                <a:pPr marL="0" indent="0">
                  <a:buNone/>
                </a:pPr>
                <a:r>
                  <a:rPr lang="en-US" sz="1200" dirty="0"/>
                  <a:t>• Vanadium is used for calibration because incoherent scattering dominates.</a:t>
                </a:r>
              </a:p>
              <a:p>
                <a:pPr marL="0" indent="0">
                  <a:buNone/>
                </a:pPr>
                <a:r>
                  <a:rPr lang="en-US" sz="1200" dirty="0"/>
                  <a:t>• Ideally, it gives an approximately isotropic signal.</a:t>
                </a:r>
              </a:p>
              <a:p>
                <a:pPr marL="0" indent="0">
                  <a:buNone/>
                </a:pPr>
                <a:r>
                  <a:rPr lang="en-US" sz="1200" dirty="0"/>
                  <a:t>• But real samples are not ideal: absorption, attenuation, multiple scattering and geometry change the angular distribution.</a:t>
                </a:r>
              </a:p>
              <a:p>
                <a:pPr marL="0" indent="0">
                  <a:buNone/>
                </a:pPr>
                <a:r>
                  <a:rPr lang="en-US" sz="1200" dirty="0"/>
                  <a:t>• For detector calibration, this matters because detector efficiency corrections assume a reliable scattering pattern</a:t>
                </a:r>
              </a:p>
              <a:p>
                <a:pPr marL="0" indent="0">
                  <a:buNone/>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Q: </a:t>
                </a:r>
                <a:r>
                  <a:rPr lang="en-DK" b="1" dirty="0"/>
                  <a:t>“What is the neutron magnetic moment?”</a:t>
                </a:r>
                <a:endParaRPr lang="en-US" sz="1200" dirty="0"/>
              </a:p>
              <a:p>
                <a:pPr marL="0" indent="0">
                  <a:buNone/>
                </a:pPr>
                <a:r>
                  <a:rPr lang="en-DK" dirty="0"/>
                  <a:t>A: The neutron is electrically neutral, but it has a magnetic dipole moment because it is made of charged quarks. Its magnetic moment is approximately </a:t>
                </a:r>
                <a14:m>
                  <m:oMath xmlns:m="http://schemas.openxmlformats.org/officeDocument/2006/math">
                    <m:r>
                      <a:rPr lang="en-DK" sz="1200" kern="1200">
                        <a:solidFill>
                          <a:schemeClr val="tx1"/>
                        </a:solidFill>
                        <a:latin typeface="Cambria Math" panose="02040503050406030204" pitchFamily="18" charset="0"/>
                        <a:ea typeface="+mn-ea"/>
                        <a:cs typeface="+mn-cs"/>
                      </a:rPr>
                      <m:t>−</m:t>
                    </m:r>
                    <m:r>
                      <a:rPr lang="en-DK" sz="1200" i="0" kern="1200">
                        <a:solidFill>
                          <a:schemeClr val="tx1"/>
                        </a:solidFill>
                        <a:latin typeface="Cambria Math" panose="02040503050406030204" pitchFamily="18" charset="0"/>
                        <a:ea typeface="+mn-ea"/>
                        <a:cs typeface="+mn-cs"/>
                      </a:rPr>
                      <m:t>1.913</m:t>
                    </m:r>
                  </m:oMath>
                </a14:m>
                <a:r>
                  <a:rPr lang="en-DK" dirty="0"/>
                  <a:t>nuclear magnetons. The negative sign means that the magnetic moment is antiparallel to the neutron spin. This allows neutrons to interact with magnetic fields and magnetic moments in materials, which is why neutron scattering can probe magnetic structures. In my project, however, I focus on nuclear scattering and absorption in vanadium, so magnetic scattering is not included</a:t>
                </a:r>
                <a:endParaRPr lang="en-US" sz="1200" dirty="0"/>
              </a:p>
            </p:txBody>
          </p:sp>
        </mc:Choice>
        <mc:Fallback xmlns="">
          <p:sp>
            <p:nvSpPr>
              <p:cNvPr id="3" name="Notes Placeholder 2">
                <a:extLst>
                  <a:ext uri="{FF2B5EF4-FFF2-40B4-BE49-F238E27FC236}">
                    <a16:creationId xmlns:a16="http://schemas.microsoft.com/office/drawing/2014/main" id="{0D128A93-287F-8A7E-15FC-B71F65135D44}"/>
                  </a:ext>
                </a:extLst>
              </p:cNvPr>
              <p:cNvSpPr>
                <a:spLocks noGrp="1"/>
              </p:cNvSpPr>
              <p:nvPr>
                <p:ph type="body" idx="1"/>
              </p:nvPr>
            </p:nvSpPr>
            <p:spPr/>
            <p:txBody>
              <a:bodyPr/>
              <a:lstStyle/>
              <a:p>
                <a:pPr marL="0" indent="0">
                  <a:buNone/>
                </a:pPr>
                <a:r>
                  <a:rPr lang="en-US" sz="1200" dirty="0"/>
                  <a:t>• Vanadium is used for calibration because incoherent scattering dominates.</a:t>
                </a:r>
              </a:p>
              <a:p>
                <a:pPr marL="0" indent="0">
                  <a:buNone/>
                </a:pPr>
                <a:r>
                  <a:rPr lang="en-US" sz="1200" dirty="0"/>
                  <a:t>• Ideally, it gives an approximately isotropic signal.</a:t>
                </a:r>
              </a:p>
              <a:p>
                <a:pPr marL="0" indent="0">
                  <a:buNone/>
                </a:pPr>
                <a:r>
                  <a:rPr lang="en-US" sz="1200" dirty="0"/>
                  <a:t>• But real samples are not ideal: absorption, attenuation, multiple scattering and geometry change the angular distribution.</a:t>
                </a:r>
              </a:p>
              <a:p>
                <a:pPr marL="0" indent="0">
                  <a:buNone/>
                </a:pPr>
                <a:r>
                  <a:rPr lang="en-US" sz="1200" dirty="0"/>
                  <a:t>• For detector calibration, this matters because detector efficiency corrections assume a reliable scattering pattern</a:t>
                </a:r>
              </a:p>
              <a:p>
                <a:pPr marL="0" indent="0">
                  <a:buNone/>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Q: </a:t>
                </a:r>
                <a:r>
                  <a:rPr lang="en-DK" b="1" dirty="0"/>
                  <a:t>“What is the neutron magnetic moment?”</a:t>
                </a:r>
                <a:endParaRPr lang="en-US" sz="1200" dirty="0"/>
              </a:p>
              <a:p>
                <a:pPr marL="0" indent="0">
                  <a:buNone/>
                </a:pPr>
                <a:r>
                  <a:rPr lang="en-DK" dirty="0"/>
                  <a:t>A: The neutron is electrically neutral, but it has a magnetic dipole moment because it is made of charged quarks. Its magnetic moment is approximately </a:t>
                </a:r>
                <a:r>
                  <a:rPr lang="en-DK" sz="1200" i="0" kern="1200">
                    <a:solidFill>
                      <a:schemeClr val="tx1"/>
                    </a:solidFill>
                    <a:latin typeface="Cambria Math" panose="02040503050406030204" pitchFamily="18" charset="0"/>
                    <a:ea typeface="+mn-ea"/>
                    <a:cs typeface="+mn-cs"/>
                  </a:rPr>
                  <a:t>−1.913</a:t>
                </a:r>
                <a:r>
                  <a:rPr lang="en-DK" dirty="0"/>
                  <a:t>nuclear magnetons. The negative sign means that the magnetic moment is antiparallel to the neutron spin. This allows neutrons to interact with magnetic fields and magnetic moments in materials, which is why neutron scattering can probe magnetic structures. In my project, however, I focus on nuclear scattering and absorption in vanadium, so magnetic scattering is not included</a:t>
                </a:r>
                <a:endParaRPr lang="en-US" sz="1200" dirty="0"/>
              </a:p>
            </p:txBody>
          </p:sp>
        </mc:Fallback>
      </mc:AlternateContent>
      <p:sp>
        <p:nvSpPr>
          <p:cNvPr id="4" name="Slide Number Placeholder 3">
            <a:extLst>
              <a:ext uri="{FF2B5EF4-FFF2-40B4-BE49-F238E27FC236}">
                <a16:creationId xmlns:a16="http://schemas.microsoft.com/office/drawing/2014/main" id="{90DD13EA-5E8C-7762-8F21-C68F62E51409}"/>
              </a:ext>
            </a:extLst>
          </p:cNvPr>
          <p:cNvSpPr>
            <a:spLocks noGrp="1"/>
          </p:cNvSpPr>
          <p:nvPr>
            <p:ph type="sldNum" sz="quarter" idx="5"/>
          </p:nvPr>
        </p:nvSpPr>
        <p:spPr/>
        <p:txBody>
          <a:bodyPr/>
          <a:lstStyle/>
          <a:p>
            <a:fld id="{49436F85-577F-4A92-A47F-D540A2BCC821}" type="slidenum">
              <a:rPr lang="en-GB" smtClean="0"/>
              <a:t>3</a:t>
            </a:fld>
            <a:endParaRPr lang="en-GB"/>
          </a:p>
        </p:txBody>
      </p:sp>
    </p:spTree>
    <p:extLst>
      <p:ext uri="{BB962C8B-B14F-4D97-AF65-F5344CB8AC3E}">
        <p14:creationId xmlns:p14="http://schemas.microsoft.com/office/powerpoint/2010/main" val="3595081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E5A20-B7DA-75CA-AA4B-58DB2A69C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1226D-857A-C871-E54D-9CBF2F7A36F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2A926F1-6E6E-C19A-5752-B2F62FC3A055}"/>
                  </a:ext>
                </a:extLst>
              </p:cNvPr>
              <p:cNvSpPr>
                <a:spLocks noGrp="1"/>
              </p:cNvSpPr>
              <p:nvPr>
                <p:ph type="body" idx="1"/>
              </p:nvPr>
            </p:nvSpPr>
            <p:spPr/>
            <p:txBody>
              <a:bodyPr/>
              <a:lstStyle/>
              <a:p>
                <a:pPr marL="0" indent="0">
                  <a:buNone/>
                </a:pPr>
                <a:r>
                  <a:rPr lang="en-US" sz="1200" dirty="0"/>
                  <a:t>• Vanadium is used for calibration because incoherent scattering dominates.</a:t>
                </a:r>
              </a:p>
              <a:p>
                <a:pPr marL="0" indent="0">
                  <a:buNone/>
                </a:pPr>
                <a:r>
                  <a:rPr lang="en-US" sz="1200" dirty="0"/>
                  <a:t>• Ideally, it gives an approximately isotropic signal.</a:t>
                </a:r>
              </a:p>
              <a:p>
                <a:pPr marL="0" indent="0">
                  <a:buNone/>
                </a:pPr>
                <a:r>
                  <a:rPr lang="en-US" sz="1200" dirty="0"/>
                  <a:t>• But real samples are not ideal: absorption, attenuation, multiple scattering and geometry change the angular distribution.</a:t>
                </a:r>
              </a:p>
              <a:p>
                <a:pPr marL="0" indent="0">
                  <a:buNone/>
                </a:pPr>
                <a:r>
                  <a:rPr lang="en-US" sz="1200" dirty="0"/>
                  <a:t>• For detector calibration, this matters because detector efficiency corrections assume a reliable scattering pattern</a:t>
                </a:r>
              </a:p>
              <a:p>
                <a:pPr marL="0" indent="0">
                  <a:buNone/>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Q: </a:t>
                </a:r>
                <a:r>
                  <a:rPr lang="en-DK" b="1" dirty="0"/>
                  <a:t>“What is the neutron magnetic moment?”</a:t>
                </a:r>
                <a:endParaRPr lang="en-US" sz="1200" dirty="0"/>
              </a:p>
              <a:p>
                <a:pPr marL="0" indent="0">
                  <a:buNone/>
                </a:pPr>
                <a:r>
                  <a:rPr lang="en-DK" dirty="0"/>
                  <a:t>A: The neutron is electrically neutral, but it has a magnetic dipole moment because it is made of charged quarks. Its magnetic moment is approximately </a:t>
                </a:r>
                <a14:m>
                  <m:oMath xmlns:m="http://schemas.openxmlformats.org/officeDocument/2006/math">
                    <m:r>
                      <a:rPr lang="en-DK" sz="1200" kern="1200">
                        <a:solidFill>
                          <a:schemeClr val="tx1"/>
                        </a:solidFill>
                        <a:latin typeface="Cambria Math" panose="02040503050406030204" pitchFamily="18" charset="0"/>
                        <a:ea typeface="+mn-ea"/>
                        <a:cs typeface="+mn-cs"/>
                      </a:rPr>
                      <m:t>−</m:t>
                    </m:r>
                    <m:r>
                      <a:rPr lang="en-DK" sz="1200" i="0" kern="1200">
                        <a:solidFill>
                          <a:schemeClr val="tx1"/>
                        </a:solidFill>
                        <a:latin typeface="Cambria Math" panose="02040503050406030204" pitchFamily="18" charset="0"/>
                        <a:ea typeface="+mn-ea"/>
                        <a:cs typeface="+mn-cs"/>
                      </a:rPr>
                      <m:t>1.913</m:t>
                    </m:r>
                  </m:oMath>
                </a14:m>
                <a:r>
                  <a:rPr lang="en-DK" dirty="0"/>
                  <a:t>nuclear magnetons. The negative sign means that the magnetic moment is antiparallel to the neutron spin. This allows neutrons to interact with magnetic fields and magnetic moments in materials, which is why neutron scattering can probe magnetic structures. In my project, however, I focus on nuclear scattering and absorption in vanadium, so magnetic scattering is not included</a:t>
                </a:r>
                <a:endParaRPr lang="en-US" sz="1200" dirty="0"/>
              </a:p>
            </p:txBody>
          </p:sp>
        </mc:Choice>
        <mc:Fallback xmlns="">
          <p:sp>
            <p:nvSpPr>
              <p:cNvPr id="3" name="Notes Placeholder 2">
                <a:extLst>
                  <a:ext uri="{FF2B5EF4-FFF2-40B4-BE49-F238E27FC236}">
                    <a16:creationId xmlns:a16="http://schemas.microsoft.com/office/drawing/2014/main" id="{62A926F1-6E6E-C19A-5752-B2F62FC3A055}"/>
                  </a:ext>
                </a:extLst>
              </p:cNvPr>
              <p:cNvSpPr>
                <a:spLocks noGrp="1"/>
              </p:cNvSpPr>
              <p:nvPr>
                <p:ph type="body" idx="1"/>
              </p:nvPr>
            </p:nvSpPr>
            <p:spPr/>
            <p:txBody>
              <a:bodyPr/>
              <a:lstStyle/>
              <a:p>
                <a:pPr marL="0" indent="0">
                  <a:buNone/>
                </a:pPr>
                <a:r>
                  <a:rPr lang="en-US" sz="1200" dirty="0"/>
                  <a:t>• Vanadium is used for calibration because incoherent scattering dominates.</a:t>
                </a:r>
              </a:p>
              <a:p>
                <a:pPr marL="0" indent="0">
                  <a:buNone/>
                </a:pPr>
                <a:r>
                  <a:rPr lang="en-US" sz="1200" dirty="0"/>
                  <a:t>• Ideally, it gives an approximately isotropic signal.</a:t>
                </a:r>
              </a:p>
              <a:p>
                <a:pPr marL="0" indent="0">
                  <a:buNone/>
                </a:pPr>
                <a:r>
                  <a:rPr lang="en-US" sz="1200" dirty="0"/>
                  <a:t>• But real samples are not ideal: absorption, attenuation, multiple scattering and geometry change the angular distribution.</a:t>
                </a:r>
              </a:p>
              <a:p>
                <a:pPr marL="0" indent="0">
                  <a:buNone/>
                </a:pPr>
                <a:r>
                  <a:rPr lang="en-US" sz="1200" dirty="0"/>
                  <a:t>• For detector calibration, this matters because detector efficiency corrections assume a reliable scattering pattern</a:t>
                </a:r>
              </a:p>
              <a:p>
                <a:pPr marL="0" indent="0">
                  <a:buNone/>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Q: </a:t>
                </a:r>
                <a:r>
                  <a:rPr lang="en-DK" b="1" dirty="0"/>
                  <a:t>“What is the neutron magnetic moment?”</a:t>
                </a:r>
                <a:endParaRPr lang="en-US" sz="1200" dirty="0"/>
              </a:p>
              <a:p>
                <a:pPr marL="0" indent="0">
                  <a:buNone/>
                </a:pPr>
                <a:r>
                  <a:rPr lang="en-DK" dirty="0"/>
                  <a:t>A: The neutron is electrically neutral, but it has a magnetic dipole moment because it is made of charged quarks. Its magnetic moment is approximately </a:t>
                </a:r>
                <a:r>
                  <a:rPr lang="en-DK" sz="1200" i="0" kern="1200">
                    <a:solidFill>
                      <a:schemeClr val="tx1"/>
                    </a:solidFill>
                    <a:latin typeface="Cambria Math" panose="02040503050406030204" pitchFamily="18" charset="0"/>
                    <a:ea typeface="+mn-ea"/>
                    <a:cs typeface="+mn-cs"/>
                  </a:rPr>
                  <a:t>−1.913</a:t>
                </a:r>
                <a:r>
                  <a:rPr lang="en-DK" dirty="0"/>
                  <a:t>nuclear magnetons. The negative sign means that the magnetic moment is antiparallel to the neutron spin. This allows neutrons to interact with magnetic fields and magnetic moments in materials, which is why neutron scattering can probe magnetic structures. In my project, however, I focus on nuclear scattering and absorption in vanadium, so magnetic scattering is not included</a:t>
                </a:r>
                <a:endParaRPr lang="en-US" sz="1200" dirty="0"/>
              </a:p>
            </p:txBody>
          </p:sp>
        </mc:Fallback>
      </mc:AlternateContent>
      <p:sp>
        <p:nvSpPr>
          <p:cNvPr id="4" name="Slide Number Placeholder 3">
            <a:extLst>
              <a:ext uri="{FF2B5EF4-FFF2-40B4-BE49-F238E27FC236}">
                <a16:creationId xmlns:a16="http://schemas.microsoft.com/office/drawing/2014/main" id="{EF4BCE7E-DEE2-5778-7C31-2DA26C26EC68}"/>
              </a:ext>
            </a:extLst>
          </p:cNvPr>
          <p:cNvSpPr>
            <a:spLocks noGrp="1"/>
          </p:cNvSpPr>
          <p:nvPr>
            <p:ph type="sldNum" sz="quarter" idx="5"/>
          </p:nvPr>
        </p:nvSpPr>
        <p:spPr/>
        <p:txBody>
          <a:bodyPr/>
          <a:lstStyle/>
          <a:p>
            <a:fld id="{49436F85-577F-4A92-A47F-D540A2BCC821}" type="slidenum">
              <a:rPr lang="en-GB" smtClean="0"/>
              <a:t>4</a:t>
            </a:fld>
            <a:endParaRPr lang="en-GB"/>
          </a:p>
        </p:txBody>
      </p:sp>
    </p:spTree>
    <p:extLst>
      <p:ext uri="{BB962C8B-B14F-4D97-AF65-F5344CB8AC3E}">
        <p14:creationId xmlns:p14="http://schemas.microsoft.com/office/powerpoint/2010/main" val="3510108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E78E2-5922-370C-3EA2-03BBC97129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1DB36-658E-D5ED-966B-CC35B6F908E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10559C9-8217-6162-286B-85A9941E48D7}"/>
                  </a:ext>
                </a:extLst>
              </p:cNvPr>
              <p:cNvSpPr>
                <a:spLocks noGrp="1"/>
              </p:cNvSpPr>
              <p:nvPr>
                <p:ph type="body" idx="1"/>
              </p:nvPr>
            </p:nvSpPr>
            <p:spPr/>
            <p:txBody>
              <a:bodyPr/>
              <a:lstStyle/>
              <a:p>
                <a:pPr marL="0" indent="0">
                  <a:buNone/>
                </a:pPr>
                <a:r>
                  <a:rPr lang="en-US" sz="1200" dirty="0"/>
                  <a:t>• Vanadium is used for calibration because incoherent scattering dominates.</a:t>
                </a:r>
              </a:p>
              <a:p>
                <a:pPr marL="0" indent="0">
                  <a:buNone/>
                </a:pPr>
                <a:r>
                  <a:rPr lang="en-US" sz="1200" dirty="0"/>
                  <a:t>• Ideally, it gives an approximately isotropic signal.</a:t>
                </a:r>
              </a:p>
              <a:p>
                <a:pPr marL="0" indent="0">
                  <a:buNone/>
                </a:pPr>
                <a:r>
                  <a:rPr lang="en-US" sz="1200" dirty="0"/>
                  <a:t>• But real samples are not ideal: absorption, attenuation, multiple scattering and geometry change the angular distribution.</a:t>
                </a:r>
              </a:p>
              <a:p>
                <a:pPr marL="0" indent="0">
                  <a:buNone/>
                </a:pPr>
                <a:r>
                  <a:rPr lang="en-US" sz="1200" dirty="0"/>
                  <a:t>• For detector calibration, this matters because detector efficiency corrections assume a reliable scattering pattern</a:t>
                </a:r>
              </a:p>
              <a:p>
                <a:pPr marL="0" indent="0">
                  <a:buNone/>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Q: </a:t>
                </a:r>
                <a:r>
                  <a:rPr lang="en-DK" b="1" dirty="0"/>
                  <a:t>“What is the neutron magnetic moment?”</a:t>
                </a:r>
                <a:endParaRPr lang="en-US" sz="1200" dirty="0"/>
              </a:p>
              <a:p>
                <a:pPr marL="0" indent="0">
                  <a:buNone/>
                </a:pPr>
                <a:r>
                  <a:rPr lang="en-DK" dirty="0"/>
                  <a:t>A: The neutron is electrically neutral, but it has a magnetic dipole moment because it is made of charged quarks. Its magnetic moment is approximately </a:t>
                </a:r>
                <a14:m>
                  <m:oMath xmlns:m="http://schemas.openxmlformats.org/officeDocument/2006/math">
                    <m:r>
                      <a:rPr lang="en-DK" sz="1200" kern="1200">
                        <a:solidFill>
                          <a:schemeClr val="tx1"/>
                        </a:solidFill>
                        <a:latin typeface="Cambria Math" panose="02040503050406030204" pitchFamily="18" charset="0"/>
                        <a:ea typeface="+mn-ea"/>
                        <a:cs typeface="+mn-cs"/>
                      </a:rPr>
                      <m:t>−</m:t>
                    </m:r>
                    <m:r>
                      <a:rPr lang="en-DK" sz="1200" i="0" kern="1200">
                        <a:solidFill>
                          <a:schemeClr val="tx1"/>
                        </a:solidFill>
                        <a:latin typeface="Cambria Math" panose="02040503050406030204" pitchFamily="18" charset="0"/>
                        <a:ea typeface="+mn-ea"/>
                        <a:cs typeface="+mn-cs"/>
                      </a:rPr>
                      <m:t>1.913</m:t>
                    </m:r>
                  </m:oMath>
                </a14:m>
                <a:r>
                  <a:rPr lang="en-DK" dirty="0"/>
                  <a:t>nuclear magnetons. The negative sign means that the magnetic moment is antiparallel to the neutron spin. This allows neutrons to interact with magnetic fields and magnetic moments in materials, which is why neutron scattering can probe magnetic structures. In my project, however, I focus on nuclear scattering and absorption in vanadium, so magnetic scattering is not included</a:t>
                </a:r>
                <a:endParaRPr lang="en-US" sz="1200" dirty="0"/>
              </a:p>
            </p:txBody>
          </p:sp>
        </mc:Choice>
        <mc:Fallback xmlns="">
          <p:sp>
            <p:nvSpPr>
              <p:cNvPr id="3" name="Notes Placeholder 2">
                <a:extLst>
                  <a:ext uri="{FF2B5EF4-FFF2-40B4-BE49-F238E27FC236}">
                    <a16:creationId xmlns:a16="http://schemas.microsoft.com/office/drawing/2014/main" id="{410559C9-8217-6162-286B-85A9941E48D7}"/>
                  </a:ext>
                </a:extLst>
              </p:cNvPr>
              <p:cNvSpPr>
                <a:spLocks noGrp="1"/>
              </p:cNvSpPr>
              <p:nvPr>
                <p:ph type="body" idx="1"/>
              </p:nvPr>
            </p:nvSpPr>
            <p:spPr/>
            <p:txBody>
              <a:bodyPr/>
              <a:lstStyle/>
              <a:p>
                <a:pPr marL="0" indent="0">
                  <a:buNone/>
                </a:pPr>
                <a:r>
                  <a:rPr lang="en-US" sz="1200" dirty="0"/>
                  <a:t>• Vanadium is used for calibration because incoherent scattering dominates.</a:t>
                </a:r>
              </a:p>
              <a:p>
                <a:pPr marL="0" indent="0">
                  <a:buNone/>
                </a:pPr>
                <a:r>
                  <a:rPr lang="en-US" sz="1200" dirty="0"/>
                  <a:t>• Ideally, it gives an approximately isotropic signal.</a:t>
                </a:r>
              </a:p>
              <a:p>
                <a:pPr marL="0" indent="0">
                  <a:buNone/>
                </a:pPr>
                <a:r>
                  <a:rPr lang="en-US" sz="1200" dirty="0"/>
                  <a:t>• But real samples are not ideal: absorption, attenuation, multiple scattering and geometry change the angular distribution.</a:t>
                </a:r>
              </a:p>
              <a:p>
                <a:pPr marL="0" indent="0">
                  <a:buNone/>
                </a:pPr>
                <a:r>
                  <a:rPr lang="en-US" sz="1200" dirty="0"/>
                  <a:t>• For detector calibration, this matters because detector efficiency corrections assume a reliable scattering pattern</a:t>
                </a:r>
              </a:p>
              <a:p>
                <a:pPr marL="0" indent="0">
                  <a:buNone/>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Q: </a:t>
                </a:r>
                <a:r>
                  <a:rPr lang="en-DK" b="1" dirty="0"/>
                  <a:t>“What is the neutron magnetic moment?”</a:t>
                </a:r>
                <a:endParaRPr lang="en-US" sz="1200" dirty="0"/>
              </a:p>
              <a:p>
                <a:pPr marL="0" indent="0">
                  <a:buNone/>
                </a:pPr>
                <a:r>
                  <a:rPr lang="en-DK" dirty="0"/>
                  <a:t>A: The neutron is electrically neutral, but it has a magnetic dipole moment because it is made of charged quarks. Its magnetic moment is approximately </a:t>
                </a:r>
                <a:r>
                  <a:rPr lang="en-DK" sz="1200" i="0" kern="1200">
                    <a:solidFill>
                      <a:schemeClr val="tx1"/>
                    </a:solidFill>
                    <a:latin typeface="+mn-lt"/>
                    <a:ea typeface="+mn-ea"/>
                    <a:cs typeface="+mn-cs"/>
                  </a:rPr>
                  <a:t>−1.913</a:t>
                </a:r>
                <a:r>
                  <a:rPr lang="en-DK" dirty="0"/>
                  <a:t>nuclear magnetons. The negative sign means that the magnetic moment is antiparallel to the neutron spin. This allows neutrons to interact with magnetic fields and magnetic moments in materials, which is why neutron scattering can probe magnetic structures. In my project, however, I focus on nuclear scattering and absorption in vanadium, so magnetic scattering is not included</a:t>
                </a:r>
                <a:endParaRPr lang="en-US" sz="1200" dirty="0"/>
              </a:p>
            </p:txBody>
          </p:sp>
        </mc:Fallback>
      </mc:AlternateContent>
      <p:sp>
        <p:nvSpPr>
          <p:cNvPr id="4" name="Slide Number Placeholder 3">
            <a:extLst>
              <a:ext uri="{FF2B5EF4-FFF2-40B4-BE49-F238E27FC236}">
                <a16:creationId xmlns:a16="http://schemas.microsoft.com/office/drawing/2014/main" id="{17687A43-3945-9E3C-7D4F-F53595B84D09}"/>
              </a:ext>
            </a:extLst>
          </p:cNvPr>
          <p:cNvSpPr>
            <a:spLocks noGrp="1"/>
          </p:cNvSpPr>
          <p:nvPr>
            <p:ph type="sldNum" sz="quarter" idx="5"/>
          </p:nvPr>
        </p:nvSpPr>
        <p:spPr/>
        <p:txBody>
          <a:bodyPr/>
          <a:lstStyle/>
          <a:p>
            <a:fld id="{49436F85-577F-4A92-A47F-D540A2BCC821}" type="slidenum">
              <a:rPr lang="en-GB" smtClean="0"/>
              <a:t>5</a:t>
            </a:fld>
            <a:endParaRPr lang="en-GB"/>
          </a:p>
        </p:txBody>
      </p:sp>
    </p:spTree>
    <p:extLst>
      <p:ext uri="{BB962C8B-B14F-4D97-AF65-F5344CB8AC3E}">
        <p14:creationId xmlns:p14="http://schemas.microsoft.com/office/powerpoint/2010/main" val="566125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436F85-577F-4A92-A47F-D540A2BCC821}" type="slidenum">
              <a:rPr lang="en-GB" smtClean="0"/>
              <a:t>6</a:t>
            </a:fld>
            <a:endParaRPr lang="en-GB"/>
          </a:p>
        </p:txBody>
      </p:sp>
    </p:spTree>
    <p:extLst>
      <p:ext uri="{BB962C8B-B14F-4D97-AF65-F5344CB8AC3E}">
        <p14:creationId xmlns:p14="http://schemas.microsoft.com/office/powerpoint/2010/main" val="4253532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F55A0-BCAA-53BC-0C16-C914A124E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A91F0-D5C9-440A-1A03-611056322C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C1DAD4-2DE6-25E5-0170-9AC7644C38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6732E9-780F-F324-F318-9E02E53B76A0}"/>
              </a:ext>
            </a:extLst>
          </p:cNvPr>
          <p:cNvSpPr>
            <a:spLocks noGrp="1"/>
          </p:cNvSpPr>
          <p:nvPr>
            <p:ph type="sldNum" sz="quarter" idx="5"/>
          </p:nvPr>
        </p:nvSpPr>
        <p:spPr/>
        <p:txBody>
          <a:bodyPr/>
          <a:lstStyle/>
          <a:p>
            <a:fld id="{49436F85-577F-4A92-A47F-D540A2BCC821}" type="slidenum">
              <a:rPr lang="en-GB" smtClean="0"/>
              <a:t>7</a:t>
            </a:fld>
            <a:endParaRPr lang="en-GB"/>
          </a:p>
        </p:txBody>
      </p:sp>
    </p:spTree>
    <p:extLst>
      <p:ext uri="{BB962C8B-B14F-4D97-AF65-F5344CB8AC3E}">
        <p14:creationId xmlns:p14="http://schemas.microsoft.com/office/powerpoint/2010/main" val="461359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73E03-2C08-FFA3-F65D-08347AA95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18776-6332-6176-3F83-FC2E8CDC1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84F8F-4C0D-83F6-9B26-665A48BDB1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2730AC-666C-F697-C2BB-98AFDCE2788A}"/>
              </a:ext>
            </a:extLst>
          </p:cNvPr>
          <p:cNvSpPr>
            <a:spLocks noGrp="1"/>
          </p:cNvSpPr>
          <p:nvPr>
            <p:ph type="sldNum" sz="quarter" idx="5"/>
          </p:nvPr>
        </p:nvSpPr>
        <p:spPr/>
        <p:txBody>
          <a:bodyPr/>
          <a:lstStyle/>
          <a:p>
            <a:fld id="{49436F85-577F-4A92-A47F-D540A2BCC821}" type="slidenum">
              <a:rPr lang="en-GB" smtClean="0"/>
              <a:t>8</a:t>
            </a:fld>
            <a:endParaRPr lang="en-GB"/>
          </a:p>
        </p:txBody>
      </p:sp>
    </p:spTree>
    <p:extLst>
      <p:ext uri="{BB962C8B-B14F-4D97-AF65-F5344CB8AC3E}">
        <p14:creationId xmlns:p14="http://schemas.microsoft.com/office/powerpoint/2010/main" val="26636228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759CD-CBCB-B3FB-0203-BE8A6CB49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81072-335C-F8E0-46B9-FBB41E3AA5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5F0D6D-D4FF-5E44-FF35-A1982C1CEF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AD51B6-E17B-7435-3AC0-BCC928FF4833}"/>
              </a:ext>
            </a:extLst>
          </p:cNvPr>
          <p:cNvSpPr>
            <a:spLocks noGrp="1"/>
          </p:cNvSpPr>
          <p:nvPr>
            <p:ph type="sldNum" sz="quarter" idx="5"/>
          </p:nvPr>
        </p:nvSpPr>
        <p:spPr/>
        <p:txBody>
          <a:bodyPr/>
          <a:lstStyle/>
          <a:p>
            <a:fld id="{49436F85-577F-4A92-A47F-D540A2BCC821}" type="slidenum">
              <a:rPr lang="en-GB" smtClean="0"/>
              <a:t>9</a:t>
            </a:fld>
            <a:endParaRPr lang="en-GB"/>
          </a:p>
        </p:txBody>
      </p:sp>
    </p:spTree>
    <p:extLst>
      <p:ext uri="{BB962C8B-B14F-4D97-AF65-F5344CB8AC3E}">
        <p14:creationId xmlns:p14="http://schemas.microsoft.com/office/powerpoint/2010/main" val="512721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sSub>
                      <m:sSubPr>
                        <m:ctrlPr>
                          <a:rPr lang="en-US" i="1" noProof="1" dirty="0" smtClean="0">
                            <a:latin typeface="Cambria Math" panose="02040503050406030204" pitchFamily="18" charset="0"/>
                          </a:rPr>
                        </m:ctrlPr>
                      </m:sSubPr>
                      <m:e>
                        <m:r>
                          <m:rPr>
                            <m:sty m:val="p"/>
                          </m:rPr>
                          <a:rPr lang="en-US" noProof="1" dirty="0" smtClean="0">
                            <a:latin typeface="Cambria Math" panose="02040503050406030204" pitchFamily="18" charset="0"/>
                          </a:rPr>
                          <m:t>Σ</m:t>
                        </m:r>
                      </m:e>
                      <m:sub>
                        <m:r>
                          <a:rPr lang="en-US" i="1" noProof="1" dirty="0" smtClean="0">
                            <a:latin typeface="Cambria Math" panose="02040503050406030204" pitchFamily="18" charset="0"/>
                          </a:rPr>
                          <m:t>𝑡</m:t>
                        </m:r>
                      </m:sub>
                    </m:sSub>
                  </m:oMath>
                </a14:m>
                <a:r>
                  <a:rPr lang="en-US" noProof="1"/>
                  <a:t>: macroscopic cross section. </a:t>
                </a:r>
                <a:endParaRPr lang="en-US" i="1" noProof="1"/>
              </a:p>
              <a:p>
                <a14:m>
                  <m:oMath xmlns:m="http://schemas.openxmlformats.org/officeDocument/2006/math">
                    <m:r>
                      <a:rPr lang="en-US" i="1" noProof="1" dirty="0" smtClean="0">
                        <a:latin typeface="Cambria Math" panose="02040503050406030204" pitchFamily="18" charset="0"/>
                      </a:rPr>
                      <m:t>𝑠</m:t>
                    </m:r>
                  </m:oMath>
                </a14:m>
                <a:r>
                  <a:rPr lang="en-US" noProof="1"/>
                  <a:t>: sampled free-flight distance. </a:t>
                </a:r>
              </a:p>
              <a:p>
                <a14:m>
                  <m:oMath xmlns:m="http://schemas.openxmlformats.org/officeDocument/2006/math">
                    <m:sSubSup>
                      <m:sSubSupPr>
                        <m:ctrlPr>
                          <a:rPr lang="en-US" i="1" noProof="1" dirty="0" smtClean="0">
                            <a:latin typeface="Cambria Math" panose="02040503050406030204" pitchFamily="18" charset="0"/>
                          </a:rPr>
                        </m:ctrlPr>
                      </m:sSubSupPr>
                      <m:e>
                        <m:r>
                          <a:rPr lang="en-US" i="1" noProof="1" dirty="0" smtClean="0">
                            <a:latin typeface="Cambria Math" panose="02040503050406030204" pitchFamily="18" charset="0"/>
                          </a:rPr>
                          <m:t>𝐼</m:t>
                        </m:r>
                      </m:e>
                      <m:sub>
                        <m:r>
                          <m:rPr>
                            <m:sty m:val="p"/>
                          </m:rPr>
                          <a:rPr lang="en-US" noProof="1" dirty="0" smtClean="0">
                            <a:latin typeface="Cambria Math" panose="02040503050406030204" pitchFamily="18" charset="0"/>
                          </a:rPr>
                          <m:t>exp</m:t>
                        </m:r>
                      </m:sub>
                      <m:sup>
                        <m:r>
                          <a:rPr lang="en-US" i="1" noProof="1" dirty="0" smtClean="0">
                            <a:latin typeface="Cambria Math" panose="02040503050406030204" pitchFamily="18" charset="0"/>
                          </a:rPr>
                          <m:t>(1)</m:t>
                        </m:r>
                      </m:sup>
                    </m:sSubSup>
                  </m:oMath>
                </a14:m>
                <a:r>
                  <a:rPr lang="en-US" noProof="1"/>
                  <a:t>: The expected single-scattering intensity</a:t>
                </a:r>
              </a:p>
              <a:p>
                <a14:m>
                  <m:oMath xmlns:m="http://schemas.openxmlformats.org/officeDocument/2006/math">
                    <m:r>
                      <a:rPr lang="en-US" i="1" noProof="1" dirty="0" smtClean="0">
                        <a:latin typeface="Cambria Math" panose="02040503050406030204" pitchFamily="18" charset="0"/>
                      </a:rPr>
                      <m:t>𝑅</m:t>
                    </m:r>
                  </m:oMath>
                </a14:m>
                <a:r>
                  <a:rPr lang="en-US" noProof="1"/>
                  <a:t>: observed-to-expected single-scattering intensity ratio. </a:t>
                </a:r>
                <a:endParaRPr lang="en-US" i="1" noProof="1"/>
              </a:p>
              <a:p>
                <a14:m>
                  <m:oMath xmlns:m="http://schemas.openxmlformats.org/officeDocument/2006/math">
                    <m:r>
                      <a:rPr lang="en-US" i="1" noProof="1" dirty="0" smtClean="0">
                        <a:latin typeface="Cambria Math" panose="02040503050406030204" pitchFamily="18" charset="0"/>
                      </a:rPr>
                      <m:t>𝑅</m:t>
                    </m:r>
                    <m:r>
                      <a:rPr lang="en-US" noProof="1" dirty="0" smtClean="0">
                        <a:latin typeface="Cambria Math" panose="02040503050406030204" pitchFamily="18" charset="0"/>
                      </a:rPr>
                      <m:t>→1</m:t>
                    </m:r>
                  </m:oMath>
                </a14:m>
                <a:r>
                  <a:rPr lang="en-US" noProof="1"/>
                  <a:t>in the thin limit. </a:t>
                </a:r>
              </a:p>
              <a:p>
                <a14:m>
                  <m:oMath xmlns:m="http://schemas.openxmlformats.org/officeDocument/2006/math">
                    <m:r>
                      <a:rPr lang="en-US" i="1" noProof="1" dirty="0" smtClean="0">
                        <a:latin typeface="Cambria Math" panose="02040503050406030204" pitchFamily="18" charset="0"/>
                      </a:rPr>
                      <m:t>𝑅</m:t>
                    </m:r>
                    <m:r>
                      <a:rPr lang="en-US" noProof="1" dirty="0" smtClean="0">
                        <a:latin typeface="Cambria Math" panose="02040503050406030204" pitchFamily="18" charset="0"/>
                      </a:rPr>
                      <m:t>&lt;1</m:t>
                    </m:r>
                  </m:oMath>
                </a14:m>
                <a:r>
                  <a:rPr lang="en-US" noProof="1"/>
                  <a:t>means self-absorption / redistribution / multiple scattering effects.</a:t>
                </a:r>
              </a:p>
            </p:txBody>
          </p:sp>
        </mc:Choice>
        <mc:Fallback xmlns="">
          <p:sp>
            <p:nvSpPr>
              <p:cNvPr id="3" name="Notes Placeholder 2"/>
              <p:cNvSpPr>
                <a:spLocks noGrp="1"/>
              </p:cNvSpPr>
              <p:nvPr>
                <p:ph type="body" idx="1"/>
              </p:nvPr>
            </p:nvSpPr>
            <p:spPr/>
            <p:txBody>
              <a:bodyPr/>
              <a:lstStyle/>
              <a:p>
                <a:r>
                  <a:rPr lang="en-US" i="0" noProof="1">
                    <a:latin typeface="Cambria Math" panose="02040503050406030204" pitchFamily="18" charset="0"/>
                  </a:rPr>
                  <a:t>Σ_𝑡</a:t>
                </a:r>
                <a:r>
                  <a:rPr lang="en-US" noProof="1"/>
                  <a:t>: macroscopic cross section. </a:t>
                </a:r>
                <a:endParaRPr lang="en-US" i="1" noProof="1"/>
              </a:p>
              <a:p>
                <a:r>
                  <a:rPr lang="en-US" i="0" noProof="1">
                    <a:latin typeface="Cambria Math" panose="02040503050406030204" pitchFamily="18" charset="0"/>
                  </a:rPr>
                  <a:t>𝑠</a:t>
                </a:r>
                <a:r>
                  <a:rPr lang="en-US" noProof="1"/>
                  <a:t>: sampled free-flight distance. </a:t>
                </a:r>
              </a:p>
              <a:p>
                <a:r>
                  <a:rPr lang="en-US" i="0" noProof="1">
                    <a:latin typeface="Cambria Math" panose="02040503050406030204" pitchFamily="18" charset="0"/>
                  </a:rPr>
                  <a:t>𝐼_exp^((1))</a:t>
                </a:r>
                <a:r>
                  <a:rPr lang="en-US" noProof="1"/>
                  <a:t>: The expected single-scattering intensity</a:t>
                </a:r>
              </a:p>
              <a:p>
                <a:r>
                  <a:rPr lang="en-US" i="0" noProof="1">
                    <a:latin typeface="Cambria Math" panose="02040503050406030204" pitchFamily="18" charset="0"/>
                  </a:rPr>
                  <a:t>𝑅</a:t>
                </a:r>
                <a:r>
                  <a:rPr lang="en-US" noProof="1"/>
                  <a:t>: observed-to-expected single-scattering intensity ratio. </a:t>
                </a:r>
                <a:endParaRPr lang="en-US" i="1" noProof="1"/>
              </a:p>
              <a:p>
                <a:r>
                  <a:rPr lang="en-US" i="0" noProof="1">
                    <a:latin typeface="Cambria Math" panose="02040503050406030204" pitchFamily="18" charset="0"/>
                  </a:rPr>
                  <a:t>𝑅→1</a:t>
                </a:r>
                <a:r>
                  <a:rPr lang="en-US" noProof="1"/>
                  <a:t>in the thin limit. </a:t>
                </a:r>
              </a:p>
              <a:p>
                <a:r>
                  <a:rPr lang="en-US" i="0" noProof="1">
                    <a:latin typeface="Cambria Math" panose="02040503050406030204" pitchFamily="18" charset="0"/>
                  </a:rPr>
                  <a:t>𝑅&lt;1</a:t>
                </a:r>
                <a:r>
                  <a:rPr lang="en-US" noProof="1"/>
                  <a:t>means self-absorption / redistribution / multiple scattering effects.</a:t>
                </a:r>
              </a:p>
            </p:txBody>
          </p:sp>
        </mc:Fallback>
      </mc:AlternateContent>
      <p:sp>
        <p:nvSpPr>
          <p:cNvPr id="4" name="Slide Number Placeholder 3"/>
          <p:cNvSpPr>
            <a:spLocks noGrp="1"/>
          </p:cNvSpPr>
          <p:nvPr>
            <p:ph type="sldNum" sz="quarter" idx="5"/>
          </p:nvPr>
        </p:nvSpPr>
        <p:spPr/>
        <p:txBody>
          <a:bodyPr/>
          <a:lstStyle/>
          <a:p>
            <a:fld id="{49436F85-577F-4A92-A47F-D540A2BCC821}" type="slidenum">
              <a:rPr lang="en-GB" smtClean="0"/>
              <a:t>10</a:t>
            </a:fld>
            <a:endParaRPr lang="en-GB"/>
          </a:p>
        </p:txBody>
      </p:sp>
    </p:spTree>
    <p:extLst>
      <p:ext uri="{BB962C8B-B14F-4D97-AF65-F5344CB8AC3E}">
        <p14:creationId xmlns:p14="http://schemas.microsoft.com/office/powerpoint/2010/main" val="3398473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52F5D-83C0-984F-E26D-CB26482A5F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12433-7914-8D27-F0F8-9222794F2AE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97182F7-C89A-2047-5669-D2199C306491}"/>
                  </a:ext>
                </a:extLst>
              </p:cNvPr>
              <p:cNvSpPr>
                <a:spLocks noGrp="1"/>
              </p:cNvSpPr>
              <p:nvPr>
                <p:ph type="body" idx="1"/>
              </p:nvPr>
            </p:nvSpPr>
            <p:spPr/>
            <p:txBody>
              <a:bodyPr/>
              <a:lstStyle/>
              <a:p>
                <a14:m>
                  <m:oMath xmlns:m="http://schemas.openxmlformats.org/officeDocument/2006/math">
                    <m:sSub>
                      <m:sSubPr>
                        <m:ctrlPr>
                          <a:rPr lang="en-US" i="1" noProof="1" dirty="0" smtClean="0">
                            <a:latin typeface="Cambria Math" panose="02040503050406030204" pitchFamily="18" charset="0"/>
                          </a:rPr>
                        </m:ctrlPr>
                      </m:sSubPr>
                      <m:e>
                        <m:r>
                          <m:rPr>
                            <m:sty m:val="p"/>
                          </m:rPr>
                          <a:rPr lang="en-US" noProof="1" dirty="0" smtClean="0">
                            <a:latin typeface="Cambria Math" panose="02040503050406030204" pitchFamily="18" charset="0"/>
                          </a:rPr>
                          <m:t>Σ</m:t>
                        </m:r>
                      </m:e>
                      <m:sub>
                        <m:r>
                          <a:rPr lang="en-US" i="1" noProof="1" dirty="0" smtClean="0">
                            <a:latin typeface="Cambria Math" panose="02040503050406030204" pitchFamily="18" charset="0"/>
                          </a:rPr>
                          <m:t>𝑡</m:t>
                        </m:r>
                      </m:sub>
                    </m:sSub>
                  </m:oMath>
                </a14:m>
                <a:r>
                  <a:rPr lang="en-US" noProof="1"/>
                  <a:t>: macroscopic cross section. </a:t>
                </a:r>
                <a:endParaRPr lang="en-US" i="1" noProof="1"/>
              </a:p>
              <a:p>
                <a14:m>
                  <m:oMath xmlns:m="http://schemas.openxmlformats.org/officeDocument/2006/math">
                    <m:r>
                      <a:rPr lang="en-US" i="1" noProof="1" dirty="0" smtClean="0">
                        <a:latin typeface="Cambria Math" panose="02040503050406030204" pitchFamily="18" charset="0"/>
                      </a:rPr>
                      <m:t>𝑠</m:t>
                    </m:r>
                  </m:oMath>
                </a14:m>
                <a:r>
                  <a:rPr lang="en-US" noProof="1"/>
                  <a:t>: sampled free-flight distance. </a:t>
                </a:r>
              </a:p>
              <a:p>
                <a14:m>
                  <m:oMath xmlns:m="http://schemas.openxmlformats.org/officeDocument/2006/math">
                    <m:sSubSup>
                      <m:sSubSupPr>
                        <m:ctrlPr>
                          <a:rPr lang="en-US" i="1" noProof="1" dirty="0" smtClean="0">
                            <a:latin typeface="Cambria Math" panose="02040503050406030204" pitchFamily="18" charset="0"/>
                          </a:rPr>
                        </m:ctrlPr>
                      </m:sSubSupPr>
                      <m:e>
                        <m:r>
                          <a:rPr lang="en-US" i="1" noProof="1" dirty="0" smtClean="0">
                            <a:latin typeface="Cambria Math" panose="02040503050406030204" pitchFamily="18" charset="0"/>
                          </a:rPr>
                          <m:t>𝐼</m:t>
                        </m:r>
                      </m:e>
                      <m:sub>
                        <m:r>
                          <m:rPr>
                            <m:sty m:val="p"/>
                          </m:rPr>
                          <a:rPr lang="en-US" noProof="1" dirty="0" smtClean="0">
                            <a:latin typeface="Cambria Math" panose="02040503050406030204" pitchFamily="18" charset="0"/>
                          </a:rPr>
                          <m:t>exp</m:t>
                        </m:r>
                      </m:sub>
                      <m:sup>
                        <m:r>
                          <a:rPr lang="en-US" i="1" noProof="1" dirty="0" smtClean="0">
                            <a:latin typeface="Cambria Math" panose="02040503050406030204" pitchFamily="18" charset="0"/>
                          </a:rPr>
                          <m:t>(1)</m:t>
                        </m:r>
                      </m:sup>
                    </m:sSubSup>
                  </m:oMath>
                </a14:m>
                <a:r>
                  <a:rPr lang="en-US" noProof="1"/>
                  <a:t>: The expected single-scattering intensity</a:t>
                </a:r>
              </a:p>
              <a:p>
                <a14:m>
                  <m:oMath xmlns:m="http://schemas.openxmlformats.org/officeDocument/2006/math">
                    <m:r>
                      <a:rPr lang="en-US" i="1" noProof="1" dirty="0" smtClean="0">
                        <a:latin typeface="Cambria Math" panose="02040503050406030204" pitchFamily="18" charset="0"/>
                      </a:rPr>
                      <m:t>𝑅</m:t>
                    </m:r>
                  </m:oMath>
                </a14:m>
                <a:r>
                  <a:rPr lang="en-US" noProof="1"/>
                  <a:t>: observed-to-expected single-scattering intensity ratio. </a:t>
                </a:r>
                <a:endParaRPr lang="en-US" i="1" noProof="1"/>
              </a:p>
              <a:p>
                <a14:m>
                  <m:oMath xmlns:m="http://schemas.openxmlformats.org/officeDocument/2006/math">
                    <m:r>
                      <a:rPr lang="en-US" i="1" noProof="1" dirty="0" smtClean="0">
                        <a:latin typeface="Cambria Math" panose="02040503050406030204" pitchFamily="18" charset="0"/>
                      </a:rPr>
                      <m:t>𝑅</m:t>
                    </m:r>
                    <m:r>
                      <a:rPr lang="en-US" noProof="1" dirty="0" smtClean="0">
                        <a:latin typeface="Cambria Math" panose="02040503050406030204" pitchFamily="18" charset="0"/>
                      </a:rPr>
                      <m:t>→1</m:t>
                    </m:r>
                  </m:oMath>
                </a14:m>
                <a:r>
                  <a:rPr lang="en-US" noProof="1"/>
                  <a:t>in the thin limit. </a:t>
                </a:r>
              </a:p>
              <a:p>
                <a14:m>
                  <m:oMath xmlns:m="http://schemas.openxmlformats.org/officeDocument/2006/math">
                    <m:r>
                      <a:rPr lang="en-US" i="1" noProof="1" dirty="0" smtClean="0">
                        <a:latin typeface="Cambria Math" panose="02040503050406030204" pitchFamily="18" charset="0"/>
                      </a:rPr>
                      <m:t>𝑅</m:t>
                    </m:r>
                    <m:r>
                      <a:rPr lang="en-US" noProof="1" dirty="0" smtClean="0">
                        <a:latin typeface="Cambria Math" panose="02040503050406030204" pitchFamily="18" charset="0"/>
                      </a:rPr>
                      <m:t>&lt;1</m:t>
                    </m:r>
                  </m:oMath>
                </a14:m>
                <a:r>
                  <a:rPr lang="en-US" noProof="1"/>
                  <a:t>means self-absorption / redistribution / multiple scattering effects.</a:t>
                </a:r>
              </a:p>
            </p:txBody>
          </p:sp>
        </mc:Choice>
        <mc:Fallback xmlns="">
          <p:sp>
            <p:nvSpPr>
              <p:cNvPr id="3" name="Notes Placeholder 2"/>
              <p:cNvSpPr>
                <a:spLocks noGrp="1"/>
              </p:cNvSpPr>
              <p:nvPr>
                <p:ph type="body" idx="1"/>
              </p:nvPr>
            </p:nvSpPr>
            <p:spPr/>
            <p:txBody>
              <a:bodyPr/>
              <a:lstStyle/>
              <a:p>
                <a:r>
                  <a:rPr lang="en-US" i="0" noProof="1">
                    <a:latin typeface="Cambria Math" panose="02040503050406030204" pitchFamily="18" charset="0"/>
                  </a:rPr>
                  <a:t>Σ_𝑡</a:t>
                </a:r>
                <a:r>
                  <a:rPr lang="en-US" noProof="1"/>
                  <a:t>: macroscopic cross section. </a:t>
                </a:r>
                <a:endParaRPr lang="en-US" i="1" noProof="1"/>
              </a:p>
              <a:p>
                <a:r>
                  <a:rPr lang="en-US" i="0" noProof="1">
                    <a:latin typeface="Cambria Math" panose="02040503050406030204" pitchFamily="18" charset="0"/>
                  </a:rPr>
                  <a:t>𝑠</a:t>
                </a:r>
                <a:r>
                  <a:rPr lang="en-US" noProof="1"/>
                  <a:t>: sampled free-flight distance. </a:t>
                </a:r>
              </a:p>
              <a:p>
                <a:r>
                  <a:rPr lang="en-US" i="0" noProof="1">
                    <a:latin typeface="Cambria Math" panose="02040503050406030204" pitchFamily="18" charset="0"/>
                  </a:rPr>
                  <a:t>𝐼_exp^((1))</a:t>
                </a:r>
                <a:r>
                  <a:rPr lang="en-US" noProof="1"/>
                  <a:t>: The expected single-scattering intensity</a:t>
                </a:r>
              </a:p>
              <a:p>
                <a:r>
                  <a:rPr lang="en-US" i="0" noProof="1">
                    <a:latin typeface="Cambria Math" panose="02040503050406030204" pitchFamily="18" charset="0"/>
                  </a:rPr>
                  <a:t>𝑅</a:t>
                </a:r>
                <a:r>
                  <a:rPr lang="en-US" noProof="1"/>
                  <a:t>: observed-to-expected single-scattering intensity ratio. </a:t>
                </a:r>
                <a:endParaRPr lang="en-US" i="1" noProof="1"/>
              </a:p>
              <a:p>
                <a:r>
                  <a:rPr lang="en-US" i="0" noProof="1">
                    <a:latin typeface="Cambria Math" panose="02040503050406030204" pitchFamily="18" charset="0"/>
                  </a:rPr>
                  <a:t>𝑅→1</a:t>
                </a:r>
                <a:r>
                  <a:rPr lang="en-US" noProof="1"/>
                  <a:t>in the thin limit. </a:t>
                </a:r>
              </a:p>
              <a:p>
                <a:r>
                  <a:rPr lang="en-US" i="0" noProof="1">
                    <a:latin typeface="Cambria Math" panose="02040503050406030204" pitchFamily="18" charset="0"/>
                  </a:rPr>
                  <a:t>𝑅&lt;1</a:t>
                </a:r>
                <a:r>
                  <a:rPr lang="en-US" noProof="1"/>
                  <a:t>means self-absorption / redistribution / multiple scattering effects.</a:t>
                </a:r>
              </a:p>
            </p:txBody>
          </p:sp>
        </mc:Fallback>
      </mc:AlternateContent>
      <p:sp>
        <p:nvSpPr>
          <p:cNvPr id="4" name="Slide Number Placeholder 3">
            <a:extLst>
              <a:ext uri="{FF2B5EF4-FFF2-40B4-BE49-F238E27FC236}">
                <a16:creationId xmlns:a16="http://schemas.microsoft.com/office/drawing/2014/main" id="{09E0F736-8B9D-EF1D-2C24-D1FDB64E4A14}"/>
              </a:ext>
            </a:extLst>
          </p:cNvPr>
          <p:cNvSpPr>
            <a:spLocks noGrp="1"/>
          </p:cNvSpPr>
          <p:nvPr>
            <p:ph type="sldNum" sz="quarter" idx="5"/>
          </p:nvPr>
        </p:nvSpPr>
        <p:spPr/>
        <p:txBody>
          <a:bodyPr/>
          <a:lstStyle/>
          <a:p>
            <a:fld id="{49436F85-577F-4A92-A47F-D540A2BCC821}" type="slidenum">
              <a:rPr lang="en-GB" smtClean="0"/>
              <a:t>11</a:t>
            </a:fld>
            <a:endParaRPr lang="en-GB"/>
          </a:p>
        </p:txBody>
      </p:sp>
    </p:spTree>
    <p:extLst>
      <p:ext uri="{BB962C8B-B14F-4D97-AF65-F5344CB8AC3E}">
        <p14:creationId xmlns:p14="http://schemas.microsoft.com/office/powerpoint/2010/main" val="8982645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86983-9B50-05DF-2634-BC07B8182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4E3E9-84C9-AD6F-D93C-F5E81747A69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ACB8E46-4CBC-41B0-0B2F-91762A3B526C}"/>
                  </a:ext>
                </a:extLst>
              </p:cNvPr>
              <p:cNvSpPr>
                <a:spLocks noGrp="1"/>
              </p:cNvSpPr>
              <p:nvPr>
                <p:ph type="body" idx="1"/>
              </p:nvPr>
            </p:nvSpPr>
            <p:spPr/>
            <p:txBody>
              <a:bodyPr/>
              <a:lstStyle/>
              <a:p>
                <a14:m>
                  <m:oMath xmlns:m="http://schemas.openxmlformats.org/officeDocument/2006/math">
                    <m:sSub>
                      <m:sSubPr>
                        <m:ctrlPr>
                          <a:rPr lang="en-US" i="1" noProof="1" dirty="0" smtClean="0">
                            <a:latin typeface="Cambria Math" panose="02040503050406030204" pitchFamily="18" charset="0"/>
                          </a:rPr>
                        </m:ctrlPr>
                      </m:sSubPr>
                      <m:e>
                        <m:r>
                          <m:rPr>
                            <m:sty m:val="p"/>
                          </m:rPr>
                          <a:rPr lang="en-US" noProof="1" dirty="0" smtClean="0">
                            <a:latin typeface="Cambria Math" panose="02040503050406030204" pitchFamily="18" charset="0"/>
                          </a:rPr>
                          <m:t>Σ</m:t>
                        </m:r>
                      </m:e>
                      <m:sub>
                        <m:r>
                          <a:rPr lang="en-US" i="1" noProof="1" dirty="0" smtClean="0">
                            <a:latin typeface="Cambria Math" panose="02040503050406030204" pitchFamily="18" charset="0"/>
                          </a:rPr>
                          <m:t>𝑡</m:t>
                        </m:r>
                      </m:sub>
                    </m:sSub>
                  </m:oMath>
                </a14:m>
                <a:r>
                  <a:rPr lang="en-US" noProof="1"/>
                  <a:t>: macroscopic cross section. </a:t>
                </a:r>
                <a:endParaRPr lang="en-US" i="1" noProof="1"/>
              </a:p>
              <a:p>
                <a14:m>
                  <m:oMath xmlns:m="http://schemas.openxmlformats.org/officeDocument/2006/math">
                    <m:r>
                      <a:rPr lang="en-US" i="1" noProof="1" dirty="0" smtClean="0">
                        <a:latin typeface="Cambria Math" panose="02040503050406030204" pitchFamily="18" charset="0"/>
                      </a:rPr>
                      <m:t>𝑠</m:t>
                    </m:r>
                  </m:oMath>
                </a14:m>
                <a:r>
                  <a:rPr lang="en-US" noProof="1"/>
                  <a:t>: sampled free-flight distance. </a:t>
                </a:r>
              </a:p>
              <a:p>
                <a14:m>
                  <m:oMath xmlns:m="http://schemas.openxmlformats.org/officeDocument/2006/math">
                    <m:sSubSup>
                      <m:sSubSupPr>
                        <m:ctrlPr>
                          <a:rPr lang="en-US" i="1" noProof="1" dirty="0" smtClean="0">
                            <a:latin typeface="Cambria Math" panose="02040503050406030204" pitchFamily="18" charset="0"/>
                          </a:rPr>
                        </m:ctrlPr>
                      </m:sSubSupPr>
                      <m:e>
                        <m:r>
                          <a:rPr lang="en-US" i="1" noProof="1" dirty="0" smtClean="0">
                            <a:latin typeface="Cambria Math" panose="02040503050406030204" pitchFamily="18" charset="0"/>
                          </a:rPr>
                          <m:t>𝐼</m:t>
                        </m:r>
                      </m:e>
                      <m:sub>
                        <m:r>
                          <m:rPr>
                            <m:sty m:val="p"/>
                          </m:rPr>
                          <a:rPr lang="en-US" noProof="1" dirty="0" smtClean="0">
                            <a:latin typeface="Cambria Math" panose="02040503050406030204" pitchFamily="18" charset="0"/>
                          </a:rPr>
                          <m:t>exp</m:t>
                        </m:r>
                      </m:sub>
                      <m:sup>
                        <m:r>
                          <a:rPr lang="en-US" i="1" noProof="1" dirty="0" smtClean="0">
                            <a:latin typeface="Cambria Math" panose="02040503050406030204" pitchFamily="18" charset="0"/>
                          </a:rPr>
                          <m:t>(1)</m:t>
                        </m:r>
                      </m:sup>
                    </m:sSubSup>
                  </m:oMath>
                </a14:m>
                <a:r>
                  <a:rPr lang="en-US" noProof="1"/>
                  <a:t>: The expected single-scattering intensity</a:t>
                </a:r>
              </a:p>
              <a:p>
                <a14:m>
                  <m:oMath xmlns:m="http://schemas.openxmlformats.org/officeDocument/2006/math">
                    <m:r>
                      <a:rPr lang="en-US" i="1" noProof="1" dirty="0" smtClean="0">
                        <a:latin typeface="Cambria Math" panose="02040503050406030204" pitchFamily="18" charset="0"/>
                      </a:rPr>
                      <m:t>𝑅</m:t>
                    </m:r>
                  </m:oMath>
                </a14:m>
                <a:r>
                  <a:rPr lang="en-US" noProof="1"/>
                  <a:t>: observed-to-expected single-scattering intensity ratio. </a:t>
                </a:r>
                <a:endParaRPr lang="en-US" i="1" noProof="1"/>
              </a:p>
              <a:p>
                <a14:m>
                  <m:oMath xmlns:m="http://schemas.openxmlformats.org/officeDocument/2006/math">
                    <m:r>
                      <a:rPr lang="en-US" i="1" noProof="1" dirty="0" smtClean="0">
                        <a:latin typeface="Cambria Math" panose="02040503050406030204" pitchFamily="18" charset="0"/>
                      </a:rPr>
                      <m:t>𝑅</m:t>
                    </m:r>
                    <m:r>
                      <a:rPr lang="en-US" noProof="1" dirty="0" smtClean="0">
                        <a:latin typeface="Cambria Math" panose="02040503050406030204" pitchFamily="18" charset="0"/>
                      </a:rPr>
                      <m:t>→1</m:t>
                    </m:r>
                  </m:oMath>
                </a14:m>
                <a:r>
                  <a:rPr lang="en-US" noProof="1"/>
                  <a:t>in the thin limit. </a:t>
                </a:r>
              </a:p>
              <a:p>
                <a14:m>
                  <m:oMath xmlns:m="http://schemas.openxmlformats.org/officeDocument/2006/math">
                    <m:r>
                      <a:rPr lang="en-US" i="1" noProof="1" dirty="0" smtClean="0">
                        <a:latin typeface="Cambria Math" panose="02040503050406030204" pitchFamily="18" charset="0"/>
                      </a:rPr>
                      <m:t>𝑅</m:t>
                    </m:r>
                    <m:r>
                      <a:rPr lang="en-US" noProof="1" dirty="0" smtClean="0">
                        <a:latin typeface="Cambria Math" panose="02040503050406030204" pitchFamily="18" charset="0"/>
                      </a:rPr>
                      <m:t>&lt;1</m:t>
                    </m:r>
                  </m:oMath>
                </a14:m>
                <a:r>
                  <a:rPr lang="en-US" noProof="1"/>
                  <a:t>means self-absorption / redistribution / multiple scattering effects.</a:t>
                </a:r>
              </a:p>
            </p:txBody>
          </p:sp>
        </mc:Choice>
        <mc:Fallback xmlns="">
          <p:sp>
            <p:nvSpPr>
              <p:cNvPr id="3" name="Notes Placeholder 2"/>
              <p:cNvSpPr>
                <a:spLocks noGrp="1"/>
              </p:cNvSpPr>
              <p:nvPr>
                <p:ph type="body" idx="1"/>
              </p:nvPr>
            </p:nvSpPr>
            <p:spPr/>
            <p:txBody>
              <a:bodyPr/>
              <a:lstStyle/>
              <a:p>
                <a:r>
                  <a:rPr lang="en-US" i="0" noProof="1">
                    <a:latin typeface="Cambria Math" panose="02040503050406030204" pitchFamily="18" charset="0"/>
                  </a:rPr>
                  <a:t>Σ_𝑡</a:t>
                </a:r>
                <a:r>
                  <a:rPr lang="en-US" noProof="1"/>
                  <a:t>: macroscopic cross section. </a:t>
                </a:r>
                <a:endParaRPr lang="en-US" i="1" noProof="1"/>
              </a:p>
              <a:p>
                <a:r>
                  <a:rPr lang="en-US" i="0" noProof="1">
                    <a:latin typeface="Cambria Math" panose="02040503050406030204" pitchFamily="18" charset="0"/>
                  </a:rPr>
                  <a:t>𝑠</a:t>
                </a:r>
                <a:r>
                  <a:rPr lang="en-US" noProof="1"/>
                  <a:t>: sampled free-flight distance. </a:t>
                </a:r>
              </a:p>
              <a:p>
                <a:r>
                  <a:rPr lang="en-US" i="0" noProof="1">
                    <a:latin typeface="Cambria Math" panose="02040503050406030204" pitchFamily="18" charset="0"/>
                  </a:rPr>
                  <a:t>𝐼_exp^((1))</a:t>
                </a:r>
                <a:r>
                  <a:rPr lang="en-US" noProof="1"/>
                  <a:t>: The expected single-scattering intensity</a:t>
                </a:r>
              </a:p>
              <a:p>
                <a:r>
                  <a:rPr lang="en-US" i="0" noProof="1">
                    <a:latin typeface="Cambria Math" panose="02040503050406030204" pitchFamily="18" charset="0"/>
                  </a:rPr>
                  <a:t>𝑅</a:t>
                </a:r>
                <a:r>
                  <a:rPr lang="en-US" noProof="1"/>
                  <a:t>: observed-to-expected single-scattering intensity ratio. </a:t>
                </a:r>
                <a:endParaRPr lang="en-US" i="1" noProof="1"/>
              </a:p>
              <a:p>
                <a:r>
                  <a:rPr lang="en-US" i="0" noProof="1">
                    <a:latin typeface="Cambria Math" panose="02040503050406030204" pitchFamily="18" charset="0"/>
                  </a:rPr>
                  <a:t>𝑅→1</a:t>
                </a:r>
                <a:r>
                  <a:rPr lang="en-US" noProof="1"/>
                  <a:t>in the thin limit. </a:t>
                </a:r>
              </a:p>
              <a:p>
                <a:r>
                  <a:rPr lang="en-US" i="0" noProof="1">
                    <a:latin typeface="Cambria Math" panose="02040503050406030204" pitchFamily="18" charset="0"/>
                  </a:rPr>
                  <a:t>𝑅&lt;1</a:t>
                </a:r>
                <a:r>
                  <a:rPr lang="en-US" noProof="1"/>
                  <a:t>means self-absorption / redistribution / multiple scattering effects.</a:t>
                </a:r>
              </a:p>
            </p:txBody>
          </p:sp>
        </mc:Fallback>
      </mc:AlternateContent>
      <p:sp>
        <p:nvSpPr>
          <p:cNvPr id="4" name="Slide Number Placeholder 3">
            <a:extLst>
              <a:ext uri="{FF2B5EF4-FFF2-40B4-BE49-F238E27FC236}">
                <a16:creationId xmlns:a16="http://schemas.microsoft.com/office/drawing/2014/main" id="{A544B005-4B90-E282-E6C4-1E3F82584211}"/>
              </a:ext>
            </a:extLst>
          </p:cNvPr>
          <p:cNvSpPr>
            <a:spLocks noGrp="1"/>
          </p:cNvSpPr>
          <p:nvPr>
            <p:ph type="sldNum" sz="quarter" idx="5"/>
          </p:nvPr>
        </p:nvSpPr>
        <p:spPr/>
        <p:txBody>
          <a:bodyPr/>
          <a:lstStyle/>
          <a:p>
            <a:fld id="{49436F85-577F-4A92-A47F-D540A2BCC821}" type="slidenum">
              <a:rPr lang="en-GB" smtClean="0"/>
              <a:t>12</a:t>
            </a:fld>
            <a:endParaRPr lang="en-GB"/>
          </a:p>
        </p:txBody>
      </p:sp>
    </p:spTree>
    <p:extLst>
      <p:ext uri="{BB962C8B-B14F-4D97-AF65-F5344CB8AC3E}">
        <p14:creationId xmlns:p14="http://schemas.microsoft.com/office/powerpoint/2010/main" val="2322197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6439A-A4CF-F418-2B72-2D631890FF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43FDB0-DC81-7210-2DE5-BAF2CD61B24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3E2AB5B-BB9B-0BFF-98E4-8E9BB53E1CF4}"/>
                  </a:ext>
                </a:extLst>
              </p:cNvPr>
              <p:cNvSpPr>
                <a:spLocks noGrp="1"/>
              </p:cNvSpPr>
              <p:nvPr>
                <p:ph type="body" idx="1"/>
              </p:nvPr>
            </p:nvSpPr>
            <p:spPr/>
            <p:txBody>
              <a:bodyPr/>
              <a:lstStyle/>
              <a:p>
                <a14:m>
                  <m:oMath xmlns:m="http://schemas.openxmlformats.org/officeDocument/2006/math">
                    <m:sSub>
                      <m:sSubPr>
                        <m:ctrlPr>
                          <a:rPr lang="en-US" i="1" noProof="1" dirty="0" smtClean="0">
                            <a:latin typeface="Cambria Math" panose="02040503050406030204" pitchFamily="18" charset="0"/>
                          </a:rPr>
                        </m:ctrlPr>
                      </m:sSubPr>
                      <m:e>
                        <m:r>
                          <m:rPr>
                            <m:sty m:val="p"/>
                          </m:rPr>
                          <a:rPr lang="en-US" noProof="1" dirty="0" smtClean="0">
                            <a:latin typeface="Cambria Math" panose="02040503050406030204" pitchFamily="18" charset="0"/>
                          </a:rPr>
                          <m:t>Σ</m:t>
                        </m:r>
                      </m:e>
                      <m:sub>
                        <m:r>
                          <a:rPr lang="en-US" i="1" noProof="1" dirty="0" smtClean="0">
                            <a:latin typeface="Cambria Math" panose="02040503050406030204" pitchFamily="18" charset="0"/>
                          </a:rPr>
                          <m:t>𝑡</m:t>
                        </m:r>
                      </m:sub>
                    </m:sSub>
                  </m:oMath>
                </a14:m>
                <a:r>
                  <a:rPr lang="en-US" noProof="1"/>
                  <a:t>: macroscopic cross section. </a:t>
                </a:r>
                <a:endParaRPr lang="en-US" i="1" noProof="1"/>
              </a:p>
              <a:p>
                <a14:m>
                  <m:oMath xmlns:m="http://schemas.openxmlformats.org/officeDocument/2006/math">
                    <m:r>
                      <a:rPr lang="en-US" i="1" noProof="1" dirty="0" smtClean="0">
                        <a:latin typeface="Cambria Math" panose="02040503050406030204" pitchFamily="18" charset="0"/>
                      </a:rPr>
                      <m:t>𝑠</m:t>
                    </m:r>
                  </m:oMath>
                </a14:m>
                <a:r>
                  <a:rPr lang="en-US" noProof="1"/>
                  <a:t>: sampled free-flight distance. </a:t>
                </a:r>
              </a:p>
              <a:p>
                <a14:m>
                  <m:oMath xmlns:m="http://schemas.openxmlformats.org/officeDocument/2006/math">
                    <m:sSubSup>
                      <m:sSubSupPr>
                        <m:ctrlPr>
                          <a:rPr lang="en-US" i="1" noProof="1" dirty="0" smtClean="0">
                            <a:latin typeface="Cambria Math" panose="02040503050406030204" pitchFamily="18" charset="0"/>
                          </a:rPr>
                        </m:ctrlPr>
                      </m:sSubSupPr>
                      <m:e>
                        <m:r>
                          <a:rPr lang="en-US" i="1" noProof="1" dirty="0" smtClean="0">
                            <a:latin typeface="Cambria Math" panose="02040503050406030204" pitchFamily="18" charset="0"/>
                          </a:rPr>
                          <m:t>𝐼</m:t>
                        </m:r>
                      </m:e>
                      <m:sub>
                        <m:r>
                          <m:rPr>
                            <m:sty m:val="p"/>
                          </m:rPr>
                          <a:rPr lang="en-US" noProof="1" dirty="0" smtClean="0">
                            <a:latin typeface="Cambria Math" panose="02040503050406030204" pitchFamily="18" charset="0"/>
                          </a:rPr>
                          <m:t>exp</m:t>
                        </m:r>
                      </m:sub>
                      <m:sup>
                        <m:r>
                          <a:rPr lang="en-US" i="1" noProof="1" dirty="0" smtClean="0">
                            <a:latin typeface="Cambria Math" panose="02040503050406030204" pitchFamily="18" charset="0"/>
                          </a:rPr>
                          <m:t>(1)</m:t>
                        </m:r>
                      </m:sup>
                    </m:sSubSup>
                  </m:oMath>
                </a14:m>
                <a:r>
                  <a:rPr lang="en-US" noProof="1"/>
                  <a:t>: The expected single-scattering intensity</a:t>
                </a:r>
              </a:p>
              <a:p>
                <a14:m>
                  <m:oMath xmlns:m="http://schemas.openxmlformats.org/officeDocument/2006/math">
                    <m:r>
                      <a:rPr lang="en-US" i="1" noProof="1" dirty="0" smtClean="0">
                        <a:latin typeface="Cambria Math" panose="02040503050406030204" pitchFamily="18" charset="0"/>
                      </a:rPr>
                      <m:t>𝑅</m:t>
                    </m:r>
                  </m:oMath>
                </a14:m>
                <a:r>
                  <a:rPr lang="en-US" noProof="1"/>
                  <a:t>: observed-to-expected single-scattering intensity ratio. </a:t>
                </a:r>
                <a:endParaRPr lang="en-US" i="1" noProof="1"/>
              </a:p>
              <a:p>
                <a14:m>
                  <m:oMath xmlns:m="http://schemas.openxmlformats.org/officeDocument/2006/math">
                    <m:r>
                      <a:rPr lang="en-US" i="1" noProof="1" dirty="0" smtClean="0">
                        <a:latin typeface="Cambria Math" panose="02040503050406030204" pitchFamily="18" charset="0"/>
                      </a:rPr>
                      <m:t>𝑅</m:t>
                    </m:r>
                    <m:r>
                      <a:rPr lang="en-US" noProof="1" dirty="0" smtClean="0">
                        <a:latin typeface="Cambria Math" panose="02040503050406030204" pitchFamily="18" charset="0"/>
                      </a:rPr>
                      <m:t>→1</m:t>
                    </m:r>
                  </m:oMath>
                </a14:m>
                <a:r>
                  <a:rPr lang="en-US" noProof="1"/>
                  <a:t>in the thin limit. </a:t>
                </a:r>
              </a:p>
              <a:p>
                <a14:m>
                  <m:oMath xmlns:m="http://schemas.openxmlformats.org/officeDocument/2006/math">
                    <m:r>
                      <a:rPr lang="en-US" i="1" noProof="1" dirty="0" smtClean="0">
                        <a:latin typeface="Cambria Math" panose="02040503050406030204" pitchFamily="18" charset="0"/>
                      </a:rPr>
                      <m:t>𝑅</m:t>
                    </m:r>
                    <m:r>
                      <a:rPr lang="en-US" noProof="1" dirty="0" smtClean="0">
                        <a:latin typeface="Cambria Math" panose="02040503050406030204" pitchFamily="18" charset="0"/>
                      </a:rPr>
                      <m:t>&lt;1</m:t>
                    </m:r>
                  </m:oMath>
                </a14:m>
                <a:r>
                  <a:rPr lang="en-US" noProof="1"/>
                  <a:t>means self-absorption / redistribution / multiple scattering effects.</a:t>
                </a:r>
              </a:p>
            </p:txBody>
          </p:sp>
        </mc:Choice>
        <mc:Fallback xmlns="">
          <p:sp>
            <p:nvSpPr>
              <p:cNvPr id="3" name="Notes Placeholder 2"/>
              <p:cNvSpPr>
                <a:spLocks noGrp="1"/>
              </p:cNvSpPr>
              <p:nvPr>
                <p:ph type="body" idx="1"/>
              </p:nvPr>
            </p:nvSpPr>
            <p:spPr/>
            <p:txBody>
              <a:bodyPr/>
              <a:lstStyle/>
              <a:p>
                <a:r>
                  <a:rPr lang="en-US" i="0" noProof="1">
                    <a:latin typeface="Cambria Math" panose="02040503050406030204" pitchFamily="18" charset="0"/>
                  </a:rPr>
                  <a:t>Σ_𝑡</a:t>
                </a:r>
                <a:r>
                  <a:rPr lang="en-US" noProof="1"/>
                  <a:t>: macroscopic cross section. </a:t>
                </a:r>
                <a:endParaRPr lang="en-US" i="1" noProof="1"/>
              </a:p>
              <a:p>
                <a:r>
                  <a:rPr lang="en-US" i="0" noProof="1">
                    <a:latin typeface="Cambria Math" panose="02040503050406030204" pitchFamily="18" charset="0"/>
                  </a:rPr>
                  <a:t>𝑠</a:t>
                </a:r>
                <a:r>
                  <a:rPr lang="en-US" noProof="1"/>
                  <a:t>: sampled free-flight distance. </a:t>
                </a:r>
              </a:p>
              <a:p>
                <a:r>
                  <a:rPr lang="en-US" i="0" noProof="1">
                    <a:latin typeface="Cambria Math" panose="02040503050406030204" pitchFamily="18" charset="0"/>
                  </a:rPr>
                  <a:t>𝐼_exp^((1))</a:t>
                </a:r>
                <a:r>
                  <a:rPr lang="en-US" noProof="1"/>
                  <a:t>: The expected single-scattering intensity</a:t>
                </a:r>
              </a:p>
              <a:p>
                <a:r>
                  <a:rPr lang="en-US" i="0" noProof="1">
                    <a:latin typeface="Cambria Math" panose="02040503050406030204" pitchFamily="18" charset="0"/>
                  </a:rPr>
                  <a:t>𝑅</a:t>
                </a:r>
                <a:r>
                  <a:rPr lang="en-US" noProof="1"/>
                  <a:t>: observed-to-expected single-scattering intensity ratio. </a:t>
                </a:r>
                <a:endParaRPr lang="en-US" i="1" noProof="1"/>
              </a:p>
              <a:p>
                <a:r>
                  <a:rPr lang="en-US" i="0" noProof="1">
                    <a:latin typeface="Cambria Math" panose="02040503050406030204" pitchFamily="18" charset="0"/>
                  </a:rPr>
                  <a:t>𝑅→1</a:t>
                </a:r>
                <a:r>
                  <a:rPr lang="en-US" noProof="1"/>
                  <a:t>in the thin limit. </a:t>
                </a:r>
              </a:p>
              <a:p>
                <a:r>
                  <a:rPr lang="en-US" i="0" noProof="1">
                    <a:latin typeface="Cambria Math" panose="02040503050406030204" pitchFamily="18" charset="0"/>
                  </a:rPr>
                  <a:t>𝑅&lt;1</a:t>
                </a:r>
                <a:r>
                  <a:rPr lang="en-US" noProof="1"/>
                  <a:t>means self-absorption / redistribution / multiple scattering effects.</a:t>
                </a:r>
              </a:p>
            </p:txBody>
          </p:sp>
        </mc:Fallback>
      </mc:AlternateContent>
      <p:sp>
        <p:nvSpPr>
          <p:cNvPr id="4" name="Slide Number Placeholder 3">
            <a:extLst>
              <a:ext uri="{FF2B5EF4-FFF2-40B4-BE49-F238E27FC236}">
                <a16:creationId xmlns:a16="http://schemas.microsoft.com/office/drawing/2014/main" id="{802C3453-C6BD-9FBA-3E10-5A384A209BD5}"/>
              </a:ext>
            </a:extLst>
          </p:cNvPr>
          <p:cNvSpPr>
            <a:spLocks noGrp="1"/>
          </p:cNvSpPr>
          <p:nvPr>
            <p:ph type="sldNum" sz="quarter" idx="5"/>
          </p:nvPr>
        </p:nvSpPr>
        <p:spPr/>
        <p:txBody>
          <a:bodyPr/>
          <a:lstStyle/>
          <a:p>
            <a:fld id="{49436F85-577F-4A92-A47F-D540A2BCC821}" type="slidenum">
              <a:rPr lang="en-GB" smtClean="0"/>
              <a:t>13</a:t>
            </a:fld>
            <a:endParaRPr lang="en-GB"/>
          </a:p>
        </p:txBody>
      </p:sp>
    </p:spTree>
    <p:extLst>
      <p:ext uri="{BB962C8B-B14F-4D97-AF65-F5344CB8AC3E}">
        <p14:creationId xmlns:p14="http://schemas.microsoft.com/office/powerpoint/2010/main" val="8474001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F07EE-5A0E-1985-C541-2B6439DAF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B96B0-3AAF-C2B2-9D6C-BBEEEA90047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CD8F29E-7605-9A99-E8CD-09ABD479FFAC}"/>
                  </a:ext>
                </a:extLst>
              </p:cNvPr>
              <p:cNvSpPr>
                <a:spLocks noGrp="1"/>
              </p:cNvSpPr>
              <p:nvPr>
                <p:ph type="body" idx="1"/>
              </p:nvPr>
            </p:nvSpPr>
            <p:spPr/>
            <p:txBody>
              <a:bodyPr/>
              <a:lstStyle/>
              <a:p>
                <a14:m>
                  <m:oMath xmlns:m="http://schemas.openxmlformats.org/officeDocument/2006/math">
                    <m:sSub>
                      <m:sSubPr>
                        <m:ctrlPr>
                          <a:rPr lang="en-US" i="1" noProof="1" dirty="0" smtClean="0">
                            <a:latin typeface="Cambria Math" panose="02040503050406030204" pitchFamily="18" charset="0"/>
                          </a:rPr>
                        </m:ctrlPr>
                      </m:sSubPr>
                      <m:e>
                        <m:r>
                          <m:rPr>
                            <m:sty m:val="p"/>
                          </m:rPr>
                          <a:rPr lang="en-US" noProof="1" dirty="0" smtClean="0">
                            <a:latin typeface="Cambria Math" panose="02040503050406030204" pitchFamily="18" charset="0"/>
                          </a:rPr>
                          <m:t>Σ</m:t>
                        </m:r>
                      </m:e>
                      <m:sub>
                        <m:r>
                          <a:rPr lang="en-US" i="1" noProof="1" dirty="0" smtClean="0">
                            <a:latin typeface="Cambria Math" panose="02040503050406030204" pitchFamily="18" charset="0"/>
                          </a:rPr>
                          <m:t>𝑡</m:t>
                        </m:r>
                      </m:sub>
                    </m:sSub>
                  </m:oMath>
                </a14:m>
                <a:r>
                  <a:rPr lang="en-US" noProof="1"/>
                  <a:t>: macroscopic cross section. </a:t>
                </a:r>
                <a:endParaRPr lang="en-US" i="1" noProof="1"/>
              </a:p>
              <a:p>
                <a14:m>
                  <m:oMath xmlns:m="http://schemas.openxmlformats.org/officeDocument/2006/math">
                    <m:r>
                      <a:rPr lang="en-US" i="1" noProof="1" dirty="0" smtClean="0">
                        <a:latin typeface="Cambria Math" panose="02040503050406030204" pitchFamily="18" charset="0"/>
                      </a:rPr>
                      <m:t>𝑠</m:t>
                    </m:r>
                  </m:oMath>
                </a14:m>
                <a:r>
                  <a:rPr lang="en-US" noProof="1"/>
                  <a:t>: sampled free-flight distance. </a:t>
                </a:r>
              </a:p>
              <a:p>
                <a14:m>
                  <m:oMath xmlns:m="http://schemas.openxmlformats.org/officeDocument/2006/math">
                    <m:sSubSup>
                      <m:sSubSupPr>
                        <m:ctrlPr>
                          <a:rPr lang="en-US" i="1" noProof="1" dirty="0" smtClean="0">
                            <a:latin typeface="Cambria Math" panose="02040503050406030204" pitchFamily="18" charset="0"/>
                          </a:rPr>
                        </m:ctrlPr>
                      </m:sSubSupPr>
                      <m:e>
                        <m:r>
                          <a:rPr lang="en-US" i="1" noProof="1" dirty="0" smtClean="0">
                            <a:latin typeface="Cambria Math" panose="02040503050406030204" pitchFamily="18" charset="0"/>
                          </a:rPr>
                          <m:t>𝐼</m:t>
                        </m:r>
                      </m:e>
                      <m:sub>
                        <m:r>
                          <m:rPr>
                            <m:sty m:val="p"/>
                          </m:rPr>
                          <a:rPr lang="en-US" noProof="1" dirty="0" smtClean="0">
                            <a:latin typeface="Cambria Math" panose="02040503050406030204" pitchFamily="18" charset="0"/>
                          </a:rPr>
                          <m:t>exp</m:t>
                        </m:r>
                      </m:sub>
                      <m:sup>
                        <m:r>
                          <a:rPr lang="en-US" i="1" noProof="1" dirty="0" smtClean="0">
                            <a:latin typeface="Cambria Math" panose="02040503050406030204" pitchFamily="18" charset="0"/>
                          </a:rPr>
                          <m:t>(1)</m:t>
                        </m:r>
                      </m:sup>
                    </m:sSubSup>
                  </m:oMath>
                </a14:m>
                <a:r>
                  <a:rPr lang="en-US" noProof="1"/>
                  <a:t>: The expected single-scattering intensity</a:t>
                </a:r>
              </a:p>
              <a:p>
                <a14:m>
                  <m:oMath xmlns:m="http://schemas.openxmlformats.org/officeDocument/2006/math">
                    <m:r>
                      <a:rPr lang="en-US" i="1" noProof="1" dirty="0" smtClean="0">
                        <a:latin typeface="Cambria Math" panose="02040503050406030204" pitchFamily="18" charset="0"/>
                      </a:rPr>
                      <m:t>𝑅</m:t>
                    </m:r>
                  </m:oMath>
                </a14:m>
                <a:r>
                  <a:rPr lang="en-US" noProof="1"/>
                  <a:t>: observed-to-expected single-scattering intensity ratio. </a:t>
                </a:r>
                <a:endParaRPr lang="en-US" i="1" noProof="1"/>
              </a:p>
              <a:p>
                <a14:m>
                  <m:oMath xmlns:m="http://schemas.openxmlformats.org/officeDocument/2006/math">
                    <m:r>
                      <a:rPr lang="en-US" i="1" noProof="1" dirty="0" smtClean="0">
                        <a:latin typeface="Cambria Math" panose="02040503050406030204" pitchFamily="18" charset="0"/>
                      </a:rPr>
                      <m:t>𝑅</m:t>
                    </m:r>
                    <m:r>
                      <a:rPr lang="en-US" noProof="1" dirty="0" smtClean="0">
                        <a:latin typeface="Cambria Math" panose="02040503050406030204" pitchFamily="18" charset="0"/>
                      </a:rPr>
                      <m:t>→1</m:t>
                    </m:r>
                  </m:oMath>
                </a14:m>
                <a:r>
                  <a:rPr lang="en-US" noProof="1"/>
                  <a:t>in the thin limit. </a:t>
                </a:r>
              </a:p>
              <a:p>
                <a14:m>
                  <m:oMath xmlns:m="http://schemas.openxmlformats.org/officeDocument/2006/math">
                    <m:r>
                      <a:rPr lang="en-US" i="1" noProof="1" dirty="0" smtClean="0">
                        <a:latin typeface="Cambria Math" panose="02040503050406030204" pitchFamily="18" charset="0"/>
                      </a:rPr>
                      <m:t>𝑅</m:t>
                    </m:r>
                    <m:r>
                      <a:rPr lang="en-US" noProof="1" dirty="0" smtClean="0">
                        <a:latin typeface="Cambria Math" panose="02040503050406030204" pitchFamily="18" charset="0"/>
                      </a:rPr>
                      <m:t>&lt;1</m:t>
                    </m:r>
                  </m:oMath>
                </a14:m>
                <a:r>
                  <a:rPr lang="en-US" noProof="1"/>
                  <a:t>means self-absorption / redistribution / multiple scattering effects.</a:t>
                </a:r>
              </a:p>
            </p:txBody>
          </p:sp>
        </mc:Choice>
        <mc:Fallback xmlns="">
          <p:sp>
            <p:nvSpPr>
              <p:cNvPr id="3" name="Notes Placeholder 2"/>
              <p:cNvSpPr>
                <a:spLocks noGrp="1"/>
              </p:cNvSpPr>
              <p:nvPr>
                <p:ph type="body" idx="1"/>
              </p:nvPr>
            </p:nvSpPr>
            <p:spPr/>
            <p:txBody>
              <a:bodyPr/>
              <a:lstStyle/>
              <a:p>
                <a:r>
                  <a:rPr lang="en-US" i="0" noProof="1">
                    <a:latin typeface="Cambria Math" panose="02040503050406030204" pitchFamily="18" charset="0"/>
                  </a:rPr>
                  <a:t>Σ_𝑡</a:t>
                </a:r>
                <a:r>
                  <a:rPr lang="en-US" noProof="1"/>
                  <a:t>: macroscopic cross section. </a:t>
                </a:r>
                <a:endParaRPr lang="en-US" i="1" noProof="1"/>
              </a:p>
              <a:p>
                <a:r>
                  <a:rPr lang="en-US" i="0" noProof="1">
                    <a:latin typeface="Cambria Math" panose="02040503050406030204" pitchFamily="18" charset="0"/>
                  </a:rPr>
                  <a:t>𝑠</a:t>
                </a:r>
                <a:r>
                  <a:rPr lang="en-US" noProof="1"/>
                  <a:t>: sampled free-flight distance. </a:t>
                </a:r>
              </a:p>
              <a:p>
                <a:r>
                  <a:rPr lang="en-US" i="0" noProof="1">
                    <a:latin typeface="Cambria Math" panose="02040503050406030204" pitchFamily="18" charset="0"/>
                  </a:rPr>
                  <a:t>𝐼_exp^((1))</a:t>
                </a:r>
                <a:r>
                  <a:rPr lang="en-US" noProof="1"/>
                  <a:t>: The expected single-scattering intensity</a:t>
                </a:r>
              </a:p>
              <a:p>
                <a:r>
                  <a:rPr lang="en-US" i="0" noProof="1">
                    <a:latin typeface="Cambria Math" panose="02040503050406030204" pitchFamily="18" charset="0"/>
                  </a:rPr>
                  <a:t>𝑅</a:t>
                </a:r>
                <a:r>
                  <a:rPr lang="en-US" noProof="1"/>
                  <a:t>: observed-to-expected single-scattering intensity ratio. </a:t>
                </a:r>
                <a:endParaRPr lang="en-US" i="1" noProof="1"/>
              </a:p>
              <a:p>
                <a:r>
                  <a:rPr lang="en-US" i="0" noProof="1">
                    <a:latin typeface="Cambria Math" panose="02040503050406030204" pitchFamily="18" charset="0"/>
                  </a:rPr>
                  <a:t>𝑅→1</a:t>
                </a:r>
                <a:r>
                  <a:rPr lang="en-US" noProof="1"/>
                  <a:t>in the thin limit. </a:t>
                </a:r>
              </a:p>
              <a:p>
                <a:r>
                  <a:rPr lang="en-US" i="0" noProof="1">
                    <a:latin typeface="Cambria Math" panose="02040503050406030204" pitchFamily="18" charset="0"/>
                  </a:rPr>
                  <a:t>𝑅&lt;1</a:t>
                </a:r>
                <a:r>
                  <a:rPr lang="en-US" noProof="1"/>
                  <a:t>means self-absorption / redistribution / multiple scattering effects.</a:t>
                </a:r>
              </a:p>
            </p:txBody>
          </p:sp>
        </mc:Fallback>
      </mc:AlternateContent>
      <p:sp>
        <p:nvSpPr>
          <p:cNvPr id="4" name="Slide Number Placeholder 3">
            <a:extLst>
              <a:ext uri="{FF2B5EF4-FFF2-40B4-BE49-F238E27FC236}">
                <a16:creationId xmlns:a16="http://schemas.microsoft.com/office/drawing/2014/main" id="{68A5E3AA-731C-F923-919A-B5DFD856E125}"/>
              </a:ext>
            </a:extLst>
          </p:cNvPr>
          <p:cNvSpPr>
            <a:spLocks noGrp="1"/>
          </p:cNvSpPr>
          <p:nvPr>
            <p:ph type="sldNum" sz="quarter" idx="5"/>
          </p:nvPr>
        </p:nvSpPr>
        <p:spPr/>
        <p:txBody>
          <a:bodyPr/>
          <a:lstStyle/>
          <a:p>
            <a:fld id="{49436F85-577F-4A92-A47F-D540A2BCC821}" type="slidenum">
              <a:rPr lang="en-GB" smtClean="0"/>
              <a:t>14</a:t>
            </a:fld>
            <a:endParaRPr lang="en-GB"/>
          </a:p>
        </p:txBody>
      </p:sp>
    </p:spTree>
    <p:extLst>
      <p:ext uri="{BB962C8B-B14F-4D97-AF65-F5344CB8AC3E}">
        <p14:creationId xmlns:p14="http://schemas.microsoft.com/office/powerpoint/2010/main" val="25500787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82FA8-74F0-3D04-8009-F7829DF6E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E040D8-0B21-A42D-6952-E5BBC467EDD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523C6CC-5FD6-CAAE-B9B5-12AAAF9FCA80}"/>
                  </a:ext>
                </a:extLst>
              </p:cNvPr>
              <p:cNvSpPr>
                <a:spLocks noGrp="1"/>
              </p:cNvSpPr>
              <p:nvPr>
                <p:ph type="body" idx="1"/>
              </p:nvPr>
            </p:nvSpPr>
            <p:spPr/>
            <p:txBody>
              <a:bodyPr/>
              <a:lstStyle/>
              <a:p>
                <a14:m>
                  <m:oMath xmlns:m="http://schemas.openxmlformats.org/officeDocument/2006/math">
                    <m:sSub>
                      <m:sSubPr>
                        <m:ctrlPr>
                          <a:rPr lang="en-US" i="1" noProof="1" dirty="0" smtClean="0">
                            <a:latin typeface="Cambria Math" panose="02040503050406030204" pitchFamily="18" charset="0"/>
                          </a:rPr>
                        </m:ctrlPr>
                      </m:sSubPr>
                      <m:e>
                        <m:r>
                          <m:rPr>
                            <m:sty m:val="p"/>
                          </m:rPr>
                          <a:rPr lang="en-US" noProof="1" dirty="0" smtClean="0">
                            <a:latin typeface="Cambria Math" panose="02040503050406030204" pitchFamily="18" charset="0"/>
                          </a:rPr>
                          <m:t>Σ</m:t>
                        </m:r>
                      </m:e>
                      <m:sub>
                        <m:r>
                          <a:rPr lang="en-US" i="1" noProof="1" dirty="0" smtClean="0">
                            <a:latin typeface="Cambria Math" panose="02040503050406030204" pitchFamily="18" charset="0"/>
                          </a:rPr>
                          <m:t>𝑡</m:t>
                        </m:r>
                      </m:sub>
                    </m:sSub>
                  </m:oMath>
                </a14:m>
                <a:r>
                  <a:rPr lang="en-US" noProof="1"/>
                  <a:t>: macroscopic cross section. </a:t>
                </a:r>
                <a:endParaRPr lang="en-US" i="1" noProof="1"/>
              </a:p>
              <a:p>
                <a14:m>
                  <m:oMath xmlns:m="http://schemas.openxmlformats.org/officeDocument/2006/math">
                    <m:r>
                      <a:rPr lang="en-US" i="1" noProof="1" dirty="0" smtClean="0">
                        <a:latin typeface="Cambria Math" panose="02040503050406030204" pitchFamily="18" charset="0"/>
                      </a:rPr>
                      <m:t>𝑠</m:t>
                    </m:r>
                  </m:oMath>
                </a14:m>
                <a:r>
                  <a:rPr lang="en-US" noProof="1"/>
                  <a:t>: sampled free-flight distance. </a:t>
                </a:r>
              </a:p>
              <a:p>
                <a14:m>
                  <m:oMath xmlns:m="http://schemas.openxmlformats.org/officeDocument/2006/math">
                    <m:sSubSup>
                      <m:sSubSupPr>
                        <m:ctrlPr>
                          <a:rPr lang="en-US" i="1" noProof="1" dirty="0" smtClean="0">
                            <a:latin typeface="Cambria Math" panose="02040503050406030204" pitchFamily="18" charset="0"/>
                          </a:rPr>
                        </m:ctrlPr>
                      </m:sSubSupPr>
                      <m:e>
                        <m:r>
                          <a:rPr lang="en-US" i="1" noProof="1" dirty="0" smtClean="0">
                            <a:latin typeface="Cambria Math" panose="02040503050406030204" pitchFamily="18" charset="0"/>
                          </a:rPr>
                          <m:t>𝐼</m:t>
                        </m:r>
                      </m:e>
                      <m:sub>
                        <m:r>
                          <m:rPr>
                            <m:sty m:val="p"/>
                          </m:rPr>
                          <a:rPr lang="en-US" noProof="1" dirty="0" smtClean="0">
                            <a:latin typeface="Cambria Math" panose="02040503050406030204" pitchFamily="18" charset="0"/>
                          </a:rPr>
                          <m:t>exp</m:t>
                        </m:r>
                      </m:sub>
                      <m:sup>
                        <m:r>
                          <a:rPr lang="en-US" i="1" noProof="1" dirty="0" smtClean="0">
                            <a:latin typeface="Cambria Math" panose="02040503050406030204" pitchFamily="18" charset="0"/>
                          </a:rPr>
                          <m:t>(1)</m:t>
                        </m:r>
                      </m:sup>
                    </m:sSubSup>
                  </m:oMath>
                </a14:m>
                <a:r>
                  <a:rPr lang="en-US" noProof="1"/>
                  <a:t>: The expected single-scattering intensity</a:t>
                </a:r>
              </a:p>
              <a:p>
                <a14:m>
                  <m:oMath xmlns:m="http://schemas.openxmlformats.org/officeDocument/2006/math">
                    <m:r>
                      <a:rPr lang="en-US" i="1" noProof="1" dirty="0" smtClean="0">
                        <a:latin typeface="Cambria Math" panose="02040503050406030204" pitchFamily="18" charset="0"/>
                      </a:rPr>
                      <m:t>𝑅</m:t>
                    </m:r>
                  </m:oMath>
                </a14:m>
                <a:r>
                  <a:rPr lang="en-US" noProof="1"/>
                  <a:t>: observed-to-expected single-scattering intensity ratio. </a:t>
                </a:r>
                <a:endParaRPr lang="en-US" i="1" noProof="1"/>
              </a:p>
              <a:p>
                <a14:m>
                  <m:oMath xmlns:m="http://schemas.openxmlformats.org/officeDocument/2006/math">
                    <m:r>
                      <a:rPr lang="en-US" i="1" noProof="1" dirty="0" smtClean="0">
                        <a:latin typeface="Cambria Math" panose="02040503050406030204" pitchFamily="18" charset="0"/>
                      </a:rPr>
                      <m:t>𝑅</m:t>
                    </m:r>
                    <m:r>
                      <a:rPr lang="en-US" noProof="1" dirty="0" smtClean="0">
                        <a:latin typeface="Cambria Math" panose="02040503050406030204" pitchFamily="18" charset="0"/>
                      </a:rPr>
                      <m:t>→1</m:t>
                    </m:r>
                  </m:oMath>
                </a14:m>
                <a:r>
                  <a:rPr lang="en-US" noProof="1"/>
                  <a:t>in the thin limit. </a:t>
                </a:r>
              </a:p>
              <a:p>
                <a14:m>
                  <m:oMath xmlns:m="http://schemas.openxmlformats.org/officeDocument/2006/math">
                    <m:r>
                      <a:rPr lang="en-US" i="1" noProof="1" dirty="0" smtClean="0">
                        <a:latin typeface="Cambria Math" panose="02040503050406030204" pitchFamily="18" charset="0"/>
                      </a:rPr>
                      <m:t>𝑅</m:t>
                    </m:r>
                    <m:r>
                      <a:rPr lang="en-US" noProof="1" dirty="0" smtClean="0">
                        <a:latin typeface="Cambria Math" panose="02040503050406030204" pitchFamily="18" charset="0"/>
                      </a:rPr>
                      <m:t>&lt;1</m:t>
                    </m:r>
                  </m:oMath>
                </a14:m>
                <a:r>
                  <a:rPr lang="en-US" noProof="1"/>
                  <a:t>means self-absorption / redistribution / multiple scattering effects.</a:t>
                </a:r>
              </a:p>
            </p:txBody>
          </p:sp>
        </mc:Choice>
        <mc:Fallback xmlns="">
          <p:sp>
            <p:nvSpPr>
              <p:cNvPr id="3" name="Notes Placeholder 2"/>
              <p:cNvSpPr>
                <a:spLocks noGrp="1"/>
              </p:cNvSpPr>
              <p:nvPr>
                <p:ph type="body" idx="1"/>
              </p:nvPr>
            </p:nvSpPr>
            <p:spPr/>
            <p:txBody>
              <a:bodyPr/>
              <a:lstStyle/>
              <a:p>
                <a:r>
                  <a:rPr lang="en-US" i="0" noProof="1">
                    <a:latin typeface="Cambria Math" panose="02040503050406030204" pitchFamily="18" charset="0"/>
                  </a:rPr>
                  <a:t>Σ_𝑡</a:t>
                </a:r>
                <a:r>
                  <a:rPr lang="en-US" noProof="1"/>
                  <a:t>: macroscopic cross section. </a:t>
                </a:r>
                <a:endParaRPr lang="en-US" i="1" noProof="1"/>
              </a:p>
              <a:p>
                <a:r>
                  <a:rPr lang="en-US" i="0" noProof="1">
                    <a:latin typeface="Cambria Math" panose="02040503050406030204" pitchFamily="18" charset="0"/>
                  </a:rPr>
                  <a:t>𝑠</a:t>
                </a:r>
                <a:r>
                  <a:rPr lang="en-US" noProof="1"/>
                  <a:t>: sampled free-flight distance. </a:t>
                </a:r>
              </a:p>
              <a:p>
                <a:r>
                  <a:rPr lang="en-US" i="0" noProof="1">
                    <a:latin typeface="Cambria Math" panose="02040503050406030204" pitchFamily="18" charset="0"/>
                  </a:rPr>
                  <a:t>𝐼_exp^((1))</a:t>
                </a:r>
                <a:r>
                  <a:rPr lang="en-US" noProof="1"/>
                  <a:t>: The expected single-scattering intensity</a:t>
                </a:r>
              </a:p>
              <a:p>
                <a:r>
                  <a:rPr lang="en-US" i="0" noProof="1">
                    <a:latin typeface="Cambria Math" panose="02040503050406030204" pitchFamily="18" charset="0"/>
                  </a:rPr>
                  <a:t>𝑅</a:t>
                </a:r>
                <a:r>
                  <a:rPr lang="en-US" noProof="1"/>
                  <a:t>: observed-to-expected single-scattering intensity ratio. </a:t>
                </a:r>
                <a:endParaRPr lang="en-US" i="1" noProof="1"/>
              </a:p>
              <a:p>
                <a:r>
                  <a:rPr lang="en-US" i="0" noProof="1">
                    <a:latin typeface="Cambria Math" panose="02040503050406030204" pitchFamily="18" charset="0"/>
                  </a:rPr>
                  <a:t>𝑅→1</a:t>
                </a:r>
                <a:r>
                  <a:rPr lang="en-US" noProof="1"/>
                  <a:t>in the thin limit. </a:t>
                </a:r>
              </a:p>
              <a:p>
                <a:r>
                  <a:rPr lang="en-US" i="0" noProof="1">
                    <a:latin typeface="Cambria Math" panose="02040503050406030204" pitchFamily="18" charset="0"/>
                  </a:rPr>
                  <a:t>𝑅&lt;1</a:t>
                </a:r>
                <a:r>
                  <a:rPr lang="en-US" noProof="1"/>
                  <a:t>means self-absorption / redistribution / multiple scattering effects.</a:t>
                </a:r>
              </a:p>
            </p:txBody>
          </p:sp>
        </mc:Fallback>
      </mc:AlternateContent>
      <p:sp>
        <p:nvSpPr>
          <p:cNvPr id="4" name="Slide Number Placeholder 3">
            <a:extLst>
              <a:ext uri="{FF2B5EF4-FFF2-40B4-BE49-F238E27FC236}">
                <a16:creationId xmlns:a16="http://schemas.microsoft.com/office/drawing/2014/main" id="{B8C3C51F-3CF6-590A-E609-EB3C7AB4C862}"/>
              </a:ext>
            </a:extLst>
          </p:cNvPr>
          <p:cNvSpPr>
            <a:spLocks noGrp="1"/>
          </p:cNvSpPr>
          <p:nvPr>
            <p:ph type="sldNum" sz="quarter" idx="5"/>
          </p:nvPr>
        </p:nvSpPr>
        <p:spPr/>
        <p:txBody>
          <a:bodyPr/>
          <a:lstStyle/>
          <a:p>
            <a:fld id="{49436F85-577F-4A92-A47F-D540A2BCC821}" type="slidenum">
              <a:rPr lang="en-GB" smtClean="0"/>
              <a:t>15</a:t>
            </a:fld>
            <a:endParaRPr lang="en-GB"/>
          </a:p>
        </p:txBody>
      </p:sp>
    </p:spTree>
    <p:extLst>
      <p:ext uri="{BB962C8B-B14F-4D97-AF65-F5344CB8AC3E}">
        <p14:creationId xmlns:p14="http://schemas.microsoft.com/office/powerpoint/2010/main" val="247846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McMini is deliberately simple, while McStas uses more advanced weighted absorption. </a:t>
            </a:r>
          </a:p>
          <a:p>
            <a:r>
              <a:rPr lang="en-US" dirty="0"/>
              <a:t>This is actually a strength of the validation: different implementations give similar physical results.</a:t>
            </a:r>
          </a:p>
        </p:txBody>
      </p:sp>
      <p:sp>
        <p:nvSpPr>
          <p:cNvPr id="4" name="Slide Number Placeholder 3"/>
          <p:cNvSpPr>
            <a:spLocks noGrp="1"/>
          </p:cNvSpPr>
          <p:nvPr>
            <p:ph type="sldNum" sz="quarter" idx="5"/>
          </p:nvPr>
        </p:nvSpPr>
        <p:spPr/>
        <p:txBody>
          <a:bodyPr/>
          <a:lstStyle/>
          <a:p>
            <a:fld id="{49436F85-577F-4A92-A47F-D540A2BCC821}" type="slidenum">
              <a:rPr lang="en-GB" smtClean="0"/>
              <a:t>17</a:t>
            </a:fld>
            <a:endParaRPr lang="en-GB"/>
          </a:p>
        </p:txBody>
      </p:sp>
    </p:spTree>
    <p:extLst>
      <p:ext uri="{BB962C8B-B14F-4D97-AF65-F5344CB8AC3E}">
        <p14:creationId xmlns:p14="http://schemas.microsoft.com/office/powerpoint/2010/main" val="15884588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BA501-E02B-78C2-A4E0-5E4EC2428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F329C-D2AE-C1C8-5F43-E3F24B218F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AF26DE-5FCE-3D34-92CD-912CB524A89B}"/>
              </a:ext>
            </a:extLst>
          </p:cNvPr>
          <p:cNvSpPr>
            <a:spLocks noGrp="1"/>
          </p:cNvSpPr>
          <p:nvPr>
            <p:ph type="body" idx="1"/>
          </p:nvPr>
        </p:nvSpPr>
        <p:spPr/>
        <p:txBody>
          <a:bodyPr/>
          <a:lstStyle/>
          <a:p>
            <a:r>
              <a:rPr lang="en-US" dirty="0"/>
              <a:t>Mention that McMini is deliberately simple, while McStas uses more advanced weighted absorption. </a:t>
            </a:r>
          </a:p>
          <a:p>
            <a:r>
              <a:rPr lang="en-US" dirty="0"/>
              <a:t>This is actually a strength of the validation: different implementations give similar physical results.</a:t>
            </a:r>
          </a:p>
        </p:txBody>
      </p:sp>
      <p:sp>
        <p:nvSpPr>
          <p:cNvPr id="4" name="Slide Number Placeholder 3">
            <a:extLst>
              <a:ext uri="{FF2B5EF4-FFF2-40B4-BE49-F238E27FC236}">
                <a16:creationId xmlns:a16="http://schemas.microsoft.com/office/drawing/2014/main" id="{19C4301C-7A50-3009-4086-B2CAB8B65EFF}"/>
              </a:ext>
            </a:extLst>
          </p:cNvPr>
          <p:cNvSpPr>
            <a:spLocks noGrp="1"/>
          </p:cNvSpPr>
          <p:nvPr>
            <p:ph type="sldNum" sz="quarter" idx="5"/>
          </p:nvPr>
        </p:nvSpPr>
        <p:spPr/>
        <p:txBody>
          <a:bodyPr/>
          <a:lstStyle/>
          <a:p>
            <a:fld id="{49436F85-577F-4A92-A47F-D540A2BCC821}" type="slidenum">
              <a:rPr lang="en-GB" smtClean="0"/>
              <a:t>18</a:t>
            </a:fld>
            <a:endParaRPr lang="en-GB"/>
          </a:p>
        </p:txBody>
      </p:sp>
    </p:spTree>
    <p:extLst>
      <p:ext uri="{BB962C8B-B14F-4D97-AF65-F5344CB8AC3E}">
        <p14:creationId xmlns:p14="http://schemas.microsoft.com/office/powerpoint/2010/main" val="31646123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6B501-73D4-7E46-1789-A12AB30ED6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8DB736-4671-1021-EDDB-821368EA26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01D3E5-27DE-CE5B-1202-9438228044FC}"/>
              </a:ext>
            </a:extLst>
          </p:cNvPr>
          <p:cNvSpPr>
            <a:spLocks noGrp="1"/>
          </p:cNvSpPr>
          <p:nvPr>
            <p:ph type="body" idx="1"/>
          </p:nvPr>
        </p:nvSpPr>
        <p:spPr/>
        <p:txBody>
          <a:bodyPr/>
          <a:lstStyle/>
          <a:p>
            <a:r>
              <a:rPr lang="en-US" dirty="0"/>
              <a:t>Mention that McMini is deliberately simple, while McStas uses more advanced weighted absorption. </a:t>
            </a:r>
          </a:p>
          <a:p>
            <a:r>
              <a:rPr lang="en-US" dirty="0"/>
              <a:t>This is actually a strength of the validation: different implementations give similar physical results.</a:t>
            </a:r>
          </a:p>
        </p:txBody>
      </p:sp>
      <p:sp>
        <p:nvSpPr>
          <p:cNvPr id="4" name="Slide Number Placeholder 3">
            <a:extLst>
              <a:ext uri="{FF2B5EF4-FFF2-40B4-BE49-F238E27FC236}">
                <a16:creationId xmlns:a16="http://schemas.microsoft.com/office/drawing/2014/main" id="{50263AB7-339E-F859-CB2D-3EC9AD1BF497}"/>
              </a:ext>
            </a:extLst>
          </p:cNvPr>
          <p:cNvSpPr>
            <a:spLocks noGrp="1"/>
          </p:cNvSpPr>
          <p:nvPr>
            <p:ph type="sldNum" sz="quarter" idx="5"/>
          </p:nvPr>
        </p:nvSpPr>
        <p:spPr/>
        <p:txBody>
          <a:bodyPr/>
          <a:lstStyle/>
          <a:p>
            <a:fld id="{49436F85-577F-4A92-A47F-D540A2BCC821}" type="slidenum">
              <a:rPr lang="en-GB" smtClean="0"/>
              <a:t>19</a:t>
            </a:fld>
            <a:endParaRPr lang="en-GB"/>
          </a:p>
        </p:txBody>
      </p:sp>
    </p:spTree>
    <p:extLst>
      <p:ext uri="{BB962C8B-B14F-4D97-AF65-F5344CB8AC3E}">
        <p14:creationId xmlns:p14="http://schemas.microsoft.com/office/powerpoint/2010/main" val="1948832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5CB1E-11CD-84C4-9CE6-2564C9DD45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6D300B-EF4D-D046-09BF-E19ECF8E092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8BF9F29-6688-49A4-9F12-CB7CDBF2AD56}"/>
                  </a:ext>
                </a:extLst>
              </p:cNvPr>
              <p:cNvSpPr>
                <a:spLocks noGrp="1"/>
              </p:cNvSpPr>
              <p:nvPr>
                <p:ph type="body" idx="1"/>
              </p:nvPr>
            </p:nvSpPr>
            <p:spPr/>
            <p:txBody>
              <a:bodyPr/>
              <a:lstStyle/>
              <a:p>
                <a:pPr lvl="0"/>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a:p>
                <a:pPr lvl="0"/>
                <a:r>
                  <a:rPr lang="en-US" dirty="0"/>
                  <a:t>Equator-cut Pearson correlation was </a:t>
                </a:r>
                <a14:m>
                  <m:oMath xmlns:m="http://schemas.openxmlformats.org/officeDocument/2006/math">
                    <m:r>
                      <a:rPr lang="en-DK" i="1">
                        <a:latin typeface="Cambria Math" panose="02040503050406030204" pitchFamily="18" charset="0"/>
                      </a:rPr>
                      <m:t>0.999961</m:t>
                    </m:r>
                  </m:oMath>
                </a14:m>
                <a:endParaRPr lang="en-DK" dirty="0"/>
              </a:p>
              <a:p>
                <a:pPr lvl="0"/>
                <a:r>
                  <a:rPr lang="en-US" dirty="0"/>
                  <a:t>Raw equator-cut s</a:t>
                </a:r>
                <a14:m>
                  <m:oMath xmlns:m="http://schemas.openxmlformats.org/officeDocument/2006/math">
                    <m:r>
                      <m:rPr>
                        <m:sty m:val="p"/>
                      </m:rPr>
                      <a:rPr lang="en-DK">
                        <a:latin typeface="Cambria Math" panose="02040503050406030204" pitchFamily="18" charset="0"/>
                      </a:rPr>
                      <m:t>um</m:t>
                    </m:r>
                    <m:r>
                      <a:rPr lang="en-DK">
                        <a:latin typeface="Cambria Math" panose="02040503050406030204" pitchFamily="18" charset="0"/>
                      </a:rPr>
                      <m:t> </m:t>
                    </m:r>
                    <m:r>
                      <m:rPr>
                        <m:sty m:val="p"/>
                      </m:rPr>
                      <a:rPr lang="en-DK">
                        <a:latin typeface="Cambria Math" panose="02040503050406030204" pitchFamily="18" charset="0"/>
                      </a:rPr>
                      <m:t>ratio</m:t>
                    </m:r>
                    <m:r>
                      <a:rPr lang="en-DK">
                        <a:latin typeface="Cambria Math" panose="02040503050406030204" pitchFamily="18" charset="0"/>
                      </a:rPr>
                      <m:t> </m:t>
                    </m:r>
                    <m:r>
                      <m:rPr>
                        <m:sty m:val="p"/>
                      </m:rPr>
                      <a:rPr lang="en-DK">
                        <a:latin typeface="Cambria Math" panose="02040503050406030204" pitchFamily="18" charset="0"/>
                      </a:rPr>
                      <m:t>was</m:t>
                    </m:r>
                    <m:r>
                      <a:rPr lang="en-DK">
                        <a:latin typeface="Cambria Math" panose="02040503050406030204" pitchFamily="18" charset="0"/>
                      </a:rPr>
                      <m:t> </m:t>
                    </m:r>
                    <m:r>
                      <a:rPr lang="en-DK" i="1">
                        <a:latin typeface="Cambria Math" panose="02040503050406030204" pitchFamily="18" charset="0"/>
                      </a:rPr>
                      <m:t>0.997910</m:t>
                    </m:r>
                  </m:oMath>
                </a14:m>
                <a:endParaRPr lang="en-DK" dirty="0"/>
              </a:p>
              <a:p>
                <a:pPr lvl="0"/>
                <a:r>
                  <a:rPr lang="en-US" dirty="0"/>
                  <a:t>Raw 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p:txBody>
          </p:sp>
        </mc:Choice>
        <mc:Fallback xmlns="">
          <p:sp>
            <p:nvSpPr>
              <p:cNvPr id="3" name="Notes Placeholder 2">
                <a:extLst>
                  <a:ext uri="{FF2B5EF4-FFF2-40B4-BE49-F238E27FC236}">
                    <a16:creationId xmlns:a16="http://schemas.microsoft.com/office/drawing/2014/main" id="{C8BF9F29-6688-49A4-9F12-CB7CDBF2AD56}"/>
                  </a:ext>
                </a:extLst>
              </p:cNvPr>
              <p:cNvSpPr>
                <a:spLocks noGrp="1"/>
              </p:cNvSpPr>
              <p:nvPr>
                <p:ph type="body" idx="1"/>
              </p:nvPr>
            </p:nvSpPr>
            <p:spPr/>
            <p:txBody>
              <a:bodyPr/>
              <a:lstStyle/>
              <a:p>
                <a:pPr lvl="0"/>
                <a:r>
                  <a:rPr lang="en-US" dirty="0"/>
                  <a:t>Raw total intensity ratio was </a:t>
                </a:r>
                <a:r>
                  <a:rPr lang="en-DK" i="0">
                    <a:latin typeface="Cambria Math" panose="02040503050406030204" pitchFamily="18" charset="0"/>
                  </a:rPr>
                  <a:t>1+3×10^(−7)</a:t>
                </a:r>
                <a:endParaRPr lang="en-DK" dirty="0"/>
              </a:p>
              <a:p>
                <a:pPr lvl="0"/>
                <a:r>
                  <a:rPr lang="en-US" dirty="0"/>
                  <a:t>Equator-cut Pearson correlation was </a:t>
                </a:r>
                <a:r>
                  <a:rPr lang="en-DK" i="0">
                    <a:latin typeface="Cambria Math" panose="02040503050406030204" pitchFamily="18" charset="0"/>
                  </a:rPr>
                  <a:t>0.999961</a:t>
                </a:r>
                <a:endParaRPr lang="en-DK" dirty="0"/>
              </a:p>
              <a:p>
                <a:pPr lvl="0"/>
                <a:r>
                  <a:rPr lang="en-US" dirty="0"/>
                  <a:t>Raw equator-cut s</a:t>
                </a:r>
                <a:r>
                  <a:rPr lang="en-DK" i="0">
                    <a:latin typeface="Cambria Math" panose="02040503050406030204" pitchFamily="18" charset="0"/>
                  </a:rPr>
                  <a:t>um ratio was 0.997910</a:t>
                </a:r>
                <a:endParaRPr lang="en-DK" dirty="0"/>
              </a:p>
              <a:p>
                <a:pPr lvl="0"/>
                <a:r>
                  <a:rPr lang="en-US" dirty="0"/>
                  <a:t>Raw equator-cut </a:t>
                </a:r>
                <a:r>
                  <a:rPr lang="en-DK" i="0">
                    <a:latin typeface="Cambria Math" panose="02040503050406030204" pitchFamily="18" charset="0"/>
                  </a:rPr>
                  <a:t>𝜒_𝜐^2=3.02</a:t>
                </a:r>
                <a:endParaRPr lang="en-DK" dirty="0"/>
              </a:p>
            </p:txBody>
          </p:sp>
        </mc:Fallback>
      </mc:AlternateContent>
      <p:sp>
        <p:nvSpPr>
          <p:cNvPr id="4" name="Slide Number Placeholder 3">
            <a:extLst>
              <a:ext uri="{FF2B5EF4-FFF2-40B4-BE49-F238E27FC236}">
                <a16:creationId xmlns:a16="http://schemas.microsoft.com/office/drawing/2014/main" id="{B63B2420-EC1C-0590-9171-A3B7EE293817}"/>
              </a:ext>
            </a:extLst>
          </p:cNvPr>
          <p:cNvSpPr>
            <a:spLocks noGrp="1"/>
          </p:cNvSpPr>
          <p:nvPr>
            <p:ph type="sldNum" sz="quarter" idx="5"/>
          </p:nvPr>
        </p:nvSpPr>
        <p:spPr/>
        <p:txBody>
          <a:bodyPr/>
          <a:lstStyle/>
          <a:p>
            <a:fld id="{49436F85-577F-4A92-A47F-D540A2BCC821}" type="slidenum">
              <a:rPr lang="en-GB" smtClean="0"/>
              <a:t>20</a:t>
            </a:fld>
            <a:endParaRPr lang="en-GB"/>
          </a:p>
        </p:txBody>
      </p:sp>
    </p:spTree>
    <p:extLst>
      <p:ext uri="{BB962C8B-B14F-4D97-AF65-F5344CB8AC3E}">
        <p14:creationId xmlns:p14="http://schemas.microsoft.com/office/powerpoint/2010/main" val="22071022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42D-DE4C-BD04-6B2E-E25CE3703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65AC8-240E-521D-972B-F1290C28568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4EBDBA7-B28B-DC61-D140-401B3CD7E9A8}"/>
                  </a:ext>
                </a:extLst>
              </p:cNvPr>
              <p:cNvSpPr>
                <a:spLocks noGrp="1"/>
              </p:cNvSpPr>
              <p:nvPr>
                <p:ph type="body" idx="1"/>
              </p:nvPr>
            </p:nvSpPr>
            <p:spPr/>
            <p:txBody>
              <a:bodyPr/>
              <a:lstStyle/>
              <a:p>
                <a:pPr lvl="0"/>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a:p>
                <a:pPr lvl="0"/>
                <a:r>
                  <a:rPr lang="en-US" dirty="0"/>
                  <a:t>Equator-cut Pearson correlation was </a:t>
                </a:r>
                <a14:m>
                  <m:oMath xmlns:m="http://schemas.openxmlformats.org/officeDocument/2006/math">
                    <m:r>
                      <a:rPr lang="en-DK" i="1">
                        <a:latin typeface="Cambria Math" panose="02040503050406030204" pitchFamily="18" charset="0"/>
                      </a:rPr>
                      <m:t>0.999961</m:t>
                    </m:r>
                  </m:oMath>
                </a14:m>
                <a:endParaRPr lang="en-DK" dirty="0"/>
              </a:p>
              <a:p>
                <a:pPr lvl="0"/>
                <a:r>
                  <a:rPr lang="en-US" dirty="0"/>
                  <a:t>Raw equator-cut s</a:t>
                </a:r>
                <a14:m>
                  <m:oMath xmlns:m="http://schemas.openxmlformats.org/officeDocument/2006/math">
                    <m:r>
                      <m:rPr>
                        <m:sty m:val="p"/>
                      </m:rPr>
                      <a:rPr lang="en-DK">
                        <a:latin typeface="Cambria Math" panose="02040503050406030204" pitchFamily="18" charset="0"/>
                      </a:rPr>
                      <m:t>um</m:t>
                    </m:r>
                    <m:r>
                      <a:rPr lang="en-DK">
                        <a:latin typeface="Cambria Math" panose="02040503050406030204" pitchFamily="18" charset="0"/>
                      </a:rPr>
                      <m:t> </m:t>
                    </m:r>
                    <m:r>
                      <m:rPr>
                        <m:sty m:val="p"/>
                      </m:rPr>
                      <a:rPr lang="en-DK">
                        <a:latin typeface="Cambria Math" panose="02040503050406030204" pitchFamily="18" charset="0"/>
                      </a:rPr>
                      <m:t>ratio</m:t>
                    </m:r>
                    <m:r>
                      <a:rPr lang="en-DK">
                        <a:latin typeface="Cambria Math" panose="02040503050406030204" pitchFamily="18" charset="0"/>
                      </a:rPr>
                      <m:t> </m:t>
                    </m:r>
                    <m:r>
                      <m:rPr>
                        <m:sty m:val="p"/>
                      </m:rPr>
                      <a:rPr lang="en-DK">
                        <a:latin typeface="Cambria Math" panose="02040503050406030204" pitchFamily="18" charset="0"/>
                      </a:rPr>
                      <m:t>was</m:t>
                    </m:r>
                    <m:r>
                      <a:rPr lang="en-DK">
                        <a:latin typeface="Cambria Math" panose="02040503050406030204" pitchFamily="18" charset="0"/>
                      </a:rPr>
                      <m:t> </m:t>
                    </m:r>
                    <m:r>
                      <a:rPr lang="en-DK" i="1">
                        <a:latin typeface="Cambria Math" panose="02040503050406030204" pitchFamily="18" charset="0"/>
                      </a:rPr>
                      <m:t>0.997910</m:t>
                    </m:r>
                  </m:oMath>
                </a14:m>
                <a:endParaRPr lang="en-DK" dirty="0"/>
              </a:p>
              <a:p>
                <a:pPr lvl="0"/>
                <a:r>
                  <a:rPr lang="en-US" dirty="0"/>
                  <a:t>Raw 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Choice>
        <mc:Fallback xmlns="">
          <p:sp>
            <p:nvSpPr>
              <p:cNvPr id="3" name="Notes Placeholder 2">
                <a:extLst>
                  <a:ext uri="{FF2B5EF4-FFF2-40B4-BE49-F238E27FC236}">
                    <a16:creationId xmlns:a16="http://schemas.microsoft.com/office/drawing/2014/main" id="{E4EBDBA7-B28B-DC61-D140-401B3CD7E9A8}"/>
                  </a:ext>
                </a:extLst>
              </p:cNvPr>
              <p:cNvSpPr>
                <a:spLocks noGrp="1"/>
              </p:cNvSpPr>
              <p:nvPr>
                <p:ph type="body" idx="1"/>
              </p:nvPr>
            </p:nvSpPr>
            <p:spPr/>
            <p:txBody>
              <a:bodyPr/>
              <a:lstStyle/>
              <a:p>
                <a:pPr lvl="0"/>
                <a:r>
                  <a:rPr lang="en-US" dirty="0"/>
                  <a:t>Raw total intensity ratio was </a:t>
                </a:r>
                <a:r>
                  <a:rPr lang="en-DK" i="0">
                    <a:latin typeface="Cambria Math" panose="02040503050406030204" pitchFamily="18" charset="0"/>
                  </a:rPr>
                  <a:t>1+3×10^(−7)</a:t>
                </a:r>
                <a:endParaRPr lang="en-DK" dirty="0"/>
              </a:p>
              <a:p>
                <a:pPr lvl="0"/>
                <a:r>
                  <a:rPr lang="en-US" dirty="0"/>
                  <a:t>Equator-cut Pearson correlation was </a:t>
                </a:r>
                <a:r>
                  <a:rPr lang="en-DK" i="0">
                    <a:latin typeface="Cambria Math" panose="02040503050406030204" pitchFamily="18" charset="0"/>
                  </a:rPr>
                  <a:t>0.999961</a:t>
                </a:r>
                <a:endParaRPr lang="en-DK" dirty="0"/>
              </a:p>
              <a:p>
                <a:pPr lvl="0"/>
                <a:r>
                  <a:rPr lang="en-US" dirty="0"/>
                  <a:t>Raw equator-cut s</a:t>
                </a:r>
                <a:r>
                  <a:rPr lang="en-DK" i="0">
                    <a:latin typeface="Cambria Math" panose="02040503050406030204" pitchFamily="18" charset="0"/>
                  </a:rPr>
                  <a:t>um ratio was 0.997910</a:t>
                </a:r>
                <a:endParaRPr lang="en-DK" dirty="0"/>
              </a:p>
              <a:p>
                <a:pPr lvl="0"/>
                <a:r>
                  <a:rPr lang="en-US" dirty="0"/>
                  <a:t>Raw equator-cut </a:t>
                </a:r>
                <a:r>
                  <a:rPr lang="en-DK" i="0">
                    <a:latin typeface="Cambria Math" panose="02040503050406030204" pitchFamily="18" charset="0"/>
                  </a:rPr>
                  <a:t>𝜒_𝜐^2=3.02</a:t>
                </a:r>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Fallback>
      </mc:AlternateContent>
      <p:sp>
        <p:nvSpPr>
          <p:cNvPr id="4" name="Slide Number Placeholder 3">
            <a:extLst>
              <a:ext uri="{FF2B5EF4-FFF2-40B4-BE49-F238E27FC236}">
                <a16:creationId xmlns:a16="http://schemas.microsoft.com/office/drawing/2014/main" id="{A573E3A8-D25E-2F20-3AF2-32D79B141706}"/>
              </a:ext>
            </a:extLst>
          </p:cNvPr>
          <p:cNvSpPr>
            <a:spLocks noGrp="1"/>
          </p:cNvSpPr>
          <p:nvPr>
            <p:ph type="sldNum" sz="quarter" idx="5"/>
          </p:nvPr>
        </p:nvSpPr>
        <p:spPr/>
        <p:txBody>
          <a:bodyPr/>
          <a:lstStyle/>
          <a:p>
            <a:fld id="{49436F85-577F-4A92-A47F-D540A2BCC821}" type="slidenum">
              <a:rPr lang="en-GB" smtClean="0"/>
              <a:t>21</a:t>
            </a:fld>
            <a:endParaRPr lang="en-GB"/>
          </a:p>
        </p:txBody>
      </p:sp>
    </p:spTree>
    <p:extLst>
      <p:ext uri="{BB962C8B-B14F-4D97-AF65-F5344CB8AC3E}">
        <p14:creationId xmlns:p14="http://schemas.microsoft.com/office/powerpoint/2010/main" val="5166485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2A2FF-F938-7F56-21D9-D887F0F35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2D3D4-61BD-45DF-98B0-77E22F7326B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22572F6-341D-D713-BFCB-94D889AAFE29}"/>
                  </a:ext>
                </a:extLst>
              </p:cNvPr>
              <p:cNvSpPr>
                <a:spLocks noGrp="1"/>
              </p:cNvSpPr>
              <p:nvPr>
                <p:ph type="body" idx="1"/>
              </p:nvPr>
            </p:nvSpPr>
            <p:spPr/>
            <p:txBody>
              <a:bodyPr/>
              <a:lstStyle/>
              <a:p>
                <a:pPr lvl="0"/>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a:p>
                <a:pPr lvl="0"/>
                <a:r>
                  <a:rPr lang="en-US" dirty="0"/>
                  <a:t>Equator-cut Pearson correlation was </a:t>
                </a:r>
                <a14:m>
                  <m:oMath xmlns:m="http://schemas.openxmlformats.org/officeDocument/2006/math">
                    <m:r>
                      <a:rPr lang="en-DK" i="1">
                        <a:latin typeface="Cambria Math" panose="02040503050406030204" pitchFamily="18" charset="0"/>
                      </a:rPr>
                      <m:t>0.999961</m:t>
                    </m:r>
                  </m:oMath>
                </a14:m>
                <a:endParaRPr lang="en-DK" dirty="0"/>
              </a:p>
              <a:p>
                <a:pPr lvl="0"/>
                <a:r>
                  <a:rPr lang="en-US" dirty="0"/>
                  <a:t>Raw equator-cut s</a:t>
                </a:r>
                <a14:m>
                  <m:oMath xmlns:m="http://schemas.openxmlformats.org/officeDocument/2006/math">
                    <m:r>
                      <m:rPr>
                        <m:sty m:val="p"/>
                      </m:rPr>
                      <a:rPr lang="en-DK">
                        <a:latin typeface="Cambria Math" panose="02040503050406030204" pitchFamily="18" charset="0"/>
                      </a:rPr>
                      <m:t>um</m:t>
                    </m:r>
                    <m:r>
                      <a:rPr lang="en-DK">
                        <a:latin typeface="Cambria Math" panose="02040503050406030204" pitchFamily="18" charset="0"/>
                      </a:rPr>
                      <m:t> </m:t>
                    </m:r>
                    <m:r>
                      <m:rPr>
                        <m:sty m:val="p"/>
                      </m:rPr>
                      <a:rPr lang="en-DK">
                        <a:latin typeface="Cambria Math" panose="02040503050406030204" pitchFamily="18" charset="0"/>
                      </a:rPr>
                      <m:t>ratio</m:t>
                    </m:r>
                    <m:r>
                      <a:rPr lang="en-DK">
                        <a:latin typeface="Cambria Math" panose="02040503050406030204" pitchFamily="18" charset="0"/>
                      </a:rPr>
                      <m:t> </m:t>
                    </m:r>
                    <m:r>
                      <m:rPr>
                        <m:sty m:val="p"/>
                      </m:rPr>
                      <a:rPr lang="en-DK">
                        <a:latin typeface="Cambria Math" panose="02040503050406030204" pitchFamily="18" charset="0"/>
                      </a:rPr>
                      <m:t>was</m:t>
                    </m:r>
                    <m:r>
                      <a:rPr lang="en-DK">
                        <a:latin typeface="Cambria Math" panose="02040503050406030204" pitchFamily="18" charset="0"/>
                      </a:rPr>
                      <m:t> </m:t>
                    </m:r>
                    <m:r>
                      <a:rPr lang="en-DK" i="1">
                        <a:latin typeface="Cambria Math" panose="02040503050406030204" pitchFamily="18" charset="0"/>
                      </a:rPr>
                      <m:t>0.997910</m:t>
                    </m:r>
                  </m:oMath>
                </a14:m>
                <a:endParaRPr lang="en-DK" dirty="0"/>
              </a:p>
              <a:p>
                <a:pPr lvl="0"/>
                <a:r>
                  <a:rPr lang="en-US" dirty="0"/>
                  <a:t>Raw 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Choice>
        <mc:Fallback xmlns="">
          <p:sp>
            <p:nvSpPr>
              <p:cNvPr id="3" name="Notes Placeholder 2">
                <a:extLst>
                  <a:ext uri="{FF2B5EF4-FFF2-40B4-BE49-F238E27FC236}">
                    <a16:creationId xmlns:a16="http://schemas.microsoft.com/office/drawing/2014/main" id="{222572F6-341D-D713-BFCB-94D889AAFE29}"/>
                  </a:ext>
                </a:extLst>
              </p:cNvPr>
              <p:cNvSpPr>
                <a:spLocks noGrp="1"/>
              </p:cNvSpPr>
              <p:nvPr>
                <p:ph type="body" idx="1"/>
              </p:nvPr>
            </p:nvSpPr>
            <p:spPr/>
            <p:txBody>
              <a:bodyPr/>
              <a:lstStyle/>
              <a:p>
                <a:pPr lvl="0"/>
                <a:r>
                  <a:rPr lang="en-US" dirty="0"/>
                  <a:t>Raw total intensity ratio was </a:t>
                </a:r>
                <a:r>
                  <a:rPr lang="en-DK" i="0">
                    <a:latin typeface="Cambria Math" panose="02040503050406030204" pitchFamily="18" charset="0"/>
                  </a:rPr>
                  <a:t>1+3×10^(−7)</a:t>
                </a:r>
                <a:endParaRPr lang="en-DK" dirty="0"/>
              </a:p>
              <a:p>
                <a:pPr lvl="0"/>
                <a:r>
                  <a:rPr lang="en-US" dirty="0"/>
                  <a:t>Equator-cut Pearson correlation was </a:t>
                </a:r>
                <a:r>
                  <a:rPr lang="en-DK" i="0">
                    <a:latin typeface="Cambria Math" panose="02040503050406030204" pitchFamily="18" charset="0"/>
                  </a:rPr>
                  <a:t>0.999961</a:t>
                </a:r>
                <a:endParaRPr lang="en-DK" dirty="0"/>
              </a:p>
              <a:p>
                <a:pPr lvl="0"/>
                <a:r>
                  <a:rPr lang="en-US" dirty="0"/>
                  <a:t>Raw equator-cut s</a:t>
                </a:r>
                <a:r>
                  <a:rPr lang="en-DK" i="0">
                    <a:latin typeface="Cambria Math" panose="02040503050406030204" pitchFamily="18" charset="0"/>
                  </a:rPr>
                  <a:t>um ratio was 0.997910</a:t>
                </a:r>
                <a:endParaRPr lang="en-DK" dirty="0"/>
              </a:p>
              <a:p>
                <a:pPr lvl="0"/>
                <a:r>
                  <a:rPr lang="en-US" dirty="0"/>
                  <a:t>Raw equator-cut </a:t>
                </a:r>
                <a:r>
                  <a:rPr lang="en-DK" i="0">
                    <a:latin typeface="Cambria Math" panose="02040503050406030204" pitchFamily="18" charset="0"/>
                  </a:rPr>
                  <a:t>𝜒_𝜐^2=3.02</a:t>
                </a:r>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Fallback>
      </mc:AlternateContent>
      <p:sp>
        <p:nvSpPr>
          <p:cNvPr id="4" name="Slide Number Placeholder 3">
            <a:extLst>
              <a:ext uri="{FF2B5EF4-FFF2-40B4-BE49-F238E27FC236}">
                <a16:creationId xmlns:a16="http://schemas.microsoft.com/office/drawing/2014/main" id="{8E02E302-5286-1980-A2C9-AF8EAF931884}"/>
              </a:ext>
            </a:extLst>
          </p:cNvPr>
          <p:cNvSpPr>
            <a:spLocks noGrp="1"/>
          </p:cNvSpPr>
          <p:nvPr>
            <p:ph type="sldNum" sz="quarter" idx="5"/>
          </p:nvPr>
        </p:nvSpPr>
        <p:spPr/>
        <p:txBody>
          <a:bodyPr/>
          <a:lstStyle/>
          <a:p>
            <a:fld id="{49436F85-577F-4A92-A47F-D540A2BCC821}" type="slidenum">
              <a:rPr lang="en-GB" smtClean="0"/>
              <a:t>22</a:t>
            </a:fld>
            <a:endParaRPr lang="en-GB"/>
          </a:p>
        </p:txBody>
      </p:sp>
    </p:spTree>
    <p:extLst>
      <p:ext uri="{BB962C8B-B14F-4D97-AF65-F5344CB8AC3E}">
        <p14:creationId xmlns:p14="http://schemas.microsoft.com/office/powerpoint/2010/main" val="3749572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B34C9-E31E-B503-D637-251ED26AA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5CD3D-AE84-2465-5B7B-5FB7F5D5B6DC}"/>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624AEED-7F6F-1A05-F54B-FCE0CF7D4B87}"/>
                  </a:ext>
                </a:extLst>
              </p:cNvPr>
              <p:cNvSpPr>
                <a:spLocks noGrp="1"/>
              </p:cNvSpPr>
              <p:nvPr>
                <p:ph type="body" idx="1"/>
              </p:nvPr>
            </p:nvSpPr>
            <p:spPr/>
            <p:txBody>
              <a:bodyPr/>
              <a:lstStyle/>
              <a:p>
                <a:pPr lvl="0"/>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a:p>
                <a:pPr lvl="0"/>
                <a:r>
                  <a:rPr lang="en-US" dirty="0"/>
                  <a:t>Equator-cut Pearson correlation was </a:t>
                </a:r>
                <a14:m>
                  <m:oMath xmlns:m="http://schemas.openxmlformats.org/officeDocument/2006/math">
                    <m:r>
                      <a:rPr lang="en-DK" i="1">
                        <a:latin typeface="Cambria Math" panose="02040503050406030204" pitchFamily="18" charset="0"/>
                      </a:rPr>
                      <m:t>0.999961</m:t>
                    </m:r>
                  </m:oMath>
                </a14:m>
                <a:endParaRPr lang="en-DK" dirty="0"/>
              </a:p>
              <a:p>
                <a:pPr lvl="0"/>
                <a:r>
                  <a:rPr lang="en-US" dirty="0"/>
                  <a:t>Raw equator-cut s</a:t>
                </a:r>
                <a14:m>
                  <m:oMath xmlns:m="http://schemas.openxmlformats.org/officeDocument/2006/math">
                    <m:r>
                      <m:rPr>
                        <m:sty m:val="p"/>
                      </m:rPr>
                      <a:rPr lang="en-DK">
                        <a:latin typeface="Cambria Math" panose="02040503050406030204" pitchFamily="18" charset="0"/>
                      </a:rPr>
                      <m:t>um</m:t>
                    </m:r>
                    <m:r>
                      <a:rPr lang="en-DK">
                        <a:latin typeface="Cambria Math" panose="02040503050406030204" pitchFamily="18" charset="0"/>
                      </a:rPr>
                      <m:t> </m:t>
                    </m:r>
                    <m:r>
                      <m:rPr>
                        <m:sty m:val="p"/>
                      </m:rPr>
                      <a:rPr lang="en-DK">
                        <a:latin typeface="Cambria Math" panose="02040503050406030204" pitchFamily="18" charset="0"/>
                      </a:rPr>
                      <m:t>ratio</m:t>
                    </m:r>
                    <m:r>
                      <a:rPr lang="en-DK">
                        <a:latin typeface="Cambria Math" panose="02040503050406030204" pitchFamily="18" charset="0"/>
                      </a:rPr>
                      <m:t> </m:t>
                    </m:r>
                    <m:r>
                      <m:rPr>
                        <m:sty m:val="p"/>
                      </m:rPr>
                      <a:rPr lang="en-DK">
                        <a:latin typeface="Cambria Math" panose="02040503050406030204" pitchFamily="18" charset="0"/>
                      </a:rPr>
                      <m:t>was</m:t>
                    </m:r>
                    <m:r>
                      <a:rPr lang="en-DK">
                        <a:latin typeface="Cambria Math" panose="02040503050406030204" pitchFamily="18" charset="0"/>
                      </a:rPr>
                      <m:t> </m:t>
                    </m:r>
                    <m:r>
                      <a:rPr lang="en-DK" i="1">
                        <a:latin typeface="Cambria Math" panose="02040503050406030204" pitchFamily="18" charset="0"/>
                      </a:rPr>
                      <m:t>0.997910</m:t>
                    </m:r>
                  </m:oMath>
                </a14:m>
                <a:endParaRPr lang="en-DK" dirty="0"/>
              </a:p>
              <a:p>
                <a:pPr lvl="0"/>
                <a:r>
                  <a:rPr lang="en-US" dirty="0"/>
                  <a:t>Raw 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Choice>
        <mc:Fallback xmlns="">
          <p:sp>
            <p:nvSpPr>
              <p:cNvPr id="3" name="Notes Placeholder 2">
                <a:extLst>
                  <a:ext uri="{FF2B5EF4-FFF2-40B4-BE49-F238E27FC236}">
                    <a16:creationId xmlns:a16="http://schemas.microsoft.com/office/drawing/2014/main" id="{222572F6-341D-D713-BFCB-94D889AAFE29}"/>
                  </a:ext>
                </a:extLst>
              </p:cNvPr>
              <p:cNvSpPr>
                <a:spLocks noGrp="1"/>
              </p:cNvSpPr>
              <p:nvPr>
                <p:ph type="body" idx="1"/>
              </p:nvPr>
            </p:nvSpPr>
            <p:spPr/>
            <p:txBody>
              <a:bodyPr/>
              <a:lstStyle/>
              <a:p>
                <a:pPr lvl="0"/>
                <a:r>
                  <a:rPr lang="en-US" dirty="0"/>
                  <a:t>Raw total intensity ratio was </a:t>
                </a:r>
                <a:r>
                  <a:rPr lang="en-DK" i="0">
                    <a:latin typeface="Cambria Math" panose="02040503050406030204" pitchFamily="18" charset="0"/>
                  </a:rPr>
                  <a:t>1+3×10^(−7)</a:t>
                </a:r>
                <a:endParaRPr lang="en-DK" dirty="0"/>
              </a:p>
              <a:p>
                <a:pPr lvl="0"/>
                <a:r>
                  <a:rPr lang="en-US" dirty="0"/>
                  <a:t>Equator-cut Pearson correlation was </a:t>
                </a:r>
                <a:r>
                  <a:rPr lang="en-DK" i="0">
                    <a:latin typeface="Cambria Math" panose="02040503050406030204" pitchFamily="18" charset="0"/>
                  </a:rPr>
                  <a:t>0.999961</a:t>
                </a:r>
                <a:endParaRPr lang="en-DK" dirty="0"/>
              </a:p>
              <a:p>
                <a:pPr lvl="0"/>
                <a:r>
                  <a:rPr lang="en-US" dirty="0"/>
                  <a:t>Raw equator-cut s</a:t>
                </a:r>
                <a:r>
                  <a:rPr lang="en-DK" i="0">
                    <a:latin typeface="Cambria Math" panose="02040503050406030204" pitchFamily="18" charset="0"/>
                  </a:rPr>
                  <a:t>um ratio was 0.997910</a:t>
                </a:r>
                <a:endParaRPr lang="en-DK" dirty="0"/>
              </a:p>
              <a:p>
                <a:pPr lvl="0"/>
                <a:r>
                  <a:rPr lang="en-US" dirty="0"/>
                  <a:t>Raw equator-cut </a:t>
                </a:r>
                <a:r>
                  <a:rPr lang="en-DK" i="0">
                    <a:latin typeface="Cambria Math" panose="02040503050406030204" pitchFamily="18" charset="0"/>
                  </a:rPr>
                  <a:t>𝜒_𝜐^2=3.02</a:t>
                </a:r>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Fallback>
      </mc:AlternateContent>
      <p:sp>
        <p:nvSpPr>
          <p:cNvPr id="4" name="Slide Number Placeholder 3">
            <a:extLst>
              <a:ext uri="{FF2B5EF4-FFF2-40B4-BE49-F238E27FC236}">
                <a16:creationId xmlns:a16="http://schemas.microsoft.com/office/drawing/2014/main" id="{FFD83991-AFBB-1150-53F1-D49B51676900}"/>
              </a:ext>
            </a:extLst>
          </p:cNvPr>
          <p:cNvSpPr>
            <a:spLocks noGrp="1"/>
          </p:cNvSpPr>
          <p:nvPr>
            <p:ph type="sldNum" sz="quarter" idx="5"/>
          </p:nvPr>
        </p:nvSpPr>
        <p:spPr/>
        <p:txBody>
          <a:bodyPr/>
          <a:lstStyle/>
          <a:p>
            <a:fld id="{49436F85-577F-4A92-A47F-D540A2BCC821}" type="slidenum">
              <a:rPr lang="en-GB" smtClean="0"/>
              <a:t>23</a:t>
            </a:fld>
            <a:endParaRPr lang="en-GB"/>
          </a:p>
        </p:txBody>
      </p:sp>
    </p:spTree>
    <p:extLst>
      <p:ext uri="{BB962C8B-B14F-4D97-AF65-F5344CB8AC3E}">
        <p14:creationId xmlns:p14="http://schemas.microsoft.com/office/powerpoint/2010/main" val="3497410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ECCF5-DE78-B59E-CDAD-F4CA21F01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CB262-475C-9030-C1A5-74C1B956BA2C}"/>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78E0E3B-5DA1-DF28-2222-936B9A2722C4}"/>
                  </a:ext>
                </a:extLst>
              </p:cNvPr>
              <p:cNvSpPr>
                <a:spLocks noGrp="1"/>
              </p:cNvSpPr>
              <p:nvPr>
                <p:ph type="body" idx="1"/>
              </p:nvPr>
            </p:nvSpPr>
            <p:spPr/>
            <p:txBody>
              <a:bodyPr/>
              <a:lstStyle/>
              <a:p>
                <a:pPr lvl="0"/>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a:p>
                <a:pPr lvl="0"/>
                <a:r>
                  <a:rPr lang="en-US" dirty="0"/>
                  <a:t>Equator-cut Pearson correlation was </a:t>
                </a:r>
                <a14:m>
                  <m:oMath xmlns:m="http://schemas.openxmlformats.org/officeDocument/2006/math">
                    <m:r>
                      <a:rPr lang="en-DK" i="1">
                        <a:latin typeface="Cambria Math" panose="02040503050406030204" pitchFamily="18" charset="0"/>
                      </a:rPr>
                      <m:t>0.999961</m:t>
                    </m:r>
                  </m:oMath>
                </a14:m>
                <a:endParaRPr lang="en-DK" dirty="0"/>
              </a:p>
              <a:p>
                <a:pPr lvl="0"/>
                <a:r>
                  <a:rPr lang="en-US" dirty="0"/>
                  <a:t>Raw equator-cut s</a:t>
                </a:r>
                <a14:m>
                  <m:oMath xmlns:m="http://schemas.openxmlformats.org/officeDocument/2006/math">
                    <m:r>
                      <m:rPr>
                        <m:sty m:val="p"/>
                      </m:rPr>
                      <a:rPr lang="en-DK">
                        <a:latin typeface="Cambria Math" panose="02040503050406030204" pitchFamily="18" charset="0"/>
                      </a:rPr>
                      <m:t>um</m:t>
                    </m:r>
                    <m:r>
                      <a:rPr lang="en-DK">
                        <a:latin typeface="Cambria Math" panose="02040503050406030204" pitchFamily="18" charset="0"/>
                      </a:rPr>
                      <m:t> </m:t>
                    </m:r>
                    <m:r>
                      <m:rPr>
                        <m:sty m:val="p"/>
                      </m:rPr>
                      <a:rPr lang="en-DK">
                        <a:latin typeface="Cambria Math" panose="02040503050406030204" pitchFamily="18" charset="0"/>
                      </a:rPr>
                      <m:t>ratio</m:t>
                    </m:r>
                    <m:r>
                      <a:rPr lang="en-DK">
                        <a:latin typeface="Cambria Math" panose="02040503050406030204" pitchFamily="18" charset="0"/>
                      </a:rPr>
                      <m:t> </m:t>
                    </m:r>
                    <m:r>
                      <m:rPr>
                        <m:sty m:val="p"/>
                      </m:rPr>
                      <a:rPr lang="en-DK">
                        <a:latin typeface="Cambria Math" panose="02040503050406030204" pitchFamily="18" charset="0"/>
                      </a:rPr>
                      <m:t>was</m:t>
                    </m:r>
                    <m:r>
                      <a:rPr lang="en-DK">
                        <a:latin typeface="Cambria Math" panose="02040503050406030204" pitchFamily="18" charset="0"/>
                      </a:rPr>
                      <m:t> </m:t>
                    </m:r>
                    <m:r>
                      <a:rPr lang="en-DK" i="1">
                        <a:latin typeface="Cambria Math" panose="02040503050406030204" pitchFamily="18" charset="0"/>
                      </a:rPr>
                      <m:t>0.997910</m:t>
                    </m:r>
                  </m:oMath>
                </a14:m>
                <a:endParaRPr lang="en-DK" dirty="0"/>
              </a:p>
              <a:p>
                <a:pPr lvl="0"/>
                <a:r>
                  <a:rPr lang="en-US" dirty="0"/>
                  <a:t>Raw 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Choice>
        <mc:Fallback xmlns="">
          <p:sp>
            <p:nvSpPr>
              <p:cNvPr id="3" name="Notes Placeholder 2">
                <a:extLst>
                  <a:ext uri="{FF2B5EF4-FFF2-40B4-BE49-F238E27FC236}">
                    <a16:creationId xmlns:a16="http://schemas.microsoft.com/office/drawing/2014/main" id="{E78E0E3B-5DA1-DF28-2222-936B9A2722C4}"/>
                  </a:ext>
                </a:extLst>
              </p:cNvPr>
              <p:cNvSpPr>
                <a:spLocks noGrp="1"/>
              </p:cNvSpPr>
              <p:nvPr>
                <p:ph type="body" idx="1"/>
              </p:nvPr>
            </p:nvSpPr>
            <p:spPr/>
            <p:txBody>
              <a:bodyPr/>
              <a:lstStyle/>
              <a:p>
                <a:pPr lvl="0"/>
                <a:r>
                  <a:rPr lang="en-US" dirty="0"/>
                  <a:t>Raw total intensity ratio was </a:t>
                </a:r>
                <a:r>
                  <a:rPr lang="en-DK" i="0">
                    <a:latin typeface="Cambria Math" panose="02040503050406030204" pitchFamily="18" charset="0"/>
                  </a:rPr>
                  <a:t>1+3×10^(−7)</a:t>
                </a:r>
                <a:endParaRPr lang="en-DK" dirty="0"/>
              </a:p>
              <a:p>
                <a:pPr lvl="0"/>
                <a:r>
                  <a:rPr lang="en-US" dirty="0"/>
                  <a:t>Equator-cut Pearson correlation was </a:t>
                </a:r>
                <a:r>
                  <a:rPr lang="en-DK" i="0">
                    <a:latin typeface="Cambria Math" panose="02040503050406030204" pitchFamily="18" charset="0"/>
                  </a:rPr>
                  <a:t>0.999961</a:t>
                </a:r>
                <a:endParaRPr lang="en-DK" dirty="0"/>
              </a:p>
              <a:p>
                <a:pPr lvl="0"/>
                <a:r>
                  <a:rPr lang="en-US" dirty="0"/>
                  <a:t>Raw equator-cut s</a:t>
                </a:r>
                <a:r>
                  <a:rPr lang="en-DK" i="0">
                    <a:latin typeface="Cambria Math" panose="02040503050406030204" pitchFamily="18" charset="0"/>
                  </a:rPr>
                  <a:t>um ratio was 0.997910</a:t>
                </a:r>
                <a:endParaRPr lang="en-DK" dirty="0"/>
              </a:p>
              <a:p>
                <a:pPr lvl="0"/>
                <a:r>
                  <a:rPr lang="en-US" dirty="0"/>
                  <a:t>Raw equator-cut </a:t>
                </a:r>
                <a:r>
                  <a:rPr lang="en-DK" i="0">
                    <a:latin typeface="Cambria Math" panose="02040503050406030204" pitchFamily="18" charset="0"/>
                  </a:rPr>
                  <a:t>𝜒_𝜐^2=3.02</a:t>
                </a:r>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Fallback>
      </mc:AlternateContent>
      <p:sp>
        <p:nvSpPr>
          <p:cNvPr id="4" name="Slide Number Placeholder 3">
            <a:extLst>
              <a:ext uri="{FF2B5EF4-FFF2-40B4-BE49-F238E27FC236}">
                <a16:creationId xmlns:a16="http://schemas.microsoft.com/office/drawing/2014/main" id="{802DCD90-7F3A-9CC1-6CA9-5619EA7A6C0F}"/>
              </a:ext>
            </a:extLst>
          </p:cNvPr>
          <p:cNvSpPr>
            <a:spLocks noGrp="1"/>
          </p:cNvSpPr>
          <p:nvPr>
            <p:ph type="sldNum" sz="quarter" idx="5"/>
          </p:nvPr>
        </p:nvSpPr>
        <p:spPr/>
        <p:txBody>
          <a:bodyPr/>
          <a:lstStyle/>
          <a:p>
            <a:fld id="{49436F85-577F-4A92-A47F-D540A2BCC821}" type="slidenum">
              <a:rPr lang="en-GB" smtClean="0"/>
              <a:t>24</a:t>
            </a:fld>
            <a:endParaRPr lang="en-GB"/>
          </a:p>
        </p:txBody>
      </p:sp>
    </p:spTree>
    <p:extLst>
      <p:ext uri="{BB962C8B-B14F-4D97-AF65-F5344CB8AC3E}">
        <p14:creationId xmlns:p14="http://schemas.microsoft.com/office/powerpoint/2010/main" val="28350975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0F5F7-6E5A-40B9-73D1-178B7326F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DFF603-7C4F-FD2B-9EF5-D6C24C834F4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5988397-0BA1-77A2-3BF2-94B16277BCEA}"/>
                  </a:ext>
                </a:extLst>
              </p:cNvPr>
              <p:cNvSpPr>
                <a:spLocks noGrp="1"/>
              </p:cNvSpPr>
              <p:nvPr>
                <p:ph type="body" idx="1"/>
              </p:nvPr>
            </p:nvSpPr>
            <p:spPr/>
            <p:txBody>
              <a:bodyPr/>
              <a:lstStyle/>
              <a:p>
                <a:pPr lvl="0"/>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a:p>
                <a:pPr lvl="0"/>
                <a:r>
                  <a:rPr lang="en-US" dirty="0"/>
                  <a:t>Equator-cut Pearson correlation was </a:t>
                </a:r>
                <a14:m>
                  <m:oMath xmlns:m="http://schemas.openxmlformats.org/officeDocument/2006/math">
                    <m:r>
                      <a:rPr lang="en-DK" i="1">
                        <a:latin typeface="Cambria Math" panose="02040503050406030204" pitchFamily="18" charset="0"/>
                      </a:rPr>
                      <m:t>0.999961</m:t>
                    </m:r>
                  </m:oMath>
                </a14:m>
                <a:endParaRPr lang="en-DK" dirty="0"/>
              </a:p>
              <a:p>
                <a:pPr lvl="0"/>
                <a:r>
                  <a:rPr lang="en-US" dirty="0"/>
                  <a:t>Raw equator-cut s</a:t>
                </a:r>
                <a14:m>
                  <m:oMath xmlns:m="http://schemas.openxmlformats.org/officeDocument/2006/math">
                    <m:r>
                      <m:rPr>
                        <m:sty m:val="p"/>
                      </m:rPr>
                      <a:rPr lang="en-DK">
                        <a:latin typeface="Cambria Math" panose="02040503050406030204" pitchFamily="18" charset="0"/>
                      </a:rPr>
                      <m:t>um</m:t>
                    </m:r>
                    <m:r>
                      <a:rPr lang="en-DK">
                        <a:latin typeface="Cambria Math" panose="02040503050406030204" pitchFamily="18" charset="0"/>
                      </a:rPr>
                      <m:t> </m:t>
                    </m:r>
                    <m:r>
                      <m:rPr>
                        <m:sty m:val="p"/>
                      </m:rPr>
                      <a:rPr lang="en-DK">
                        <a:latin typeface="Cambria Math" panose="02040503050406030204" pitchFamily="18" charset="0"/>
                      </a:rPr>
                      <m:t>ratio</m:t>
                    </m:r>
                    <m:r>
                      <a:rPr lang="en-DK">
                        <a:latin typeface="Cambria Math" panose="02040503050406030204" pitchFamily="18" charset="0"/>
                      </a:rPr>
                      <m:t> </m:t>
                    </m:r>
                    <m:r>
                      <m:rPr>
                        <m:sty m:val="p"/>
                      </m:rPr>
                      <a:rPr lang="en-DK">
                        <a:latin typeface="Cambria Math" panose="02040503050406030204" pitchFamily="18" charset="0"/>
                      </a:rPr>
                      <m:t>was</m:t>
                    </m:r>
                    <m:r>
                      <a:rPr lang="en-DK">
                        <a:latin typeface="Cambria Math" panose="02040503050406030204" pitchFamily="18" charset="0"/>
                      </a:rPr>
                      <m:t> </m:t>
                    </m:r>
                    <m:r>
                      <a:rPr lang="en-DK" i="1">
                        <a:latin typeface="Cambria Math" panose="02040503050406030204" pitchFamily="18" charset="0"/>
                      </a:rPr>
                      <m:t>0.997910</m:t>
                    </m:r>
                  </m:oMath>
                </a14:m>
                <a:endParaRPr lang="en-DK" dirty="0"/>
              </a:p>
              <a:p>
                <a:pPr lvl="0"/>
                <a:r>
                  <a:rPr lang="en-US" dirty="0"/>
                  <a:t>Raw 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Choice>
        <mc:Fallback xmlns="">
          <p:sp>
            <p:nvSpPr>
              <p:cNvPr id="3" name="Notes Placeholder 2">
                <a:extLst>
                  <a:ext uri="{FF2B5EF4-FFF2-40B4-BE49-F238E27FC236}">
                    <a16:creationId xmlns:a16="http://schemas.microsoft.com/office/drawing/2014/main" id="{95988397-0BA1-77A2-3BF2-94B16277BCEA}"/>
                  </a:ext>
                </a:extLst>
              </p:cNvPr>
              <p:cNvSpPr>
                <a:spLocks noGrp="1"/>
              </p:cNvSpPr>
              <p:nvPr>
                <p:ph type="body" idx="1"/>
              </p:nvPr>
            </p:nvSpPr>
            <p:spPr/>
            <p:txBody>
              <a:bodyPr/>
              <a:lstStyle/>
              <a:p>
                <a:pPr lvl="0"/>
                <a:r>
                  <a:rPr lang="en-US" dirty="0"/>
                  <a:t>Raw total intensity ratio was </a:t>
                </a:r>
                <a:r>
                  <a:rPr lang="en-DK" i="0">
                    <a:latin typeface="Cambria Math" panose="02040503050406030204" pitchFamily="18" charset="0"/>
                  </a:rPr>
                  <a:t>1+3×10^(−7)</a:t>
                </a:r>
                <a:endParaRPr lang="en-DK" dirty="0"/>
              </a:p>
              <a:p>
                <a:pPr lvl="0"/>
                <a:r>
                  <a:rPr lang="en-US" dirty="0"/>
                  <a:t>Equator-cut Pearson correlation was </a:t>
                </a:r>
                <a:r>
                  <a:rPr lang="en-DK" i="0">
                    <a:latin typeface="Cambria Math" panose="02040503050406030204" pitchFamily="18" charset="0"/>
                  </a:rPr>
                  <a:t>0.999961</a:t>
                </a:r>
                <a:endParaRPr lang="en-DK" dirty="0"/>
              </a:p>
              <a:p>
                <a:pPr lvl="0"/>
                <a:r>
                  <a:rPr lang="en-US" dirty="0"/>
                  <a:t>Raw equator-cut s</a:t>
                </a:r>
                <a:r>
                  <a:rPr lang="en-DK" i="0">
                    <a:latin typeface="Cambria Math" panose="02040503050406030204" pitchFamily="18" charset="0"/>
                  </a:rPr>
                  <a:t>um ratio was 0.997910</a:t>
                </a:r>
                <a:endParaRPr lang="en-DK" dirty="0"/>
              </a:p>
              <a:p>
                <a:pPr lvl="0"/>
                <a:r>
                  <a:rPr lang="en-US" dirty="0"/>
                  <a:t>Raw equator-cut </a:t>
                </a:r>
                <a:r>
                  <a:rPr lang="en-DK" i="0">
                    <a:latin typeface="Cambria Math" panose="02040503050406030204" pitchFamily="18" charset="0"/>
                  </a:rPr>
                  <a:t>𝜒_𝜐^2=3.02</a:t>
                </a:r>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Fallback>
      </mc:AlternateContent>
      <p:sp>
        <p:nvSpPr>
          <p:cNvPr id="4" name="Slide Number Placeholder 3">
            <a:extLst>
              <a:ext uri="{FF2B5EF4-FFF2-40B4-BE49-F238E27FC236}">
                <a16:creationId xmlns:a16="http://schemas.microsoft.com/office/drawing/2014/main" id="{1FEC83A3-88DE-BC38-CDAB-04B454E1520F}"/>
              </a:ext>
            </a:extLst>
          </p:cNvPr>
          <p:cNvSpPr>
            <a:spLocks noGrp="1"/>
          </p:cNvSpPr>
          <p:nvPr>
            <p:ph type="sldNum" sz="quarter" idx="5"/>
          </p:nvPr>
        </p:nvSpPr>
        <p:spPr/>
        <p:txBody>
          <a:bodyPr/>
          <a:lstStyle/>
          <a:p>
            <a:fld id="{49436F85-577F-4A92-A47F-D540A2BCC821}" type="slidenum">
              <a:rPr lang="en-GB" smtClean="0"/>
              <a:t>25</a:t>
            </a:fld>
            <a:endParaRPr lang="en-GB"/>
          </a:p>
        </p:txBody>
      </p:sp>
    </p:spTree>
    <p:extLst>
      <p:ext uri="{BB962C8B-B14F-4D97-AF65-F5344CB8AC3E}">
        <p14:creationId xmlns:p14="http://schemas.microsoft.com/office/powerpoint/2010/main" val="2168707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3CC9D-95EF-7902-58C0-127D7FA92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F30A2-5117-224D-0369-19F26F06E1D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C32CC1D-FCF3-7EF3-1107-067D944752E0}"/>
                  </a:ext>
                </a:extLst>
              </p:cNvPr>
              <p:cNvSpPr>
                <a:spLocks noGrp="1"/>
              </p:cNvSpPr>
              <p:nvPr>
                <p:ph type="body" idx="1"/>
              </p:nvPr>
            </p:nvSpPr>
            <p:spPr/>
            <p:txBody>
              <a:bodyPr/>
              <a:lstStyle/>
              <a:p>
                <a:pPr lvl="0"/>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a:p>
                <a:pPr lvl="0"/>
                <a:r>
                  <a:rPr lang="en-US" dirty="0"/>
                  <a:t>Equator-cut Pearson correlation was </a:t>
                </a:r>
                <a14:m>
                  <m:oMath xmlns:m="http://schemas.openxmlformats.org/officeDocument/2006/math">
                    <m:r>
                      <a:rPr lang="en-DK" i="1">
                        <a:latin typeface="Cambria Math" panose="02040503050406030204" pitchFamily="18" charset="0"/>
                      </a:rPr>
                      <m:t>0.999961</m:t>
                    </m:r>
                  </m:oMath>
                </a14:m>
                <a:endParaRPr lang="en-DK" dirty="0"/>
              </a:p>
              <a:p>
                <a:pPr lvl="0"/>
                <a:r>
                  <a:rPr lang="en-US" dirty="0"/>
                  <a:t>Raw equator-cut s</a:t>
                </a:r>
                <a14:m>
                  <m:oMath xmlns:m="http://schemas.openxmlformats.org/officeDocument/2006/math">
                    <m:r>
                      <m:rPr>
                        <m:sty m:val="p"/>
                      </m:rPr>
                      <a:rPr lang="en-DK">
                        <a:latin typeface="Cambria Math" panose="02040503050406030204" pitchFamily="18" charset="0"/>
                      </a:rPr>
                      <m:t>um</m:t>
                    </m:r>
                    <m:r>
                      <a:rPr lang="en-DK">
                        <a:latin typeface="Cambria Math" panose="02040503050406030204" pitchFamily="18" charset="0"/>
                      </a:rPr>
                      <m:t> </m:t>
                    </m:r>
                    <m:r>
                      <m:rPr>
                        <m:sty m:val="p"/>
                      </m:rPr>
                      <a:rPr lang="en-DK">
                        <a:latin typeface="Cambria Math" panose="02040503050406030204" pitchFamily="18" charset="0"/>
                      </a:rPr>
                      <m:t>ratio</m:t>
                    </m:r>
                    <m:r>
                      <a:rPr lang="en-DK">
                        <a:latin typeface="Cambria Math" panose="02040503050406030204" pitchFamily="18" charset="0"/>
                      </a:rPr>
                      <m:t> </m:t>
                    </m:r>
                    <m:r>
                      <m:rPr>
                        <m:sty m:val="p"/>
                      </m:rPr>
                      <a:rPr lang="en-DK">
                        <a:latin typeface="Cambria Math" panose="02040503050406030204" pitchFamily="18" charset="0"/>
                      </a:rPr>
                      <m:t>was</m:t>
                    </m:r>
                    <m:r>
                      <a:rPr lang="en-DK">
                        <a:latin typeface="Cambria Math" panose="02040503050406030204" pitchFamily="18" charset="0"/>
                      </a:rPr>
                      <m:t> </m:t>
                    </m:r>
                    <m:r>
                      <a:rPr lang="en-DK" i="1">
                        <a:latin typeface="Cambria Math" panose="02040503050406030204" pitchFamily="18" charset="0"/>
                      </a:rPr>
                      <m:t>0.997910</m:t>
                    </m:r>
                  </m:oMath>
                </a14:m>
                <a:endParaRPr lang="en-DK" dirty="0"/>
              </a:p>
              <a:p>
                <a:pPr lvl="0"/>
                <a:r>
                  <a:rPr lang="en-US" dirty="0"/>
                  <a:t>Raw 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Choice>
        <mc:Fallback xmlns="">
          <p:sp>
            <p:nvSpPr>
              <p:cNvPr id="3" name="Notes Placeholder 2">
                <a:extLst>
                  <a:ext uri="{FF2B5EF4-FFF2-40B4-BE49-F238E27FC236}">
                    <a16:creationId xmlns:a16="http://schemas.microsoft.com/office/drawing/2014/main" id="{1C32CC1D-FCF3-7EF3-1107-067D944752E0}"/>
                  </a:ext>
                </a:extLst>
              </p:cNvPr>
              <p:cNvSpPr>
                <a:spLocks noGrp="1"/>
              </p:cNvSpPr>
              <p:nvPr>
                <p:ph type="body" idx="1"/>
              </p:nvPr>
            </p:nvSpPr>
            <p:spPr/>
            <p:txBody>
              <a:bodyPr/>
              <a:lstStyle/>
              <a:p>
                <a:pPr lvl="0"/>
                <a:r>
                  <a:rPr lang="en-US" dirty="0"/>
                  <a:t>Raw total intensity ratio was </a:t>
                </a:r>
                <a:r>
                  <a:rPr lang="en-DK" i="0">
                    <a:latin typeface="Cambria Math" panose="02040503050406030204" pitchFamily="18" charset="0"/>
                  </a:rPr>
                  <a:t>1+3×10^(−7)</a:t>
                </a:r>
                <a:endParaRPr lang="en-DK" dirty="0"/>
              </a:p>
              <a:p>
                <a:pPr lvl="0"/>
                <a:r>
                  <a:rPr lang="en-US" dirty="0"/>
                  <a:t>Equator-cut Pearson correlation was </a:t>
                </a:r>
                <a:r>
                  <a:rPr lang="en-DK" i="0">
                    <a:latin typeface="Cambria Math" panose="02040503050406030204" pitchFamily="18" charset="0"/>
                  </a:rPr>
                  <a:t>0.999961</a:t>
                </a:r>
                <a:endParaRPr lang="en-DK" dirty="0"/>
              </a:p>
              <a:p>
                <a:pPr lvl="0"/>
                <a:r>
                  <a:rPr lang="en-US" dirty="0"/>
                  <a:t>Raw equator-cut s</a:t>
                </a:r>
                <a:r>
                  <a:rPr lang="en-DK" i="0">
                    <a:latin typeface="Cambria Math" panose="02040503050406030204" pitchFamily="18" charset="0"/>
                  </a:rPr>
                  <a:t>um ratio was 0.997910</a:t>
                </a:r>
                <a:endParaRPr lang="en-DK" dirty="0"/>
              </a:p>
              <a:p>
                <a:pPr lvl="0"/>
                <a:r>
                  <a:rPr lang="en-US" dirty="0"/>
                  <a:t>Raw equator-cut </a:t>
                </a:r>
                <a:r>
                  <a:rPr lang="en-DK" i="0">
                    <a:latin typeface="Cambria Math" panose="02040503050406030204" pitchFamily="18" charset="0"/>
                  </a:rPr>
                  <a:t>𝜒_𝜐^2=3.02</a:t>
                </a:r>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Fallback>
      </mc:AlternateContent>
      <p:sp>
        <p:nvSpPr>
          <p:cNvPr id="4" name="Slide Number Placeholder 3">
            <a:extLst>
              <a:ext uri="{FF2B5EF4-FFF2-40B4-BE49-F238E27FC236}">
                <a16:creationId xmlns:a16="http://schemas.microsoft.com/office/drawing/2014/main" id="{7C5962EB-0F1A-C90D-42D8-17F725CFADFD}"/>
              </a:ext>
            </a:extLst>
          </p:cNvPr>
          <p:cNvSpPr>
            <a:spLocks noGrp="1"/>
          </p:cNvSpPr>
          <p:nvPr>
            <p:ph type="sldNum" sz="quarter" idx="5"/>
          </p:nvPr>
        </p:nvSpPr>
        <p:spPr/>
        <p:txBody>
          <a:bodyPr/>
          <a:lstStyle/>
          <a:p>
            <a:fld id="{49436F85-577F-4A92-A47F-D540A2BCC821}" type="slidenum">
              <a:rPr lang="en-GB" smtClean="0"/>
              <a:t>26</a:t>
            </a:fld>
            <a:endParaRPr lang="en-GB"/>
          </a:p>
        </p:txBody>
      </p:sp>
    </p:spTree>
    <p:extLst>
      <p:ext uri="{BB962C8B-B14F-4D97-AF65-F5344CB8AC3E}">
        <p14:creationId xmlns:p14="http://schemas.microsoft.com/office/powerpoint/2010/main" val="12087927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EBEE0-5E30-4684-BF8E-898AE8BB2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3AFB1-D8FA-FFE6-86EF-3287AF8ACBC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6B44BE4-56FE-D3CF-F261-5B2F6DCB3919}"/>
                  </a:ext>
                </a:extLst>
              </p:cNvPr>
              <p:cNvSpPr>
                <a:spLocks noGrp="1"/>
              </p:cNvSpPr>
              <p:nvPr>
                <p:ph type="body" idx="1"/>
              </p:nvPr>
            </p:nvSpPr>
            <p:spPr/>
            <p:txBody>
              <a:bodyPr/>
              <a:lstStyle/>
              <a:p>
                <a:pPr lvl="0"/>
                <a:r>
                  <a:rPr lang="en-US" dirty="0"/>
                  <a:t>Raw total intensity ratio was </a:t>
                </a:r>
                <a14:m>
                  <m:oMath xmlns:m="http://schemas.openxmlformats.org/officeDocument/2006/math">
                    <m:r>
                      <a:rPr lang="en-DK" i="1">
                        <a:latin typeface="Cambria Math" panose="02040503050406030204" pitchFamily="18" charset="0"/>
                      </a:rPr>
                      <m:t>1+3×</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−7</m:t>
                        </m:r>
                      </m:sup>
                    </m:sSup>
                  </m:oMath>
                </a14:m>
                <a:endParaRPr lang="en-DK" dirty="0"/>
              </a:p>
              <a:p>
                <a:pPr lvl="0"/>
                <a:r>
                  <a:rPr lang="en-US" dirty="0"/>
                  <a:t>Equator-cut Pearson correlation was </a:t>
                </a:r>
                <a14:m>
                  <m:oMath xmlns:m="http://schemas.openxmlformats.org/officeDocument/2006/math">
                    <m:r>
                      <a:rPr lang="en-DK" i="1">
                        <a:latin typeface="Cambria Math" panose="02040503050406030204" pitchFamily="18" charset="0"/>
                      </a:rPr>
                      <m:t>0.999961</m:t>
                    </m:r>
                  </m:oMath>
                </a14:m>
                <a:endParaRPr lang="en-DK" dirty="0"/>
              </a:p>
              <a:p>
                <a:pPr lvl="0"/>
                <a:r>
                  <a:rPr lang="en-US" dirty="0"/>
                  <a:t>Raw equator-cut s</a:t>
                </a:r>
                <a14:m>
                  <m:oMath xmlns:m="http://schemas.openxmlformats.org/officeDocument/2006/math">
                    <m:r>
                      <m:rPr>
                        <m:sty m:val="p"/>
                      </m:rPr>
                      <a:rPr lang="en-DK">
                        <a:latin typeface="Cambria Math" panose="02040503050406030204" pitchFamily="18" charset="0"/>
                      </a:rPr>
                      <m:t>um</m:t>
                    </m:r>
                    <m:r>
                      <a:rPr lang="en-DK">
                        <a:latin typeface="Cambria Math" panose="02040503050406030204" pitchFamily="18" charset="0"/>
                      </a:rPr>
                      <m:t> </m:t>
                    </m:r>
                    <m:r>
                      <m:rPr>
                        <m:sty m:val="p"/>
                      </m:rPr>
                      <a:rPr lang="en-DK">
                        <a:latin typeface="Cambria Math" panose="02040503050406030204" pitchFamily="18" charset="0"/>
                      </a:rPr>
                      <m:t>ratio</m:t>
                    </m:r>
                    <m:r>
                      <a:rPr lang="en-DK">
                        <a:latin typeface="Cambria Math" panose="02040503050406030204" pitchFamily="18" charset="0"/>
                      </a:rPr>
                      <m:t> </m:t>
                    </m:r>
                    <m:r>
                      <m:rPr>
                        <m:sty m:val="p"/>
                      </m:rPr>
                      <a:rPr lang="en-DK">
                        <a:latin typeface="Cambria Math" panose="02040503050406030204" pitchFamily="18" charset="0"/>
                      </a:rPr>
                      <m:t>was</m:t>
                    </m:r>
                    <m:r>
                      <a:rPr lang="en-DK">
                        <a:latin typeface="Cambria Math" panose="02040503050406030204" pitchFamily="18" charset="0"/>
                      </a:rPr>
                      <m:t> </m:t>
                    </m:r>
                    <m:r>
                      <a:rPr lang="en-DK" i="1">
                        <a:latin typeface="Cambria Math" panose="02040503050406030204" pitchFamily="18" charset="0"/>
                      </a:rPr>
                      <m:t>0.997910</m:t>
                    </m:r>
                  </m:oMath>
                </a14:m>
                <a:endParaRPr lang="en-DK" dirty="0"/>
              </a:p>
              <a:p>
                <a:pPr lvl="0"/>
                <a:r>
                  <a:rPr lang="en-US" dirty="0"/>
                  <a:t>Raw equator-cut </a:t>
                </a:r>
                <a14:m>
                  <m:oMath xmlns:m="http://schemas.openxmlformats.org/officeDocument/2006/math">
                    <m:sSubSup>
                      <m:sSubSupPr>
                        <m:ctrlPr>
                          <a:rPr lang="en-DK" i="1">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=3.02</m:t>
                    </m:r>
                  </m:oMath>
                </a14:m>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14:m>
                  <m:oMath xmlns:m="http://schemas.openxmlformats.org/officeDocument/2006/math">
                    <m:sSubSup>
                      <m:sSubSupPr>
                        <m:ctrlPr>
                          <a:rPr lang="en-DK" i="1" smtClean="0">
                            <a:latin typeface="Cambria Math" panose="02040503050406030204" pitchFamily="18" charset="0"/>
                          </a:rPr>
                        </m:ctrlPr>
                      </m:sSubSupPr>
                      <m:e>
                        <m:r>
                          <a:rPr lang="en-DK" i="1">
                            <a:latin typeface="Cambria Math" panose="02040503050406030204" pitchFamily="18" charset="0"/>
                          </a:rPr>
                          <m:t>𝜒</m:t>
                        </m:r>
                      </m:e>
                      <m:sub>
                        <m:r>
                          <a:rPr lang="en-DK" i="1">
                            <a:latin typeface="Cambria Math" panose="02040503050406030204" pitchFamily="18" charset="0"/>
                          </a:rPr>
                          <m:t>𝜐</m:t>
                        </m:r>
                      </m:sub>
                      <m:sup>
                        <m:r>
                          <a:rPr lang="en-DK" i="1">
                            <a:latin typeface="Cambria Math" panose="02040503050406030204" pitchFamily="18" charset="0"/>
                          </a:rPr>
                          <m:t>2</m:t>
                        </m:r>
                      </m:sup>
                    </m:sSubSup>
                    <m:r>
                      <a:rPr lang="en-DK" i="1">
                        <a:latin typeface="Cambria Math" panose="02040503050406030204" pitchFamily="18" charset="0"/>
                      </a:rPr>
                      <m:t>=</m:t>
                    </m:r>
                    <m:r>
                      <a:rPr lang="da-DK" b="0" i="1" smtClean="0">
                        <a:latin typeface="Cambria Math" panose="02040503050406030204" pitchFamily="18" charset="0"/>
                      </a:rPr>
                      <m:t>1.74</m:t>
                    </m:r>
                    <m:r>
                      <a:rPr lang="da-DK"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da-DK" b="0" i="1" smtClean="0">
                            <a:latin typeface="Cambria Math" panose="02040503050406030204" pitchFamily="18" charset="0"/>
                            <a:ea typeface="Cambria Math" panose="02040503050406030204" pitchFamily="18" charset="0"/>
                          </a:rPr>
                          <m:t>10</m:t>
                        </m:r>
                      </m:e>
                      <m:sup>
                        <m:r>
                          <a:rPr lang="da-DK" b="0" i="1" smtClean="0">
                            <a:latin typeface="Cambria Math" panose="02040503050406030204" pitchFamily="18" charset="0"/>
                            <a:ea typeface="Cambria Math" panose="02040503050406030204" pitchFamily="18" charset="0"/>
                          </a:rPr>
                          <m:t>−8</m:t>
                        </m:r>
                      </m:sup>
                    </m:sSup>
                  </m:oMath>
                </a14:m>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Choice>
        <mc:Fallback xmlns="">
          <p:sp>
            <p:nvSpPr>
              <p:cNvPr id="3" name="Notes Placeholder 2">
                <a:extLst>
                  <a:ext uri="{FF2B5EF4-FFF2-40B4-BE49-F238E27FC236}">
                    <a16:creationId xmlns:a16="http://schemas.microsoft.com/office/drawing/2014/main" id="{C6B44BE4-56FE-D3CF-F261-5B2F6DCB3919}"/>
                  </a:ext>
                </a:extLst>
              </p:cNvPr>
              <p:cNvSpPr>
                <a:spLocks noGrp="1"/>
              </p:cNvSpPr>
              <p:nvPr>
                <p:ph type="body" idx="1"/>
              </p:nvPr>
            </p:nvSpPr>
            <p:spPr/>
            <p:txBody>
              <a:bodyPr/>
              <a:lstStyle/>
              <a:p>
                <a:pPr lvl="0"/>
                <a:r>
                  <a:rPr lang="en-US" dirty="0"/>
                  <a:t>Raw total intensity ratio was </a:t>
                </a:r>
                <a:r>
                  <a:rPr lang="en-DK" i="0">
                    <a:latin typeface="Cambria Math" panose="02040503050406030204" pitchFamily="18" charset="0"/>
                  </a:rPr>
                  <a:t>1+3×10^(−7)</a:t>
                </a:r>
                <a:endParaRPr lang="en-DK" dirty="0"/>
              </a:p>
              <a:p>
                <a:pPr lvl="0"/>
                <a:r>
                  <a:rPr lang="en-US" dirty="0"/>
                  <a:t>Equator-cut Pearson correlation was </a:t>
                </a:r>
                <a:r>
                  <a:rPr lang="en-DK" i="0">
                    <a:latin typeface="Cambria Math" panose="02040503050406030204" pitchFamily="18" charset="0"/>
                  </a:rPr>
                  <a:t>0.999961</a:t>
                </a:r>
                <a:endParaRPr lang="en-DK" dirty="0"/>
              </a:p>
              <a:p>
                <a:pPr lvl="0"/>
                <a:r>
                  <a:rPr lang="en-US" dirty="0"/>
                  <a:t>Raw equator-cut s</a:t>
                </a:r>
                <a:r>
                  <a:rPr lang="en-DK" i="0">
                    <a:latin typeface="Cambria Math" panose="02040503050406030204" pitchFamily="18" charset="0"/>
                  </a:rPr>
                  <a:t>um ratio was 0.997910</a:t>
                </a:r>
                <a:endParaRPr lang="en-DK" dirty="0"/>
              </a:p>
              <a:p>
                <a:pPr lvl="0"/>
                <a:r>
                  <a:rPr lang="en-US" dirty="0"/>
                  <a:t>Raw equator-cut </a:t>
                </a:r>
                <a:r>
                  <a:rPr lang="en-DK" i="0">
                    <a:latin typeface="Cambria Math" panose="02040503050406030204" pitchFamily="18" charset="0"/>
                  </a:rPr>
                  <a:t>𝜒_𝜐^2=3.02</a:t>
                </a:r>
                <a:endParaRPr lang="en-DK" dirty="0"/>
              </a:p>
              <a:p>
                <a:pPr lvl="0"/>
                <a:r>
                  <a:rPr lang="en-DK" dirty="0"/>
                  <a:t>“This raw χ²ν is sensitive to the tiny normalization difference because the statistics are very high. If I compare only the shape, the agreement is essentially exact.”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Equator-cut shape only: </a:t>
                </a:r>
                <a:r>
                  <a:rPr lang="en-DK" i="0">
                    <a:latin typeface="Cambria Math" panose="02040503050406030204" pitchFamily="18" charset="0"/>
                  </a:rPr>
                  <a:t>𝜒_𝜐^2=</a:t>
                </a:r>
                <a:r>
                  <a:rPr lang="da-DK" b="0" i="0">
                    <a:latin typeface="Cambria Math" panose="02040503050406030204" pitchFamily="18" charset="0"/>
                  </a:rPr>
                  <a:t>1.74</a:t>
                </a:r>
                <a:r>
                  <a:rPr lang="da-DK" b="0" i="0">
                    <a:latin typeface="Cambria Math" panose="02040503050406030204" pitchFamily="18" charset="0"/>
                    <a:ea typeface="Cambria Math" panose="02040503050406030204" pitchFamily="18" charset="0"/>
                  </a:rPr>
                  <a:t>×10</a:t>
                </a:r>
                <a:r>
                  <a:rPr lang="en-US" b="0" i="0">
                    <a:latin typeface="Cambria Math" panose="02040503050406030204" pitchFamily="18" charset="0"/>
                    <a:ea typeface="Cambria Math" panose="02040503050406030204" pitchFamily="18" charset="0"/>
                  </a:rPr>
                  <a:t>^(</a:t>
                </a:r>
                <a:r>
                  <a:rPr lang="da-DK" b="0" i="0">
                    <a:latin typeface="Cambria Math" panose="02040503050406030204" pitchFamily="18" charset="0"/>
                    <a:ea typeface="Cambria Math" panose="02040503050406030204" pitchFamily="18" charset="0"/>
                  </a:rPr>
                  <a:t>−8</a:t>
                </a:r>
                <a:r>
                  <a:rPr lang="en-US" b="0" i="0">
                    <a:latin typeface="Cambria Math" panose="02040503050406030204" pitchFamily="18" charset="0"/>
                    <a:ea typeface="Cambria Math" panose="02040503050406030204" pitchFamily="18" charset="0"/>
                  </a:rPr>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Say: “The important conclusion is not that every bin is identical, but that the physical scattering behavior and integrated intensity agree extremely well.”</a:t>
                </a:r>
              </a:p>
            </p:txBody>
          </p:sp>
        </mc:Fallback>
      </mc:AlternateContent>
      <p:sp>
        <p:nvSpPr>
          <p:cNvPr id="4" name="Slide Number Placeholder 3">
            <a:extLst>
              <a:ext uri="{FF2B5EF4-FFF2-40B4-BE49-F238E27FC236}">
                <a16:creationId xmlns:a16="http://schemas.microsoft.com/office/drawing/2014/main" id="{95042B12-CACC-50CA-1930-AC593364DFC8}"/>
              </a:ext>
            </a:extLst>
          </p:cNvPr>
          <p:cNvSpPr>
            <a:spLocks noGrp="1"/>
          </p:cNvSpPr>
          <p:nvPr>
            <p:ph type="sldNum" sz="quarter" idx="5"/>
          </p:nvPr>
        </p:nvSpPr>
        <p:spPr/>
        <p:txBody>
          <a:bodyPr/>
          <a:lstStyle/>
          <a:p>
            <a:fld id="{49436F85-577F-4A92-A47F-D540A2BCC821}" type="slidenum">
              <a:rPr lang="en-GB" smtClean="0"/>
              <a:t>27</a:t>
            </a:fld>
            <a:endParaRPr lang="en-GB"/>
          </a:p>
        </p:txBody>
      </p:sp>
    </p:spTree>
    <p:extLst>
      <p:ext uri="{BB962C8B-B14F-4D97-AF65-F5344CB8AC3E}">
        <p14:creationId xmlns:p14="http://schemas.microsoft.com/office/powerpoint/2010/main" val="22705241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32287-C821-E1C2-36A7-E1098EE623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9EA75-3B8A-574A-FCF5-7ACA2442BBA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7B47638-7999-D8A9-562E-4E2C22D480AD}"/>
                  </a:ext>
                </a:extLst>
              </p:cNvPr>
              <p:cNvSpPr>
                <a:spLocks noGrp="1"/>
              </p:cNvSpPr>
              <p:nvPr>
                <p:ph type="body" idx="1"/>
              </p:nvPr>
            </p:nvSpPr>
            <p:spPr/>
            <p:txBody>
              <a:bodyPr/>
              <a:lstStyle/>
              <a:p>
                <a:pPr lvl="0"/>
                <a:r>
                  <a:rPr lang="en-US" dirty="0"/>
                  <a:t>4PI monitor</a:t>
                </a:r>
                <a:endParaRPr lang="en-DK" dirty="0"/>
              </a:p>
              <a:p>
                <a:pPr lvl="1"/>
                <a:r>
                  <a:rPr lang="en-US" dirty="0"/>
                  <a:t>McMini raw north-south asymmetry: </a:t>
                </a:r>
                <a14:m>
                  <m:oMath xmlns:m="http://schemas.openxmlformats.org/officeDocument/2006/math">
                    <m:r>
                      <a:rPr lang="en-DK" b="0" i="1">
                        <a:latin typeface="Cambria Math" panose="02040503050406030204" pitchFamily="18" charset="0"/>
                      </a:rPr>
                      <m:t>3.07×</m:t>
                    </m:r>
                    <m:sSup>
                      <m:sSupPr>
                        <m:ctrlPr>
                          <a:rPr lang="en-DK" b="0" i="1">
                            <a:latin typeface="Cambria Math" panose="02040503050406030204" pitchFamily="18" charset="0"/>
                          </a:rPr>
                        </m:ctrlPr>
                      </m:sSupPr>
                      <m:e>
                        <m:r>
                          <a:rPr lang="en-DK" b="0" i="1">
                            <a:latin typeface="Cambria Math" panose="02040503050406030204" pitchFamily="18" charset="0"/>
                          </a:rPr>
                          <m:t>10</m:t>
                        </m:r>
                      </m:e>
                      <m:sup>
                        <m:r>
                          <a:rPr lang="en-DK" b="0" i="1">
                            <a:latin typeface="Cambria Math" panose="02040503050406030204" pitchFamily="18" charset="0"/>
                          </a:rPr>
                          <m:t>−6</m:t>
                        </m:r>
                      </m:sup>
                    </m:sSup>
                  </m:oMath>
                </a14:m>
                <a:endParaRPr lang="en-DK" dirty="0"/>
              </a:p>
              <a:p>
                <a:pPr lvl="1"/>
                <a:r>
                  <a:rPr lang="en-US" dirty="0"/>
                  <a:t>McStas raw north-south asymmetry: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.4</m:t>
                    </m:r>
                    <m:r>
                      <a:rPr lang="en-DK" i="1">
                        <a:latin typeface="Cambria Math" panose="02040503050406030204" pitchFamily="18" charset="0"/>
                      </a:rPr>
                      <m:t>7×</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2</m:t>
                        </m:r>
                      </m:sup>
                    </m:sSup>
                  </m:oMath>
                </a14:m>
                <a:endParaRPr lang="en-DK" dirty="0"/>
              </a:p>
              <a:p>
                <a:pPr lvl="0"/>
                <a:r>
                  <a:rPr lang="en-US" dirty="0"/>
                  <a:t>Asymmetry method</a:t>
                </a:r>
                <a:endParaRPr lang="en-DK" dirty="0"/>
              </a:p>
              <a:p>
                <a:pPr lvl="0"/>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r>
                        <a:rPr lang="en-DK" i="1">
                          <a:latin typeface="Cambria Math" panose="02040503050406030204" pitchFamily="18" charset="0"/>
                        </a:rPr>
                        <m:t>−</m:t>
                      </m:r>
                      <m:r>
                        <a:rPr lang="en-DK" i="1">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oMath>
                  </m:oMathPara>
                </a14:m>
                <a:endParaRPr lang="en-DK" dirty="0"/>
              </a:p>
              <a:p>
                <a:pPr lvl="0"/>
                <a:r>
                  <a:rPr lang="en-US" dirty="0"/>
                  <a:t>Possible examiner question: “Does this invalidate your results?”</a:t>
                </a:r>
              </a:p>
              <a:p>
                <a:pPr lvl="0"/>
                <a:r>
                  <a:rPr lang="en-US" dirty="0"/>
                  <a:t>Answer: “No. It limits interpretation near the poles, but the optimization uses equatorial</a:t>
                </a:r>
              </a:p>
              <a:p>
                <a:pPr lvl="0"/>
                <a:r>
                  <a:rPr lang="en-US" dirty="0"/>
                  <a:t>detector windows where the artifact is avoided or strongly reduced.”</a:t>
                </a:r>
              </a:p>
              <a:p>
                <a:pPr lvl="0"/>
                <a:endParaRPr lang="en-US" dirty="0"/>
              </a:p>
              <a:p>
                <a:pPr lvl="0"/>
                <a:r>
                  <a:rPr lang="en-US" dirty="0"/>
                  <a:t>Possible examiner question: “Why does north-south asymmetry value not match those that use vanadium samples?”</a:t>
                </a:r>
              </a:p>
              <a:p>
                <a:pPr lvl="0"/>
                <a:r>
                  <a:rPr lang="en-US" dirty="0"/>
                  <a:t>Answer: “The 4</a:t>
                </a:r>
                <a:r>
                  <a:rPr lang="el-GR" dirty="0"/>
                  <a:t>π </a:t>
                </a:r>
                <a:r>
                  <a:rPr lang="en-US" dirty="0"/>
                  <a:t>source test shows that the artifact exists.</a:t>
                </a:r>
              </a:p>
              <a:p>
                <a:pPr lvl="0"/>
                <a:r>
                  <a:rPr lang="en-US" dirty="0"/>
                  <a:t>The sample simulations show how strongly that artifact appears under the actual sample illumination.</a:t>
                </a:r>
              </a:p>
              <a:p>
                <a:pPr lvl="0"/>
                <a:r>
                  <a:rPr lang="en-US" dirty="0"/>
                  <a:t>Those are related tests, but they are not expected to give identical numerical asymmetry values.”</a:t>
                </a:r>
              </a:p>
            </p:txBody>
          </p:sp>
        </mc:Choice>
        <mc:Fallback xmlns="">
          <p:sp>
            <p:nvSpPr>
              <p:cNvPr id="3" name="Notes Placeholder 2">
                <a:extLst>
                  <a:ext uri="{FF2B5EF4-FFF2-40B4-BE49-F238E27FC236}">
                    <a16:creationId xmlns:a16="http://schemas.microsoft.com/office/drawing/2014/main" id="{17B47638-7999-D8A9-562E-4E2C22D480AD}"/>
                  </a:ext>
                </a:extLst>
              </p:cNvPr>
              <p:cNvSpPr>
                <a:spLocks noGrp="1"/>
              </p:cNvSpPr>
              <p:nvPr>
                <p:ph type="body" idx="1"/>
              </p:nvPr>
            </p:nvSpPr>
            <p:spPr/>
            <p:txBody>
              <a:bodyPr/>
              <a:lstStyle/>
              <a:p>
                <a:pPr lvl="0"/>
                <a:r>
                  <a:rPr lang="en-US" dirty="0"/>
                  <a:t>4PI monitor</a:t>
                </a:r>
                <a:endParaRPr lang="en-DK" dirty="0"/>
              </a:p>
              <a:p>
                <a:pPr lvl="1"/>
                <a:r>
                  <a:rPr lang="en-US" dirty="0"/>
                  <a:t>McMini raw north-south asymmetry: </a:t>
                </a:r>
                <a:r>
                  <a:rPr lang="en-DK" b="0" i="0">
                    <a:latin typeface="Cambria Math" panose="02040503050406030204" pitchFamily="18" charset="0"/>
                  </a:rPr>
                  <a:t>3.07×10^(−6)</a:t>
                </a:r>
                <a:endParaRPr lang="en-DK" dirty="0"/>
              </a:p>
              <a:p>
                <a:pPr lvl="1"/>
                <a:r>
                  <a:rPr lang="en-US" dirty="0"/>
                  <a:t>McStas raw north-south asymmetry: </a:t>
                </a:r>
                <a:r>
                  <a:rPr lang="en-DK" i="0">
                    <a:latin typeface="Cambria Math" panose="02040503050406030204" pitchFamily="18" charset="0"/>
                  </a:rPr>
                  <a:t>1</a:t>
                </a:r>
                <a:r>
                  <a:rPr lang="en-DK" b="0" i="0">
                    <a:latin typeface="Cambria Math" panose="02040503050406030204" pitchFamily="18" charset="0"/>
                  </a:rPr>
                  <a:t>.4</a:t>
                </a:r>
                <a:r>
                  <a:rPr lang="en-DK" i="0">
                    <a:latin typeface="Cambria Math" panose="02040503050406030204" pitchFamily="18" charset="0"/>
                  </a:rPr>
                  <a:t>7×10^(−</a:t>
                </a:r>
                <a:r>
                  <a:rPr lang="en-DK" b="0" i="0">
                    <a:latin typeface="Cambria Math" panose="02040503050406030204" pitchFamily="18" charset="0"/>
                  </a:rPr>
                  <a:t>2)</a:t>
                </a:r>
                <a:endParaRPr lang="en-DK" dirty="0"/>
              </a:p>
              <a:p>
                <a:pPr lvl="0"/>
                <a:r>
                  <a:rPr lang="en-US" dirty="0"/>
                  <a:t>Asymmetry method</a:t>
                </a:r>
                <a:endParaRPr lang="en-DK" dirty="0"/>
              </a:p>
              <a:p>
                <a:pPr lvl="0"/>
                <a:r>
                  <a:rPr lang="en-DK" i="0">
                    <a:latin typeface="Cambria Math" panose="02040503050406030204" pitchFamily="18" charset="0"/>
                  </a:rPr>
                  <a:t>𝐼(𝜙,𝜃)−𝐼(𝜙,−𝜃)</a:t>
                </a:r>
                <a:endParaRPr lang="en-DK" dirty="0"/>
              </a:p>
              <a:p>
                <a:pPr lvl="0"/>
                <a:r>
                  <a:rPr lang="en-US" dirty="0"/>
                  <a:t>Possible examiner question: “Does this invalidate your results?”</a:t>
                </a:r>
              </a:p>
              <a:p>
                <a:pPr lvl="0"/>
                <a:r>
                  <a:rPr lang="en-US" dirty="0"/>
                  <a:t>Answer: “No. It limits interpretation near the poles, but the optimization uses equatorial</a:t>
                </a:r>
              </a:p>
              <a:p>
                <a:pPr lvl="0"/>
                <a:r>
                  <a:rPr lang="en-US" dirty="0"/>
                  <a:t>detector windows where the artifact is avoided or strongly reduced.”</a:t>
                </a:r>
              </a:p>
              <a:p>
                <a:pPr lvl="0"/>
                <a:endParaRPr lang="en-US" dirty="0"/>
              </a:p>
              <a:p>
                <a:pPr lvl="0"/>
                <a:r>
                  <a:rPr lang="en-US" dirty="0"/>
                  <a:t>Possible examiner question: “Why does north-south asymmetry value not match those that use vanadium samples?”</a:t>
                </a:r>
              </a:p>
              <a:p>
                <a:pPr lvl="0"/>
                <a:r>
                  <a:rPr lang="en-US" dirty="0"/>
                  <a:t>Answer: “The 4</a:t>
                </a:r>
                <a:r>
                  <a:rPr lang="el-GR" dirty="0"/>
                  <a:t>π </a:t>
                </a:r>
                <a:r>
                  <a:rPr lang="en-US" dirty="0"/>
                  <a:t>source test shows that the artifact exists.</a:t>
                </a:r>
              </a:p>
              <a:p>
                <a:pPr lvl="0"/>
                <a:r>
                  <a:rPr lang="en-US" dirty="0"/>
                  <a:t>The sample simulations show how strongly that artifact appears under the actual sample illumination.</a:t>
                </a:r>
              </a:p>
              <a:p>
                <a:pPr lvl="0"/>
                <a:r>
                  <a:rPr lang="en-US" dirty="0"/>
                  <a:t>Those are related tests, but they are not expected to give identical numerical asymmetry values.”</a:t>
                </a:r>
              </a:p>
            </p:txBody>
          </p:sp>
        </mc:Fallback>
      </mc:AlternateContent>
      <p:sp>
        <p:nvSpPr>
          <p:cNvPr id="4" name="Slide Number Placeholder 3">
            <a:extLst>
              <a:ext uri="{FF2B5EF4-FFF2-40B4-BE49-F238E27FC236}">
                <a16:creationId xmlns:a16="http://schemas.microsoft.com/office/drawing/2014/main" id="{ADFFF0E8-F019-F89C-39F8-598802FD388F}"/>
              </a:ext>
            </a:extLst>
          </p:cNvPr>
          <p:cNvSpPr>
            <a:spLocks noGrp="1"/>
          </p:cNvSpPr>
          <p:nvPr>
            <p:ph type="sldNum" sz="quarter" idx="5"/>
          </p:nvPr>
        </p:nvSpPr>
        <p:spPr/>
        <p:txBody>
          <a:bodyPr/>
          <a:lstStyle/>
          <a:p>
            <a:fld id="{49436F85-577F-4A92-A47F-D540A2BCC821}" type="slidenum">
              <a:rPr lang="en-GB" smtClean="0"/>
              <a:t>28</a:t>
            </a:fld>
            <a:endParaRPr lang="en-GB"/>
          </a:p>
        </p:txBody>
      </p:sp>
    </p:spTree>
    <p:extLst>
      <p:ext uri="{BB962C8B-B14F-4D97-AF65-F5344CB8AC3E}">
        <p14:creationId xmlns:p14="http://schemas.microsoft.com/office/powerpoint/2010/main" val="21010073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dirty="0"/>
                  <a:t>4PI monitor</a:t>
                </a:r>
                <a:endParaRPr lang="en-DK" dirty="0"/>
              </a:p>
              <a:p>
                <a:pPr lvl="1"/>
                <a:r>
                  <a:rPr lang="en-US" dirty="0"/>
                  <a:t>McMini raw north-south asymmetry: </a:t>
                </a:r>
                <a14:m>
                  <m:oMath xmlns:m="http://schemas.openxmlformats.org/officeDocument/2006/math">
                    <m:r>
                      <a:rPr lang="en-DK" b="0" i="1">
                        <a:latin typeface="Cambria Math" panose="02040503050406030204" pitchFamily="18" charset="0"/>
                      </a:rPr>
                      <m:t>3.07×</m:t>
                    </m:r>
                    <m:sSup>
                      <m:sSupPr>
                        <m:ctrlPr>
                          <a:rPr lang="en-DK" b="0" i="1">
                            <a:latin typeface="Cambria Math" panose="02040503050406030204" pitchFamily="18" charset="0"/>
                          </a:rPr>
                        </m:ctrlPr>
                      </m:sSupPr>
                      <m:e>
                        <m:r>
                          <a:rPr lang="en-DK" b="0" i="1">
                            <a:latin typeface="Cambria Math" panose="02040503050406030204" pitchFamily="18" charset="0"/>
                          </a:rPr>
                          <m:t>10</m:t>
                        </m:r>
                      </m:e>
                      <m:sup>
                        <m:r>
                          <a:rPr lang="en-DK" b="0" i="1">
                            <a:latin typeface="Cambria Math" panose="02040503050406030204" pitchFamily="18" charset="0"/>
                          </a:rPr>
                          <m:t>−6</m:t>
                        </m:r>
                      </m:sup>
                    </m:sSup>
                  </m:oMath>
                </a14:m>
                <a:endParaRPr lang="en-DK" dirty="0"/>
              </a:p>
              <a:p>
                <a:pPr lvl="1"/>
                <a:r>
                  <a:rPr lang="en-US" dirty="0"/>
                  <a:t>McStas raw north-south asymmetry: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.4</m:t>
                    </m:r>
                    <m:r>
                      <a:rPr lang="en-DK" i="1">
                        <a:latin typeface="Cambria Math" panose="02040503050406030204" pitchFamily="18" charset="0"/>
                      </a:rPr>
                      <m:t>7×</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2</m:t>
                        </m:r>
                      </m:sup>
                    </m:sSup>
                  </m:oMath>
                </a14:m>
                <a:endParaRPr lang="en-DK" dirty="0"/>
              </a:p>
              <a:p>
                <a:pPr lvl="0"/>
                <a:r>
                  <a:rPr lang="en-US" dirty="0"/>
                  <a:t>Asymmetry method</a:t>
                </a:r>
                <a:endParaRPr lang="en-DK" dirty="0"/>
              </a:p>
              <a:p>
                <a:pPr lvl="0"/>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r>
                        <a:rPr lang="en-DK" i="1">
                          <a:latin typeface="Cambria Math" panose="02040503050406030204" pitchFamily="18" charset="0"/>
                        </a:rPr>
                        <m:t>−</m:t>
                      </m:r>
                      <m:r>
                        <a:rPr lang="en-DK" i="1">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oMath>
                  </m:oMathPara>
                </a14:m>
                <a:endParaRPr lang="en-DK" dirty="0"/>
              </a:p>
              <a:p>
                <a:pPr lvl="0"/>
                <a:r>
                  <a:rPr lang="en-US" dirty="0"/>
                  <a:t>Possible examiner question: “Does this invalidate your results?”</a:t>
                </a:r>
              </a:p>
              <a:p>
                <a:pPr lvl="0"/>
                <a:r>
                  <a:rPr lang="en-US" dirty="0"/>
                  <a:t>Answer: “No. It limits interpretation near the poles, but the optimization uses equatorial</a:t>
                </a:r>
              </a:p>
              <a:p>
                <a:pPr lvl="0"/>
                <a:r>
                  <a:rPr lang="en-US" dirty="0"/>
                  <a:t>detector windows where the artifact is avoided or strongly reduced.”</a:t>
                </a:r>
              </a:p>
              <a:p>
                <a:pPr lvl="0"/>
                <a:endParaRPr lang="en-US" dirty="0"/>
              </a:p>
              <a:p>
                <a:pPr lvl="0"/>
                <a:r>
                  <a:rPr lang="en-US" dirty="0"/>
                  <a:t>Possible examiner question: “Why does north-south asymmetry value not match those that use vanadium samples?”</a:t>
                </a:r>
              </a:p>
              <a:p>
                <a:pPr lvl="0"/>
                <a:r>
                  <a:rPr lang="en-US" dirty="0"/>
                  <a:t>Answer: “The 4</a:t>
                </a:r>
                <a:r>
                  <a:rPr lang="el-GR" dirty="0"/>
                  <a:t>π </a:t>
                </a:r>
                <a:r>
                  <a:rPr lang="en-US" dirty="0"/>
                  <a:t>source test shows that the artifact exists.</a:t>
                </a:r>
              </a:p>
              <a:p>
                <a:pPr lvl="0"/>
                <a:r>
                  <a:rPr lang="en-US" dirty="0"/>
                  <a:t>The sample simulations show how strongly that artifact appears under the actual sample illumination.</a:t>
                </a:r>
              </a:p>
              <a:p>
                <a:pPr lvl="0"/>
                <a:r>
                  <a:rPr lang="en-US" dirty="0"/>
                  <a:t>Those are related tests, but they are not expected to give identical numerical asymmetry values.”</a:t>
                </a:r>
              </a:p>
            </p:txBody>
          </p:sp>
        </mc:Choice>
        <mc:Fallback xmlns="">
          <p:sp>
            <p:nvSpPr>
              <p:cNvPr id="3" name="Notes Placeholder 2"/>
              <p:cNvSpPr>
                <a:spLocks noGrp="1"/>
              </p:cNvSpPr>
              <p:nvPr>
                <p:ph type="body" idx="1"/>
              </p:nvPr>
            </p:nvSpPr>
            <p:spPr/>
            <p:txBody>
              <a:bodyPr/>
              <a:lstStyle/>
              <a:p>
                <a:pPr lvl="0"/>
                <a:r>
                  <a:rPr lang="en-US" dirty="0"/>
                  <a:t>4PI monitor</a:t>
                </a:r>
                <a:endParaRPr lang="en-DK" dirty="0"/>
              </a:p>
              <a:p>
                <a:pPr lvl="1"/>
                <a:r>
                  <a:rPr lang="en-US" dirty="0"/>
                  <a:t>McMini raw north-south asymmetry: </a:t>
                </a:r>
                <a:r>
                  <a:rPr lang="en-DK" b="0" i="0">
                    <a:latin typeface="Cambria Math" panose="02040503050406030204" pitchFamily="18" charset="0"/>
                  </a:rPr>
                  <a:t>3.07×10^(−6)</a:t>
                </a:r>
                <a:endParaRPr lang="en-DK" dirty="0"/>
              </a:p>
              <a:p>
                <a:pPr lvl="1"/>
                <a:r>
                  <a:rPr lang="en-US" dirty="0"/>
                  <a:t>McStas raw north-south asymmetry: </a:t>
                </a:r>
                <a:r>
                  <a:rPr lang="en-DK" i="0">
                    <a:latin typeface="Cambria Math" panose="02040503050406030204" pitchFamily="18" charset="0"/>
                  </a:rPr>
                  <a:t>1</a:t>
                </a:r>
                <a:r>
                  <a:rPr lang="en-DK" b="0" i="0">
                    <a:latin typeface="Cambria Math" panose="02040503050406030204" pitchFamily="18" charset="0"/>
                  </a:rPr>
                  <a:t>.4</a:t>
                </a:r>
                <a:r>
                  <a:rPr lang="en-DK" i="0">
                    <a:latin typeface="Cambria Math" panose="02040503050406030204" pitchFamily="18" charset="0"/>
                  </a:rPr>
                  <a:t>7×10^(−</a:t>
                </a:r>
                <a:r>
                  <a:rPr lang="en-DK" b="0" i="0">
                    <a:latin typeface="Cambria Math" panose="02040503050406030204" pitchFamily="18" charset="0"/>
                  </a:rPr>
                  <a:t>2)</a:t>
                </a:r>
                <a:endParaRPr lang="en-DK" dirty="0"/>
              </a:p>
              <a:p>
                <a:pPr lvl="0"/>
                <a:r>
                  <a:rPr lang="en-US" dirty="0"/>
                  <a:t>Asymmetry method</a:t>
                </a:r>
                <a:endParaRPr lang="en-DK" dirty="0"/>
              </a:p>
              <a:p>
                <a:pPr lvl="0"/>
                <a:r>
                  <a:rPr lang="en-DK" i="0">
                    <a:latin typeface="Cambria Math" panose="02040503050406030204" pitchFamily="18" charset="0"/>
                  </a:rPr>
                  <a:t>𝐼(𝜙,𝜃)−𝐼(𝜙,−𝜃)</a:t>
                </a:r>
                <a:endParaRPr lang="en-DK" dirty="0"/>
              </a:p>
              <a:p>
                <a:pPr lvl="0"/>
                <a:r>
                  <a:rPr lang="en-US" dirty="0"/>
                  <a:t>Possible examiner question: “Does this invalidate your results?”</a:t>
                </a:r>
              </a:p>
              <a:p>
                <a:pPr lvl="0"/>
                <a:r>
                  <a:rPr lang="en-US" dirty="0"/>
                  <a:t>Answer: “No. It limits interpretation near the poles, but the optimization uses equatorial</a:t>
                </a:r>
              </a:p>
              <a:p>
                <a:pPr lvl="0"/>
                <a:r>
                  <a:rPr lang="en-US" dirty="0"/>
                  <a:t>detector windows where the artifact is avoided or strongly reduced.”</a:t>
                </a:r>
              </a:p>
              <a:p>
                <a:pPr lvl="0"/>
                <a:endParaRPr lang="en-US" dirty="0"/>
              </a:p>
              <a:p>
                <a:pPr lvl="0"/>
                <a:r>
                  <a:rPr lang="en-US" dirty="0"/>
                  <a:t>Possible examiner question: “Why does north-south asymmetry value not match those that use vanadium samples?”</a:t>
                </a:r>
              </a:p>
              <a:p>
                <a:pPr lvl="0"/>
                <a:r>
                  <a:rPr lang="en-US" dirty="0"/>
                  <a:t>Answer: “The 4</a:t>
                </a:r>
                <a:r>
                  <a:rPr lang="el-GR" dirty="0"/>
                  <a:t>π </a:t>
                </a:r>
                <a:r>
                  <a:rPr lang="en-US" dirty="0"/>
                  <a:t>source test shows that the artifact exists.</a:t>
                </a:r>
              </a:p>
              <a:p>
                <a:pPr lvl="0"/>
                <a:r>
                  <a:rPr lang="en-US" dirty="0"/>
                  <a:t>The sample simulations show how strongly that artifact appears under the actual sample illumination.</a:t>
                </a:r>
              </a:p>
              <a:p>
                <a:pPr lvl="0"/>
                <a:r>
                  <a:rPr lang="en-US" dirty="0"/>
                  <a:t>Those are related tests, but they are not expected to give identical numerical asymmetry values.”</a:t>
                </a:r>
              </a:p>
            </p:txBody>
          </p:sp>
        </mc:Fallback>
      </mc:AlternateContent>
      <p:sp>
        <p:nvSpPr>
          <p:cNvPr id="4" name="Slide Number Placeholder 3"/>
          <p:cNvSpPr>
            <a:spLocks noGrp="1"/>
          </p:cNvSpPr>
          <p:nvPr>
            <p:ph type="sldNum" sz="quarter" idx="5"/>
          </p:nvPr>
        </p:nvSpPr>
        <p:spPr/>
        <p:txBody>
          <a:bodyPr/>
          <a:lstStyle/>
          <a:p>
            <a:fld id="{49436F85-577F-4A92-A47F-D540A2BCC821}" type="slidenum">
              <a:rPr lang="en-GB" smtClean="0"/>
              <a:t>29</a:t>
            </a:fld>
            <a:endParaRPr lang="en-GB"/>
          </a:p>
        </p:txBody>
      </p:sp>
    </p:spTree>
    <p:extLst>
      <p:ext uri="{BB962C8B-B14F-4D97-AF65-F5344CB8AC3E}">
        <p14:creationId xmlns:p14="http://schemas.microsoft.com/office/powerpoint/2010/main" val="28582114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84B2D-90BD-DB67-8AFD-1397E264E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E767B-4A5A-6C5C-F2D5-AF96805CEBB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E7C9667-1C37-9202-76FE-6B82F9E0C283}"/>
                  </a:ext>
                </a:extLst>
              </p:cNvPr>
              <p:cNvSpPr>
                <a:spLocks noGrp="1"/>
              </p:cNvSpPr>
              <p:nvPr>
                <p:ph type="body" idx="1"/>
              </p:nvPr>
            </p:nvSpPr>
            <p:spPr/>
            <p:txBody>
              <a:bodyPr/>
              <a:lstStyle/>
              <a:p>
                <a:pPr lvl="0"/>
                <a:r>
                  <a:rPr lang="en-US" dirty="0"/>
                  <a:t>4PI monitor</a:t>
                </a:r>
                <a:endParaRPr lang="en-DK" dirty="0"/>
              </a:p>
              <a:p>
                <a:pPr lvl="1"/>
                <a:r>
                  <a:rPr lang="en-US" dirty="0"/>
                  <a:t>McMini raw north-south asymmetry: </a:t>
                </a:r>
                <a14:m>
                  <m:oMath xmlns:m="http://schemas.openxmlformats.org/officeDocument/2006/math">
                    <m:r>
                      <a:rPr lang="en-DK" b="0" i="1">
                        <a:latin typeface="Cambria Math" panose="02040503050406030204" pitchFamily="18" charset="0"/>
                      </a:rPr>
                      <m:t>3.07×</m:t>
                    </m:r>
                    <m:sSup>
                      <m:sSupPr>
                        <m:ctrlPr>
                          <a:rPr lang="en-DK" b="0" i="1">
                            <a:latin typeface="Cambria Math" panose="02040503050406030204" pitchFamily="18" charset="0"/>
                          </a:rPr>
                        </m:ctrlPr>
                      </m:sSupPr>
                      <m:e>
                        <m:r>
                          <a:rPr lang="en-DK" b="0" i="1">
                            <a:latin typeface="Cambria Math" panose="02040503050406030204" pitchFamily="18" charset="0"/>
                          </a:rPr>
                          <m:t>10</m:t>
                        </m:r>
                      </m:e>
                      <m:sup>
                        <m:r>
                          <a:rPr lang="en-DK" b="0" i="1">
                            <a:latin typeface="Cambria Math" panose="02040503050406030204" pitchFamily="18" charset="0"/>
                          </a:rPr>
                          <m:t>−6</m:t>
                        </m:r>
                      </m:sup>
                    </m:sSup>
                  </m:oMath>
                </a14:m>
                <a:endParaRPr lang="en-DK" dirty="0"/>
              </a:p>
              <a:p>
                <a:pPr lvl="1"/>
                <a:r>
                  <a:rPr lang="en-US" dirty="0"/>
                  <a:t>McStas raw north-south asymmetry: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.4</m:t>
                    </m:r>
                    <m:r>
                      <a:rPr lang="en-DK" i="1">
                        <a:latin typeface="Cambria Math" panose="02040503050406030204" pitchFamily="18" charset="0"/>
                      </a:rPr>
                      <m:t>7×</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2</m:t>
                        </m:r>
                      </m:sup>
                    </m:sSup>
                  </m:oMath>
                </a14:m>
                <a:endParaRPr lang="en-DK" dirty="0"/>
              </a:p>
              <a:p>
                <a:pPr lvl="0"/>
                <a:r>
                  <a:rPr lang="en-US" dirty="0"/>
                  <a:t>Asymmetry method</a:t>
                </a:r>
                <a:endParaRPr lang="en-DK" dirty="0"/>
              </a:p>
              <a:p>
                <a:pPr lvl="0"/>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r>
                        <a:rPr lang="en-DK" i="1">
                          <a:latin typeface="Cambria Math" panose="02040503050406030204" pitchFamily="18" charset="0"/>
                        </a:rPr>
                        <m:t>−</m:t>
                      </m:r>
                      <m:r>
                        <a:rPr lang="en-DK" i="1">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oMath>
                  </m:oMathPara>
                </a14:m>
                <a:endParaRPr lang="en-DK" dirty="0"/>
              </a:p>
              <a:p>
                <a:pPr lvl="0"/>
                <a:r>
                  <a:rPr lang="en-US" dirty="0"/>
                  <a:t>Possible examiner question: “Does this invalidate your results?”</a:t>
                </a:r>
              </a:p>
              <a:p>
                <a:pPr lvl="0"/>
                <a:r>
                  <a:rPr lang="en-US" dirty="0"/>
                  <a:t>Answer: “No. It limits interpretation near the poles, but the optimization uses equatorial</a:t>
                </a:r>
              </a:p>
              <a:p>
                <a:pPr lvl="0"/>
                <a:r>
                  <a:rPr lang="en-US" dirty="0"/>
                  <a:t>detector windows where the artifact is avoided or strongly reduced.”</a:t>
                </a:r>
              </a:p>
              <a:p>
                <a:pPr lvl="0"/>
                <a:endParaRPr lang="en-US" dirty="0"/>
              </a:p>
              <a:p>
                <a:pPr lvl="0"/>
                <a:r>
                  <a:rPr lang="en-US" dirty="0"/>
                  <a:t>Possible examiner question: “Why does north-south asymmetry value not match those that use vanadium samples?”</a:t>
                </a:r>
              </a:p>
              <a:p>
                <a:pPr lvl="0"/>
                <a:r>
                  <a:rPr lang="en-US" dirty="0"/>
                  <a:t>Answer: “The 4</a:t>
                </a:r>
                <a:r>
                  <a:rPr lang="el-GR" dirty="0"/>
                  <a:t>π </a:t>
                </a:r>
                <a:r>
                  <a:rPr lang="en-US" dirty="0"/>
                  <a:t>source test shows that the artifact exists.</a:t>
                </a:r>
              </a:p>
              <a:p>
                <a:pPr lvl="0"/>
                <a:r>
                  <a:rPr lang="en-US" dirty="0"/>
                  <a:t>The sample simulations show how strongly that artifact appears under the actual sample illumination.</a:t>
                </a:r>
              </a:p>
              <a:p>
                <a:pPr lvl="0"/>
                <a:r>
                  <a:rPr lang="en-US" dirty="0"/>
                  <a:t>Those are related tests, but they are not expected to give identical numerical asymmetry values.”</a:t>
                </a:r>
              </a:p>
            </p:txBody>
          </p:sp>
        </mc:Choice>
        <mc:Fallback xmlns="">
          <p:sp>
            <p:nvSpPr>
              <p:cNvPr id="3" name="Notes Placeholder 2">
                <a:extLst>
                  <a:ext uri="{FF2B5EF4-FFF2-40B4-BE49-F238E27FC236}">
                    <a16:creationId xmlns:a16="http://schemas.microsoft.com/office/drawing/2014/main" id="{AE7C9667-1C37-9202-76FE-6B82F9E0C283}"/>
                  </a:ext>
                </a:extLst>
              </p:cNvPr>
              <p:cNvSpPr>
                <a:spLocks noGrp="1"/>
              </p:cNvSpPr>
              <p:nvPr>
                <p:ph type="body" idx="1"/>
              </p:nvPr>
            </p:nvSpPr>
            <p:spPr/>
            <p:txBody>
              <a:bodyPr/>
              <a:lstStyle/>
              <a:p>
                <a:pPr lvl="0"/>
                <a:r>
                  <a:rPr lang="en-US" dirty="0"/>
                  <a:t>4PI monitor</a:t>
                </a:r>
                <a:endParaRPr lang="en-DK" dirty="0"/>
              </a:p>
              <a:p>
                <a:pPr lvl="1"/>
                <a:r>
                  <a:rPr lang="en-US" dirty="0"/>
                  <a:t>McMini raw north-south asymmetry: </a:t>
                </a:r>
                <a:r>
                  <a:rPr lang="en-DK" b="0" i="0">
                    <a:latin typeface="Cambria Math" panose="02040503050406030204" pitchFamily="18" charset="0"/>
                  </a:rPr>
                  <a:t>3.07×10^(−6)</a:t>
                </a:r>
                <a:endParaRPr lang="en-DK" dirty="0"/>
              </a:p>
              <a:p>
                <a:pPr lvl="1"/>
                <a:r>
                  <a:rPr lang="en-US" dirty="0"/>
                  <a:t>McStas raw north-south asymmetry: </a:t>
                </a:r>
                <a:r>
                  <a:rPr lang="en-DK" i="0">
                    <a:latin typeface="Cambria Math" panose="02040503050406030204" pitchFamily="18" charset="0"/>
                  </a:rPr>
                  <a:t>1</a:t>
                </a:r>
                <a:r>
                  <a:rPr lang="en-DK" b="0" i="0">
                    <a:latin typeface="Cambria Math" panose="02040503050406030204" pitchFamily="18" charset="0"/>
                  </a:rPr>
                  <a:t>.4</a:t>
                </a:r>
                <a:r>
                  <a:rPr lang="en-DK" i="0">
                    <a:latin typeface="Cambria Math" panose="02040503050406030204" pitchFamily="18" charset="0"/>
                  </a:rPr>
                  <a:t>7×10^(−</a:t>
                </a:r>
                <a:r>
                  <a:rPr lang="en-DK" b="0" i="0">
                    <a:latin typeface="Cambria Math" panose="02040503050406030204" pitchFamily="18" charset="0"/>
                  </a:rPr>
                  <a:t>2)</a:t>
                </a:r>
                <a:endParaRPr lang="en-DK" dirty="0"/>
              </a:p>
              <a:p>
                <a:pPr lvl="0"/>
                <a:r>
                  <a:rPr lang="en-US" dirty="0"/>
                  <a:t>Asymmetry method</a:t>
                </a:r>
                <a:endParaRPr lang="en-DK" dirty="0"/>
              </a:p>
              <a:p>
                <a:pPr lvl="0"/>
                <a:r>
                  <a:rPr lang="en-DK" i="0">
                    <a:latin typeface="Cambria Math" panose="02040503050406030204" pitchFamily="18" charset="0"/>
                  </a:rPr>
                  <a:t>𝐼(𝜙,𝜃)−𝐼(𝜙,−𝜃)</a:t>
                </a:r>
                <a:endParaRPr lang="en-DK" dirty="0"/>
              </a:p>
              <a:p>
                <a:pPr lvl="0"/>
                <a:r>
                  <a:rPr lang="en-US" dirty="0"/>
                  <a:t>Possible examiner question: “Does this invalidate your results?”</a:t>
                </a:r>
              </a:p>
              <a:p>
                <a:pPr lvl="0"/>
                <a:r>
                  <a:rPr lang="en-US" dirty="0"/>
                  <a:t>Answer: “No. It limits interpretation near the poles, but the optimization uses equatorial</a:t>
                </a:r>
              </a:p>
              <a:p>
                <a:pPr lvl="0"/>
                <a:r>
                  <a:rPr lang="en-US" dirty="0"/>
                  <a:t>detector windows where the artifact is avoided or strongly reduced.”</a:t>
                </a:r>
              </a:p>
              <a:p>
                <a:pPr lvl="0"/>
                <a:endParaRPr lang="en-US" dirty="0"/>
              </a:p>
              <a:p>
                <a:pPr lvl="0"/>
                <a:r>
                  <a:rPr lang="en-US" dirty="0"/>
                  <a:t>Possible examiner question: “Why does north-south asymmetry value not match those that use vanadium samples?”</a:t>
                </a:r>
              </a:p>
              <a:p>
                <a:pPr lvl="0"/>
                <a:r>
                  <a:rPr lang="en-US" dirty="0"/>
                  <a:t>Answer: “The 4</a:t>
                </a:r>
                <a:r>
                  <a:rPr lang="el-GR" dirty="0"/>
                  <a:t>π </a:t>
                </a:r>
                <a:r>
                  <a:rPr lang="en-US" dirty="0"/>
                  <a:t>source test shows that the artifact exists.</a:t>
                </a:r>
              </a:p>
              <a:p>
                <a:pPr lvl="0"/>
                <a:r>
                  <a:rPr lang="en-US" dirty="0"/>
                  <a:t>The sample simulations show how strongly that artifact appears under the actual sample illumination.</a:t>
                </a:r>
              </a:p>
              <a:p>
                <a:pPr lvl="0"/>
                <a:r>
                  <a:rPr lang="en-US" dirty="0"/>
                  <a:t>Those are related tests, but they are not expected to give identical numerical asymmetry values.”</a:t>
                </a:r>
              </a:p>
            </p:txBody>
          </p:sp>
        </mc:Fallback>
      </mc:AlternateContent>
      <p:sp>
        <p:nvSpPr>
          <p:cNvPr id="4" name="Slide Number Placeholder 3">
            <a:extLst>
              <a:ext uri="{FF2B5EF4-FFF2-40B4-BE49-F238E27FC236}">
                <a16:creationId xmlns:a16="http://schemas.microsoft.com/office/drawing/2014/main" id="{9AA0F316-09D9-FD4C-5278-B79F9D924C79}"/>
              </a:ext>
            </a:extLst>
          </p:cNvPr>
          <p:cNvSpPr>
            <a:spLocks noGrp="1"/>
          </p:cNvSpPr>
          <p:nvPr>
            <p:ph type="sldNum" sz="quarter" idx="5"/>
          </p:nvPr>
        </p:nvSpPr>
        <p:spPr/>
        <p:txBody>
          <a:bodyPr/>
          <a:lstStyle/>
          <a:p>
            <a:fld id="{49436F85-577F-4A92-A47F-D540A2BCC821}" type="slidenum">
              <a:rPr lang="en-GB" smtClean="0"/>
              <a:t>30</a:t>
            </a:fld>
            <a:endParaRPr lang="en-GB"/>
          </a:p>
        </p:txBody>
      </p:sp>
    </p:spTree>
    <p:extLst>
      <p:ext uri="{BB962C8B-B14F-4D97-AF65-F5344CB8AC3E}">
        <p14:creationId xmlns:p14="http://schemas.microsoft.com/office/powerpoint/2010/main" val="22627247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991A5-A067-89C2-2878-22676E845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7EE9BB-8887-EA6A-06AC-5D3EA96F48A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0A5DAD1-1013-0825-6652-1CD6038A65F3}"/>
                  </a:ext>
                </a:extLst>
              </p:cNvPr>
              <p:cNvSpPr>
                <a:spLocks noGrp="1"/>
              </p:cNvSpPr>
              <p:nvPr>
                <p:ph type="body" idx="1"/>
              </p:nvPr>
            </p:nvSpPr>
            <p:spPr/>
            <p:txBody>
              <a:bodyPr/>
              <a:lstStyle/>
              <a:p>
                <a:pPr lvl="0"/>
                <a:r>
                  <a:rPr lang="en-US" dirty="0"/>
                  <a:t>4PI monitor</a:t>
                </a:r>
                <a:endParaRPr lang="en-DK" dirty="0"/>
              </a:p>
              <a:p>
                <a:pPr lvl="1"/>
                <a:r>
                  <a:rPr lang="en-US" dirty="0"/>
                  <a:t>McMini raw north-south asymmetry: </a:t>
                </a:r>
                <a14:m>
                  <m:oMath xmlns:m="http://schemas.openxmlformats.org/officeDocument/2006/math">
                    <m:r>
                      <a:rPr lang="en-DK" b="0" i="1">
                        <a:latin typeface="Cambria Math" panose="02040503050406030204" pitchFamily="18" charset="0"/>
                      </a:rPr>
                      <m:t>3.07×</m:t>
                    </m:r>
                    <m:sSup>
                      <m:sSupPr>
                        <m:ctrlPr>
                          <a:rPr lang="en-DK" b="0" i="1">
                            <a:latin typeface="Cambria Math" panose="02040503050406030204" pitchFamily="18" charset="0"/>
                          </a:rPr>
                        </m:ctrlPr>
                      </m:sSupPr>
                      <m:e>
                        <m:r>
                          <a:rPr lang="en-DK" b="0" i="1">
                            <a:latin typeface="Cambria Math" panose="02040503050406030204" pitchFamily="18" charset="0"/>
                          </a:rPr>
                          <m:t>10</m:t>
                        </m:r>
                      </m:e>
                      <m:sup>
                        <m:r>
                          <a:rPr lang="en-DK" b="0" i="1">
                            <a:latin typeface="Cambria Math" panose="02040503050406030204" pitchFamily="18" charset="0"/>
                          </a:rPr>
                          <m:t>−6</m:t>
                        </m:r>
                      </m:sup>
                    </m:sSup>
                  </m:oMath>
                </a14:m>
                <a:endParaRPr lang="en-DK" dirty="0"/>
              </a:p>
              <a:p>
                <a:pPr lvl="1"/>
                <a:r>
                  <a:rPr lang="en-US" dirty="0"/>
                  <a:t>McStas raw north-south asymmetry: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.4</m:t>
                    </m:r>
                    <m:r>
                      <a:rPr lang="en-DK" i="1">
                        <a:latin typeface="Cambria Math" panose="02040503050406030204" pitchFamily="18" charset="0"/>
                      </a:rPr>
                      <m:t>7×</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2</m:t>
                        </m:r>
                      </m:sup>
                    </m:sSup>
                  </m:oMath>
                </a14:m>
                <a:endParaRPr lang="en-DK" dirty="0"/>
              </a:p>
              <a:p>
                <a:pPr lvl="0"/>
                <a:r>
                  <a:rPr lang="en-US" dirty="0"/>
                  <a:t>Asymmetry method</a:t>
                </a:r>
                <a:endParaRPr lang="en-DK" dirty="0"/>
              </a:p>
              <a:p>
                <a:pPr lvl="0"/>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r>
                        <a:rPr lang="en-DK" i="1">
                          <a:latin typeface="Cambria Math" panose="02040503050406030204" pitchFamily="18" charset="0"/>
                        </a:rPr>
                        <m:t>−</m:t>
                      </m:r>
                      <m:r>
                        <a:rPr lang="en-DK" i="1">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oMath>
                  </m:oMathPara>
                </a14:m>
                <a:endParaRPr lang="en-DK" dirty="0"/>
              </a:p>
              <a:p>
                <a:pPr lvl="0"/>
                <a:r>
                  <a:rPr lang="en-US" dirty="0"/>
                  <a:t>Possible examiner question: “Does this invalidate your results?”</a:t>
                </a:r>
              </a:p>
              <a:p>
                <a:pPr lvl="0"/>
                <a:r>
                  <a:rPr lang="en-US" dirty="0"/>
                  <a:t>Answer: “No. It limits interpretation near the poles, but the optimization uses equatorial</a:t>
                </a:r>
              </a:p>
              <a:p>
                <a:pPr lvl="0"/>
                <a:r>
                  <a:rPr lang="en-US" dirty="0"/>
                  <a:t>detector windows where the artifact is avoided or strongly reduced.”</a:t>
                </a:r>
              </a:p>
              <a:p>
                <a:pPr lvl="0"/>
                <a:endParaRPr lang="en-US" dirty="0"/>
              </a:p>
              <a:p>
                <a:pPr lvl="0"/>
                <a:r>
                  <a:rPr lang="en-US" dirty="0"/>
                  <a:t>Possible examiner question: “Why does north-south asymmetry value not match those that use vanadium samples?”</a:t>
                </a:r>
              </a:p>
              <a:p>
                <a:pPr lvl="0"/>
                <a:r>
                  <a:rPr lang="en-US" dirty="0"/>
                  <a:t>Answer: “The 4</a:t>
                </a:r>
                <a:r>
                  <a:rPr lang="el-GR" dirty="0"/>
                  <a:t>π </a:t>
                </a:r>
                <a:r>
                  <a:rPr lang="en-US" dirty="0"/>
                  <a:t>source test shows that the artifact exists.</a:t>
                </a:r>
              </a:p>
              <a:p>
                <a:pPr lvl="0"/>
                <a:r>
                  <a:rPr lang="en-US" dirty="0"/>
                  <a:t>The sample simulations show how strongly that artifact appears under the actual sample illumination.</a:t>
                </a:r>
              </a:p>
              <a:p>
                <a:pPr lvl="0"/>
                <a:r>
                  <a:rPr lang="en-US" dirty="0"/>
                  <a:t>Those are related tests, but they are not expected to give identical numerical asymmetry values.”</a:t>
                </a:r>
              </a:p>
            </p:txBody>
          </p:sp>
        </mc:Choice>
        <mc:Fallback xmlns="">
          <p:sp>
            <p:nvSpPr>
              <p:cNvPr id="3" name="Notes Placeholder 2">
                <a:extLst>
                  <a:ext uri="{FF2B5EF4-FFF2-40B4-BE49-F238E27FC236}">
                    <a16:creationId xmlns:a16="http://schemas.microsoft.com/office/drawing/2014/main" id="{E0A5DAD1-1013-0825-6652-1CD6038A65F3}"/>
                  </a:ext>
                </a:extLst>
              </p:cNvPr>
              <p:cNvSpPr>
                <a:spLocks noGrp="1"/>
              </p:cNvSpPr>
              <p:nvPr>
                <p:ph type="body" idx="1"/>
              </p:nvPr>
            </p:nvSpPr>
            <p:spPr/>
            <p:txBody>
              <a:bodyPr/>
              <a:lstStyle/>
              <a:p>
                <a:pPr lvl="0"/>
                <a:r>
                  <a:rPr lang="en-US" dirty="0"/>
                  <a:t>4PI monitor</a:t>
                </a:r>
                <a:endParaRPr lang="en-DK" dirty="0"/>
              </a:p>
              <a:p>
                <a:pPr lvl="1"/>
                <a:r>
                  <a:rPr lang="en-US" dirty="0"/>
                  <a:t>McMini raw north-south asymmetry: </a:t>
                </a:r>
                <a:r>
                  <a:rPr lang="en-DK" b="0" i="0">
                    <a:latin typeface="Cambria Math" panose="02040503050406030204" pitchFamily="18" charset="0"/>
                  </a:rPr>
                  <a:t>3.07×10^(−6)</a:t>
                </a:r>
                <a:endParaRPr lang="en-DK" dirty="0"/>
              </a:p>
              <a:p>
                <a:pPr lvl="1"/>
                <a:r>
                  <a:rPr lang="en-US" dirty="0"/>
                  <a:t>McStas raw north-south asymmetry: </a:t>
                </a:r>
                <a:r>
                  <a:rPr lang="en-DK" i="0">
                    <a:latin typeface="Cambria Math" panose="02040503050406030204" pitchFamily="18" charset="0"/>
                  </a:rPr>
                  <a:t>1</a:t>
                </a:r>
                <a:r>
                  <a:rPr lang="en-DK" b="0" i="0">
                    <a:latin typeface="Cambria Math" panose="02040503050406030204" pitchFamily="18" charset="0"/>
                  </a:rPr>
                  <a:t>.4</a:t>
                </a:r>
                <a:r>
                  <a:rPr lang="en-DK" i="0">
                    <a:latin typeface="Cambria Math" panose="02040503050406030204" pitchFamily="18" charset="0"/>
                  </a:rPr>
                  <a:t>7×10^(−</a:t>
                </a:r>
                <a:r>
                  <a:rPr lang="en-DK" b="0" i="0">
                    <a:latin typeface="Cambria Math" panose="02040503050406030204" pitchFamily="18" charset="0"/>
                  </a:rPr>
                  <a:t>2)</a:t>
                </a:r>
                <a:endParaRPr lang="en-DK" dirty="0"/>
              </a:p>
              <a:p>
                <a:pPr lvl="0"/>
                <a:r>
                  <a:rPr lang="en-US" dirty="0"/>
                  <a:t>Asymmetry method</a:t>
                </a:r>
                <a:endParaRPr lang="en-DK" dirty="0"/>
              </a:p>
              <a:p>
                <a:pPr lvl="0"/>
                <a:r>
                  <a:rPr lang="en-DK" i="0">
                    <a:latin typeface="Cambria Math" panose="02040503050406030204" pitchFamily="18" charset="0"/>
                  </a:rPr>
                  <a:t>𝐼(𝜙,𝜃)−𝐼(𝜙,−𝜃)</a:t>
                </a:r>
                <a:endParaRPr lang="en-DK" dirty="0"/>
              </a:p>
              <a:p>
                <a:pPr lvl="0"/>
                <a:r>
                  <a:rPr lang="en-US" dirty="0"/>
                  <a:t>Possible examiner question: “Does this invalidate your results?”</a:t>
                </a:r>
              </a:p>
              <a:p>
                <a:pPr lvl="0"/>
                <a:r>
                  <a:rPr lang="en-US" dirty="0"/>
                  <a:t>Answer: “No. It limits interpretation near the poles, but the optimization uses equatorial</a:t>
                </a:r>
              </a:p>
              <a:p>
                <a:pPr lvl="0"/>
                <a:r>
                  <a:rPr lang="en-US" dirty="0"/>
                  <a:t>detector windows where the artifact is avoided or strongly reduced.”</a:t>
                </a:r>
              </a:p>
              <a:p>
                <a:pPr lvl="0"/>
                <a:endParaRPr lang="en-US" dirty="0"/>
              </a:p>
              <a:p>
                <a:pPr lvl="0"/>
                <a:r>
                  <a:rPr lang="en-US" dirty="0"/>
                  <a:t>Possible examiner question: “Why does north-south asymmetry value not match those that use vanadium samples?”</a:t>
                </a:r>
              </a:p>
              <a:p>
                <a:pPr lvl="0"/>
                <a:r>
                  <a:rPr lang="en-US" dirty="0"/>
                  <a:t>Answer: “The 4</a:t>
                </a:r>
                <a:r>
                  <a:rPr lang="el-GR" dirty="0"/>
                  <a:t>π </a:t>
                </a:r>
                <a:r>
                  <a:rPr lang="en-US" dirty="0"/>
                  <a:t>source test shows that the artifact exists.</a:t>
                </a:r>
              </a:p>
              <a:p>
                <a:pPr lvl="0"/>
                <a:r>
                  <a:rPr lang="en-US" dirty="0"/>
                  <a:t>The sample simulations show how strongly that artifact appears under the actual sample illumination.</a:t>
                </a:r>
              </a:p>
              <a:p>
                <a:pPr lvl="0"/>
                <a:r>
                  <a:rPr lang="en-US" dirty="0"/>
                  <a:t>Those are related tests, but they are not expected to give identical numerical asymmetry values.”</a:t>
                </a:r>
              </a:p>
            </p:txBody>
          </p:sp>
        </mc:Fallback>
      </mc:AlternateContent>
      <p:sp>
        <p:nvSpPr>
          <p:cNvPr id="4" name="Slide Number Placeholder 3">
            <a:extLst>
              <a:ext uri="{FF2B5EF4-FFF2-40B4-BE49-F238E27FC236}">
                <a16:creationId xmlns:a16="http://schemas.microsoft.com/office/drawing/2014/main" id="{4056E56B-AFF3-6EE0-24BB-09663AF946E9}"/>
              </a:ext>
            </a:extLst>
          </p:cNvPr>
          <p:cNvSpPr>
            <a:spLocks noGrp="1"/>
          </p:cNvSpPr>
          <p:nvPr>
            <p:ph type="sldNum" sz="quarter" idx="5"/>
          </p:nvPr>
        </p:nvSpPr>
        <p:spPr/>
        <p:txBody>
          <a:bodyPr/>
          <a:lstStyle/>
          <a:p>
            <a:fld id="{49436F85-577F-4A92-A47F-D540A2BCC821}" type="slidenum">
              <a:rPr lang="en-GB" smtClean="0"/>
              <a:t>31</a:t>
            </a:fld>
            <a:endParaRPr lang="en-GB"/>
          </a:p>
        </p:txBody>
      </p:sp>
    </p:spTree>
    <p:extLst>
      <p:ext uri="{BB962C8B-B14F-4D97-AF65-F5344CB8AC3E}">
        <p14:creationId xmlns:p14="http://schemas.microsoft.com/office/powerpoint/2010/main" val="35722752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D8C7C-45CF-E5EE-FC01-226C244A7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0AD8B-2E41-7C6D-EE52-E613072C2C2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6DEA300-6EA8-76DD-30DC-983BECF48EB6}"/>
                  </a:ext>
                </a:extLst>
              </p:cNvPr>
              <p:cNvSpPr>
                <a:spLocks noGrp="1"/>
              </p:cNvSpPr>
              <p:nvPr>
                <p:ph type="body" idx="1"/>
              </p:nvPr>
            </p:nvSpPr>
            <p:spPr/>
            <p:txBody>
              <a:bodyPr/>
              <a:lstStyle/>
              <a:p>
                <a:pPr lvl="0"/>
                <a:r>
                  <a:rPr lang="en-US" dirty="0"/>
                  <a:t>4PI monitor</a:t>
                </a:r>
                <a:endParaRPr lang="en-DK" dirty="0"/>
              </a:p>
              <a:p>
                <a:pPr lvl="1"/>
                <a:r>
                  <a:rPr lang="en-US" dirty="0"/>
                  <a:t>McMini raw north-south asymmetry: </a:t>
                </a:r>
                <a14:m>
                  <m:oMath xmlns:m="http://schemas.openxmlformats.org/officeDocument/2006/math">
                    <m:r>
                      <a:rPr lang="en-DK" b="0" i="1">
                        <a:latin typeface="Cambria Math" panose="02040503050406030204" pitchFamily="18" charset="0"/>
                      </a:rPr>
                      <m:t>3.07×</m:t>
                    </m:r>
                    <m:sSup>
                      <m:sSupPr>
                        <m:ctrlPr>
                          <a:rPr lang="en-DK" b="0" i="1">
                            <a:latin typeface="Cambria Math" panose="02040503050406030204" pitchFamily="18" charset="0"/>
                          </a:rPr>
                        </m:ctrlPr>
                      </m:sSupPr>
                      <m:e>
                        <m:r>
                          <a:rPr lang="en-DK" b="0" i="1">
                            <a:latin typeface="Cambria Math" panose="02040503050406030204" pitchFamily="18" charset="0"/>
                          </a:rPr>
                          <m:t>10</m:t>
                        </m:r>
                      </m:e>
                      <m:sup>
                        <m:r>
                          <a:rPr lang="en-DK" b="0" i="1">
                            <a:latin typeface="Cambria Math" panose="02040503050406030204" pitchFamily="18" charset="0"/>
                          </a:rPr>
                          <m:t>−6</m:t>
                        </m:r>
                      </m:sup>
                    </m:sSup>
                  </m:oMath>
                </a14:m>
                <a:endParaRPr lang="en-DK" dirty="0"/>
              </a:p>
              <a:p>
                <a:pPr lvl="1"/>
                <a:r>
                  <a:rPr lang="en-US" dirty="0"/>
                  <a:t>McStas raw north-south asymmetry: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.4</m:t>
                    </m:r>
                    <m:r>
                      <a:rPr lang="en-DK" i="1">
                        <a:latin typeface="Cambria Math" panose="02040503050406030204" pitchFamily="18" charset="0"/>
                      </a:rPr>
                      <m:t>7×</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2</m:t>
                        </m:r>
                      </m:sup>
                    </m:sSup>
                  </m:oMath>
                </a14:m>
                <a:endParaRPr lang="en-DK" dirty="0"/>
              </a:p>
              <a:p>
                <a:pPr lvl="0"/>
                <a:r>
                  <a:rPr lang="en-US" dirty="0"/>
                  <a:t>Asymmetry method</a:t>
                </a:r>
                <a:endParaRPr lang="en-DK" dirty="0"/>
              </a:p>
              <a:p>
                <a:pPr lvl="0"/>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r>
                        <a:rPr lang="en-DK" i="1">
                          <a:latin typeface="Cambria Math" panose="02040503050406030204" pitchFamily="18" charset="0"/>
                        </a:rPr>
                        <m:t>−</m:t>
                      </m:r>
                      <m:r>
                        <a:rPr lang="en-DK" i="1">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oMath>
                  </m:oMathPara>
                </a14:m>
                <a:endParaRPr lang="en-DK" dirty="0"/>
              </a:p>
              <a:p>
                <a:pPr lvl="0"/>
                <a:r>
                  <a:rPr lang="en-US" dirty="0"/>
                  <a:t>Possible examiner question: “Does this invalidate your results?”</a:t>
                </a:r>
              </a:p>
              <a:p>
                <a:pPr lvl="0"/>
                <a:r>
                  <a:rPr lang="en-US" dirty="0"/>
                  <a:t>Answer: “No. It limits interpretation near the poles, but the optimization uses equatorial</a:t>
                </a:r>
              </a:p>
              <a:p>
                <a:pPr lvl="0"/>
                <a:r>
                  <a:rPr lang="en-US" dirty="0"/>
                  <a:t>detector windows where the artifact is avoided or strongly reduced.”</a:t>
                </a:r>
              </a:p>
              <a:p>
                <a:pPr lvl="0"/>
                <a:endParaRPr lang="en-US" dirty="0"/>
              </a:p>
              <a:p>
                <a:pPr lvl="0"/>
                <a:r>
                  <a:rPr lang="en-US" dirty="0"/>
                  <a:t>Possible examiner question: “Why does north-south asymmetry value not match those that use vanadium samples?”</a:t>
                </a:r>
              </a:p>
              <a:p>
                <a:pPr lvl="0"/>
                <a:r>
                  <a:rPr lang="en-US" dirty="0"/>
                  <a:t>Answer: “The 4</a:t>
                </a:r>
                <a:r>
                  <a:rPr lang="el-GR" dirty="0"/>
                  <a:t>π </a:t>
                </a:r>
                <a:r>
                  <a:rPr lang="en-US" dirty="0"/>
                  <a:t>source test shows that the artifact exists.</a:t>
                </a:r>
              </a:p>
              <a:p>
                <a:pPr lvl="0"/>
                <a:r>
                  <a:rPr lang="en-US" dirty="0"/>
                  <a:t>The sample simulations show how strongly that artifact appears under the actual sample illumination.</a:t>
                </a:r>
              </a:p>
              <a:p>
                <a:pPr lvl="0"/>
                <a:r>
                  <a:rPr lang="en-US" dirty="0"/>
                  <a:t>Those are related tests, but they are not expected to give identical numerical asymmetry values.”</a:t>
                </a:r>
              </a:p>
            </p:txBody>
          </p:sp>
        </mc:Choice>
        <mc:Fallback xmlns="">
          <p:sp>
            <p:nvSpPr>
              <p:cNvPr id="3" name="Notes Placeholder 2">
                <a:extLst>
                  <a:ext uri="{FF2B5EF4-FFF2-40B4-BE49-F238E27FC236}">
                    <a16:creationId xmlns:a16="http://schemas.microsoft.com/office/drawing/2014/main" id="{E6DEA300-6EA8-76DD-30DC-983BECF48EB6}"/>
                  </a:ext>
                </a:extLst>
              </p:cNvPr>
              <p:cNvSpPr>
                <a:spLocks noGrp="1"/>
              </p:cNvSpPr>
              <p:nvPr>
                <p:ph type="body" idx="1"/>
              </p:nvPr>
            </p:nvSpPr>
            <p:spPr/>
            <p:txBody>
              <a:bodyPr/>
              <a:lstStyle/>
              <a:p>
                <a:pPr lvl="0"/>
                <a:r>
                  <a:rPr lang="en-US" dirty="0"/>
                  <a:t>4PI monitor</a:t>
                </a:r>
                <a:endParaRPr lang="en-DK" dirty="0"/>
              </a:p>
              <a:p>
                <a:pPr lvl="1"/>
                <a:r>
                  <a:rPr lang="en-US" dirty="0"/>
                  <a:t>McMini raw north-south asymmetry: </a:t>
                </a:r>
                <a:r>
                  <a:rPr lang="en-DK" b="0" i="0">
                    <a:latin typeface="Cambria Math" panose="02040503050406030204" pitchFamily="18" charset="0"/>
                  </a:rPr>
                  <a:t>3.07×10^(−6)</a:t>
                </a:r>
                <a:endParaRPr lang="en-DK" dirty="0"/>
              </a:p>
              <a:p>
                <a:pPr lvl="1"/>
                <a:r>
                  <a:rPr lang="en-US" dirty="0"/>
                  <a:t>McStas raw north-south asymmetry: </a:t>
                </a:r>
                <a:r>
                  <a:rPr lang="en-DK" i="0">
                    <a:latin typeface="Cambria Math" panose="02040503050406030204" pitchFamily="18" charset="0"/>
                  </a:rPr>
                  <a:t>1</a:t>
                </a:r>
                <a:r>
                  <a:rPr lang="en-DK" b="0" i="0">
                    <a:latin typeface="Cambria Math" panose="02040503050406030204" pitchFamily="18" charset="0"/>
                  </a:rPr>
                  <a:t>.4</a:t>
                </a:r>
                <a:r>
                  <a:rPr lang="en-DK" i="0">
                    <a:latin typeface="Cambria Math" panose="02040503050406030204" pitchFamily="18" charset="0"/>
                  </a:rPr>
                  <a:t>7×10^(−</a:t>
                </a:r>
                <a:r>
                  <a:rPr lang="en-DK" b="0" i="0">
                    <a:latin typeface="Cambria Math" panose="02040503050406030204" pitchFamily="18" charset="0"/>
                  </a:rPr>
                  <a:t>2)</a:t>
                </a:r>
                <a:endParaRPr lang="en-DK" dirty="0"/>
              </a:p>
              <a:p>
                <a:pPr lvl="0"/>
                <a:r>
                  <a:rPr lang="en-US" dirty="0"/>
                  <a:t>Asymmetry method</a:t>
                </a:r>
                <a:endParaRPr lang="en-DK" dirty="0"/>
              </a:p>
              <a:p>
                <a:pPr lvl="0"/>
                <a:r>
                  <a:rPr lang="en-DK" i="0">
                    <a:latin typeface="Cambria Math" panose="02040503050406030204" pitchFamily="18" charset="0"/>
                  </a:rPr>
                  <a:t>𝐼(𝜙,𝜃)−𝐼(𝜙,−𝜃)</a:t>
                </a:r>
                <a:endParaRPr lang="en-DK" dirty="0"/>
              </a:p>
              <a:p>
                <a:pPr lvl="0"/>
                <a:r>
                  <a:rPr lang="en-US" dirty="0"/>
                  <a:t>Possible examiner question: “Does this invalidate your results?”</a:t>
                </a:r>
              </a:p>
              <a:p>
                <a:pPr lvl="0"/>
                <a:r>
                  <a:rPr lang="en-US" dirty="0"/>
                  <a:t>Answer: “No. It limits interpretation near the poles, but the optimization uses equatorial</a:t>
                </a:r>
              </a:p>
              <a:p>
                <a:pPr lvl="0"/>
                <a:r>
                  <a:rPr lang="en-US" dirty="0"/>
                  <a:t>detector windows where the artifact is avoided or strongly reduced.”</a:t>
                </a:r>
              </a:p>
              <a:p>
                <a:pPr lvl="0"/>
                <a:endParaRPr lang="en-US" dirty="0"/>
              </a:p>
              <a:p>
                <a:pPr lvl="0"/>
                <a:r>
                  <a:rPr lang="en-US" dirty="0"/>
                  <a:t>Possible examiner question: “Why does north-south asymmetry value not match those that use vanadium samples?”</a:t>
                </a:r>
              </a:p>
              <a:p>
                <a:pPr lvl="0"/>
                <a:r>
                  <a:rPr lang="en-US" dirty="0"/>
                  <a:t>Answer: “The 4</a:t>
                </a:r>
                <a:r>
                  <a:rPr lang="el-GR" dirty="0"/>
                  <a:t>π </a:t>
                </a:r>
                <a:r>
                  <a:rPr lang="en-US" dirty="0"/>
                  <a:t>source test shows that the artifact exists.</a:t>
                </a:r>
              </a:p>
              <a:p>
                <a:pPr lvl="0"/>
                <a:r>
                  <a:rPr lang="en-US" dirty="0"/>
                  <a:t>The sample simulations show how strongly that artifact appears under the actual sample illumination.</a:t>
                </a:r>
              </a:p>
              <a:p>
                <a:pPr lvl="0"/>
                <a:r>
                  <a:rPr lang="en-US" dirty="0"/>
                  <a:t>Those are related tests, but they are not expected to give identical numerical asymmetry values.”</a:t>
                </a:r>
              </a:p>
            </p:txBody>
          </p:sp>
        </mc:Fallback>
      </mc:AlternateContent>
      <p:sp>
        <p:nvSpPr>
          <p:cNvPr id="4" name="Slide Number Placeholder 3">
            <a:extLst>
              <a:ext uri="{FF2B5EF4-FFF2-40B4-BE49-F238E27FC236}">
                <a16:creationId xmlns:a16="http://schemas.microsoft.com/office/drawing/2014/main" id="{F971027A-20DB-FE7D-74AE-974FC48423EC}"/>
              </a:ext>
            </a:extLst>
          </p:cNvPr>
          <p:cNvSpPr>
            <a:spLocks noGrp="1"/>
          </p:cNvSpPr>
          <p:nvPr>
            <p:ph type="sldNum" sz="quarter" idx="5"/>
          </p:nvPr>
        </p:nvSpPr>
        <p:spPr/>
        <p:txBody>
          <a:bodyPr/>
          <a:lstStyle/>
          <a:p>
            <a:fld id="{49436F85-577F-4A92-A47F-D540A2BCC821}" type="slidenum">
              <a:rPr lang="en-GB" smtClean="0"/>
              <a:t>32</a:t>
            </a:fld>
            <a:endParaRPr lang="en-GB"/>
          </a:p>
        </p:txBody>
      </p:sp>
    </p:spTree>
    <p:extLst>
      <p:ext uri="{BB962C8B-B14F-4D97-AF65-F5344CB8AC3E}">
        <p14:creationId xmlns:p14="http://schemas.microsoft.com/office/powerpoint/2010/main" val="32937428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32658-A193-2856-7581-69BE16C1B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F2B25-FAB4-6592-09E4-D28E2580C7A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EE63EE4-D9B0-00F9-412C-596D8C40117E}"/>
                  </a:ext>
                </a:extLst>
              </p:cNvPr>
              <p:cNvSpPr>
                <a:spLocks noGrp="1"/>
              </p:cNvSpPr>
              <p:nvPr>
                <p:ph type="body" idx="1"/>
              </p:nvPr>
            </p:nvSpPr>
            <p:spPr/>
            <p:txBody>
              <a:bodyPr/>
              <a:lstStyle/>
              <a:p>
                <a:pPr lvl="0"/>
                <a:r>
                  <a:rPr lang="en-US" dirty="0"/>
                  <a:t>4PI monitor</a:t>
                </a:r>
                <a:endParaRPr lang="en-DK" dirty="0"/>
              </a:p>
              <a:p>
                <a:pPr lvl="1"/>
                <a:r>
                  <a:rPr lang="en-US" dirty="0"/>
                  <a:t>McMini raw north-south asymmetry: </a:t>
                </a:r>
                <a14:m>
                  <m:oMath xmlns:m="http://schemas.openxmlformats.org/officeDocument/2006/math">
                    <m:r>
                      <a:rPr lang="en-DK" b="0" i="1">
                        <a:latin typeface="Cambria Math" panose="02040503050406030204" pitchFamily="18" charset="0"/>
                      </a:rPr>
                      <m:t>3.07×</m:t>
                    </m:r>
                    <m:sSup>
                      <m:sSupPr>
                        <m:ctrlPr>
                          <a:rPr lang="en-DK" b="0" i="1">
                            <a:latin typeface="Cambria Math" panose="02040503050406030204" pitchFamily="18" charset="0"/>
                          </a:rPr>
                        </m:ctrlPr>
                      </m:sSupPr>
                      <m:e>
                        <m:r>
                          <a:rPr lang="en-DK" b="0" i="1">
                            <a:latin typeface="Cambria Math" panose="02040503050406030204" pitchFamily="18" charset="0"/>
                          </a:rPr>
                          <m:t>10</m:t>
                        </m:r>
                      </m:e>
                      <m:sup>
                        <m:r>
                          <a:rPr lang="en-DK" b="0" i="1">
                            <a:latin typeface="Cambria Math" panose="02040503050406030204" pitchFamily="18" charset="0"/>
                          </a:rPr>
                          <m:t>−6</m:t>
                        </m:r>
                      </m:sup>
                    </m:sSup>
                  </m:oMath>
                </a14:m>
                <a:endParaRPr lang="en-DK" dirty="0"/>
              </a:p>
              <a:p>
                <a:pPr lvl="1"/>
                <a:r>
                  <a:rPr lang="en-US" dirty="0"/>
                  <a:t>McStas raw north-south asymmetry: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.4</m:t>
                    </m:r>
                    <m:r>
                      <a:rPr lang="en-DK" i="1">
                        <a:latin typeface="Cambria Math" panose="02040503050406030204" pitchFamily="18" charset="0"/>
                      </a:rPr>
                      <m:t>7×</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2</m:t>
                        </m:r>
                      </m:sup>
                    </m:sSup>
                  </m:oMath>
                </a14:m>
                <a:endParaRPr lang="en-DK" dirty="0"/>
              </a:p>
              <a:p>
                <a:pPr lvl="0"/>
                <a:r>
                  <a:rPr lang="en-US" dirty="0"/>
                  <a:t>Asymmetry method</a:t>
                </a:r>
                <a:endParaRPr lang="en-DK" dirty="0"/>
              </a:p>
              <a:p>
                <a:pPr lvl="0"/>
                <a14:m>
                  <m:oMathPara xmlns:m="http://schemas.openxmlformats.org/officeDocument/2006/math">
                    <m:oMathParaPr>
                      <m:jc m:val="centerGroup"/>
                    </m:oMathParaPr>
                    <m:oMath xmlns:m="http://schemas.openxmlformats.org/officeDocument/2006/math">
                      <m:r>
                        <a:rPr lang="en-DK" i="1" smtClean="0">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r>
                        <a:rPr lang="en-DK" i="1">
                          <a:latin typeface="Cambria Math" panose="02040503050406030204" pitchFamily="18" charset="0"/>
                        </a:rPr>
                        <m:t>−</m:t>
                      </m:r>
                      <m:r>
                        <a:rPr lang="en-DK" i="1">
                          <a:latin typeface="Cambria Math" panose="02040503050406030204" pitchFamily="18" charset="0"/>
                        </a:rPr>
                        <m:t>𝐼</m:t>
                      </m:r>
                      <m:d>
                        <m:dPr>
                          <m:ctrlPr>
                            <a:rPr lang="en-DK" i="1">
                              <a:latin typeface="Cambria Math" panose="02040503050406030204" pitchFamily="18" charset="0"/>
                            </a:rPr>
                          </m:ctrlPr>
                        </m:dPr>
                        <m:e>
                          <m:r>
                            <a:rPr lang="en-DK" i="1">
                              <a:latin typeface="Cambria Math" panose="02040503050406030204" pitchFamily="18" charset="0"/>
                            </a:rPr>
                            <m:t>𝜙</m:t>
                          </m:r>
                          <m:r>
                            <a:rPr lang="en-DK" i="1">
                              <a:latin typeface="Cambria Math" panose="02040503050406030204" pitchFamily="18" charset="0"/>
                            </a:rPr>
                            <m:t>,−</m:t>
                          </m:r>
                          <m:r>
                            <a:rPr lang="en-DK" i="1">
                              <a:latin typeface="Cambria Math" panose="02040503050406030204" pitchFamily="18" charset="0"/>
                            </a:rPr>
                            <m:t>𝜃</m:t>
                          </m:r>
                        </m:e>
                      </m:d>
                    </m:oMath>
                  </m:oMathPara>
                </a14:m>
                <a:endParaRPr lang="en-DK" dirty="0"/>
              </a:p>
              <a:p>
                <a:pPr lvl="0"/>
                <a:r>
                  <a:rPr lang="en-US" dirty="0"/>
                  <a:t>Possible examiner question: “Does this invalidate your results?”</a:t>
                </a:r>
              </a:p>
              <a:p>
                <a:pPr lvl="0"/>
                <a:r>
                  <a:rPr lang="en-US" dirty="0"/>
                  <a:t>Answer: “No. It limits interpretation near the poles, but the optimization uses equatorial</a:t>
                </a:r>
              </a:p>
              <a:p>
                <a:pPr lvl="0"/>
                <a:r>
                  <a:rPr lang="en-US" dirty="0"/>
                  <a:t>detector windows where the artifact is avoided or strongly reduced.”</a:t>
                </a:r>
              </a:p>
              <a:p>
                <a:pPr lvl="0"/>
                <a:endParaRPr lang="en-US" dirty="0"/>
              </a:p>
              <a:p>
                <a:pPr lvl="0"/>
                <a:r>
                  <a:rPr lang="en-US" dirty="0"/>
                  <a:t>Possible examiner question: “Why does north-south asymmetry value not match those that use vanadium samples?”</a:t>
                </a:r>
              </a:p>
              <a:p>
                <a:pPr lvl="0"/>
                <a:r>
                  <a:rPr lang="en-US" dirty="0"/>
                  <a:t>Answer: “The 4</a:t>
                </a:r>
                <a:r>
                  <a:rPr lang="el-GR" dirty="0"/>
                  <a:t>π </a:t>
                </a:r>
                <a:r>
                  <a:rPr lang="en-US" dirty="0"/>
                  <a:t>source test shows that the artifact exists.</a:t>
                </a:r>
              </a:p>
              <a:p>
                <a:pPr lvl="0"/>
                <a:r>
                  <a:rPr lang="en-US" dirty="0"/>
                  <a:t>The sample simulations show how strongly that artifact appears under the actual sample illumination.</a:t>
                </a:r>
              </a:p>
              <a:p>
                <a:pPr lvl="0"/>
                <a:r>
                  <a:rPr lang="en-US" dirty="0"/>
                  <a:t>Those are related tests, but they are not expected to give identical numerical asymmetry values.”</a:t>
                </a:r>
              </a:p>
            </p:txBody>
          </p:sp>
        </mc:Choice>
        <mc:Fallback xmlns="">
          <p:sp>
            <p:nvSpPr>
              <p:cNvPr id="3" name="Notes Placeholder 2">
                <a:extLst>
                  <a:ext uri="{FF2B5EF4-FFF2-40B4-BE49-F238E27FC236}">
                    <a16:creationId xmlns:a16="http://schemas.microsoft.com/office/drawing/2014/main" id="{9EE63EE4-D9B0-00F9-412C-596D8C40117E}"/>
                  </a:ext>
                </a:extLst>
              </p:cNvPr>
              <p:cNvSpPr>
                <a:spLocks noGrp="1"/>
              </p:cNvSpPr>
              <p:nvPr>
                <p:ph type="body" idx="1"/>
              </p:nvPr>
            </p:nvSpPr>
            <p:spPr/>
            <p:txBody>
              <a:bodyPr/>
              <a:lstStyle/>
              <a:p>
                <a:pPr lvl="0"/>
                <a:r>
                  <a:rPr lang="en-US" dirty="0"/>
                  <a:t>4PI monitor</a:t>
                </a:r>
                <a:endParaRPr lang="en-DK" dirty="0"/>
              </a:p>
              <a:p>
                <a:pPr lvl="1"/>
                <a:r>
                  <a:rPr lang="en-US" dirty="0"/>
                  <a:t>McMini raw north-south asymmetry: </a:t>
                </a:r>
                <a:r>
                  <a:rPr lang="en-DK" b="0" i="0">
                    <a:latin typeface="Cambria Math" panose="02040503050406030204" pitchFamily="18" charset="0"/>
                  </a:rPr>
                  <a:t>3.07×10^(−6)</a:t>
                </a:r>
                <a:endParaRPr lang="en-DK" dirty="0"/>
              </a:p>
              <a:p>
                <a:pPr lvl="1"/>
                <a:r>
                  <a:rPr lang="en-US" dirty="0"/>
                  <a:t>McStas raw north-south asymmetry: </a:t>
                </a:r>
                <a:r>
                  <a:rPr lang="en-DK" i="0">
                    <a:latin typeface="Cambria Math" panose="02040503050406030204" pitchFamily="18" charset="0"/>
                  </a:rPr>
                  <a:t>1</a:t>
                </a:r>
                <a:r>
                  <a:rPr lang="en-DK" b="0" i="0">
                    <a:latin typeface="Cambria Math" panose="02040503050406030204" pitchFamily="18" charset="0"/>
                  </a:rPr>
                  <a:t>.4</a:t>
                </a:r>
                <a:r>
                  <a:rPr lang="en-DK" i="0">
                    <a:latin typeface="Cambria Math" panose="02040503050406030204" pitchFamily="18" charset="0"/>
                  </a:rPr>
                  <a:t>7×10^(−</a:t>
                </a:r>
                <a:r>
                  <a:rPr lang="en-DK" b="0" i="0">
                    <a:latin typeface="Cambria Math" panose="02040503050406030204" pitchFamily="18" charset="0"/>
                  </a:rPr>
                  <a:t>2)</a:t>
                </a:r>
                <a:endParaRPr lang="en-DK" dirty="0"/>
              </a:p>
              <a:p>
                <a:pPr lvl="0"/>
                <a:r>
                  <a:rPr lang="en-US" dirty="0"/>
                  <a:t>Asymmetry method</a:t>
                </a:r>
                <a:endParaRPr lang="en-DK" dirty="0"/>
              </a:p>
              <a:p>
                <a:pPr lvl="0"/>
                <a:r>
                  <a:rPr lang="en-DK" i="0">
                    <a:latin typeface="Cambria Math" panose="02040503050406030204" pitchFamily="18" charset="0"/>
                  </a:rPr>
                  <a:t>𝐼(𝜙,𝜃)−𝐼(𝜙,−𝜃)</a:t>
                </a:r>
                <a:endParaRPr lang="en-DK" dirty="0"/>
              </a:p>
              <a:p>
                <a:pPr lvl="0"/>
                <a:r>
                  <a:rPr lang="en-US" dirty="0"/>
                  <a:t>Possible examiner question: “Does this invalidate your results?”</a:t>
                </a:r>
              </a:p>
              <a:p>
                <a:pPr lvl="0"/>
                <a:r>
                  <a:rPr lang="en-US" dirty="0"/>
                  <a:t>Answer: “No. It limits interpretation near the poles, but the optimization uses equatorial</a:t>
                </a:r>
              </a:p>
              <a:p>
                <a:pPr lvl="0"/>
                <a:r>
                  <a:rPr lang="en-US" dirty="0"/>
                  <a:t>detector windows where the artifact is avoided or strongly reduced.”</a:t>
                </a:r>
              </a:p>
              <a:p>
                <a:pPr lvl="0"/>
                <a:endParaRPr lang="en-US" dirty="0"/>
              </a:p>
              <a:p>
                <a:pPr lvl="0"/>
                <a:r>
                  <a:rPr lang="en-US" dirty="0"/>
                  <a:t>Possible examiner question: “Why does north-south asymmetry value not match those that use vanadium samples?”</a:t>
                </a:r>
              </a:p>
              <a:p>
                <a:pPr lvl="0"/>
                <a:r>
                  <a:rPr lang="en-US" dirty="0"/>
                  <a:t>Answer: “The 4</a:t>
                </a:r>
                <a:r>
                  <a:rPr lang="el-GR" dirty="0"/>
                  <a:t>π </a:t>
                </a:r>
                <a:r>
                  <a:rPr lang="en-US" dirty="0"/>
                  <a:t>source test shows that the artifact exists.</a:t>
                </a:r>
              </a:p>
              <a:p>
                <a:pPr lvl="0"/>
                <a:r>
                  <a:rPr lang="en-US" dirty="0"/>
                  <a:t>The sample simulations show how strongly that artifact appears under the actual sample illumination.</a:t>
                </a:r>
              </a:p>
              <a:p>
                <a:pPr lvl="0"/>
                <a:r>
                  <a:rPr lang="en-US" dirty="0"/>
                  <a:t>Those are related tests, but they are not expected to give identical numerical asymmetry values.”</a:t>
                </a:r>
              </a:p>
            </p:txBody>
          </p:sp>
        </mc:Fallback>
      </mc:AlternateContent>
      <p:sp>
        <p:nvSpPr>
          <p:cNvPr id="4" name="Slide Number Placeholder 3">
            <a:extLst>
              <a:ext uri="{FF2B5EF4-FFF2-40B4-BE49-F238E27FC236}">
                <a16:creationId xmlns:a16="http://schemas.microsoft.com/office/drawing/2014/main" id="{A1732DA2-2353-48B4-DBA6-CD7D85231B07}"/>
              </a:ext>
            </a:extLst>
          </p:cNvPr>
          <p:cNvSpPr>
            <a:spLocks noGrp="1"/>
          </p:cNvSpPr>
          <p:nvPr>
            <p:ph type="sldNum" sz="quarter" idx="5"/>
          </p:nvPr>
        </p:nvSpPr>
        <p:spPr/>
        <p:txBody>
          <a:bodyPr/>
          <a:lstStyle/>
          <a:p>
            <a:fld id="{49436F85-577F-4A92-A47F-D540A2BCC821}" type="slidenum">
              <a:rPr lang="en-GB" smtClean="0"/>
              <a:t>33</a:t>
            </a:fld>
            <a:endParaRPr lang="en-GB"/>
          </a:p>
        </p:txBody>
      </p:sp>
    </p:spTree>
    <p:extLst>
      <p:ext uri="{BB962C8B-B14F-4D97-AF65-F5344CB8AC3E}">
        <p14:creationId xmlns:p14="http://schemas.microsoft.com/office/powerpoint/2010/main" val="14244738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1574A-6E69-FDCF-AA4A-50510F4050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32007-A217-6832-74D5-01078715681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9F07D36-AC3B-A68D-C871-D060CA004146}"/>
                  </a:ext>
                </a:extLst>
              </p:cNvPr>
              <p:cNvSpPr>
                <a:spLocks noGrp="1"/>
              </p:cNvSpPr>
              <p:nvPr>
                <p:ph type="body" idx="1"/>
              </p:nvPr>
            </p:nvSpPr>
            <p:spPr/>
            <p:txBody>
              <a:bodyPr/>
              <a:lstStyle/>
              <a:p>
                <a:pPr lvl="0"/>
                <a:endParaRPr lang="en-US" dirty="0"/>
              </a:p>
              <a:p>
                <a:pPr lvl="0"/>
                <a:r>
                  <a:rPr lang="en-US" dirty="0"/>
                  <a:t>Cylindrical monitor</a:t>
                </a:r>
                <a:endParaRPr lang="en-DK" dirty="0"/>
              </a:p>
              <a:p>
                <a:pPr lvl="1"/>
                <a:r>
                  <a:rPr lang="en-US" dirty="0"/>
                  <a:t>Left-right asymmetry after zero bin shift: </a:t>
                </a:r>
                <a14:m>
                  <m:oMath xmlns:m="http://schemas.openxmlformats.org/officeDocument/2006/math">
                    <m:r>
                      <a:rPr lang="en-DK" i="1">
                        <a:latin typeface="Cambria Math" panose="02040503050406030204" pitchFamily="18" charset="0"/>
                      </a:rPr>
                      <m:t>3</m:t>
                    </m:r>
                    <m:r>
                      <a:rPr lang="en-DK" b="0" i="1">
                        <a:latin typeface="Cambria Math" panose="02040503050406030204" pitchFamily="18" charset="0"/>
                      </a:rPr>
                      <m:t>.60</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a:p>
                <a:pPr lvl="1"/>
                <a:r>
                  <a:rPr lang="en-US" dirty="0"/>
                  <a:t>Left-right asymmetry after one bin shift: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63</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US" dirty="0"/>
              </a:p>
              <a:p>
                <a:pPr lvl="1"/>
                <a:endParaRPr lang="en-US" dirty="0"/>
              </a:p>
              <a:p>
                <a:pPr lvl="0"/>
                <a:r>
                  <a:rPr lang="en-US" dirty="0"/>
                  <a:t>I found two separate monitor-related effects. </a:t>
                </a:r>
              </a:p>
              <a:p>
                <a:pPr lvl="0"/>
                <a:r>
                  <a:rPr lang="en-US" dirty="0"/>
                  <a:t>The 4</a:t>
                </a:r>
                <a:r>
                  <a:rPr lang="el-GR" dirty="0"/>
                  <a:t>π </a:t>
                </a:r>
                <a:r>
                  <a:rPr lang="en-US" dirty="0"/>
                  <a:t>monitor shows a systematic north–south asymmetry in McStas even for a uniform 4</a:t>
                </a:r>
                <a:r>
                  <a:rPr lang="el-GR" dirty="0"/>
                  <a:t>π </a:t>
                </a:r>
                <a:r>
                  <a:rPr lang="en-US" dirty="0"/>
                  <a:t>source, where symmetry is expected. </a:t>
                </a:r>
              </a:p>
              <a:p>
                <a:pPr lvl="0"/>
                <a:r>
                  <a:rPr lang="en-US" dirty="0"/>
                  <a:t>The cylindrical monitor artifact was different: it appeared as a left-right asymmetry, but was essentially removed by a one-bin shift, indicating a bin-alignment issue.</a:t>
                </a:r>
              </a:p>
              <a:p>
                <a:pPr lvl="0"/>
                <a:endParaRPr lang="en-US" dirty="0"/>
              </a:p>
              <a:p>
                <a:pPr lvl="0"/>
                <a:r>
                  <a:rPr lang="en-US" dirty="0"/>
                  <a:t>These effects are important for validation, but they do not invalidate the geometry optimization because the final analysis uses the equatorial detector windows and avoids the problematic high-latitude regions.</a:t>
                </a:r>
              </a:p>
            </p:txBody>
          </p:sp>
        </mc:Choice>
        <mc:Fallback xmlns="">
          <p:sp>
            <p:nvSpPr>
              <p:cNvPr id="3" name="Notes Placeholder 2">
                <a:extLst>
                  <a:ext uri="{FF2B5EF4-FFF2-40B4-BE49-F238E27FC236}">
                    <a16:creationId xmlns:a16="http://schemas.microsoft.com/office/drawing/2014/main" id="{29F07D36-AC3B-A68D-C871-D060CA004146}"/>
                  </a:ext>
                </a:extLst>
              </p:cNvPr>
              <p:cNvSpPr>
                <a:spLocks noGrp="1"/>
              </p:cNvSpPr>
              <p:nvPr>
                <p:ph type="body" idx="1"/>
              </p:nvPr>
            </p:nvSpPr>
            <p:spPr/>
            <p:txBody>
              <a:bodyPr/>
              <a:lstStyle/>
              <a:p>
                <a:pPr lvl="0"/>
                <a:endParaRPr lang="en-US" dirty="0"/>
              </a:p>
              <a:p>
                <a:pPr lvl="0"/>
                <a:r>
                  <a:rPr lang="en-US" dirty="0"/>
                  <a:t>Cylindrical monitor</a:t>
                </a:r>
                <a:endParaRPr lang="en-DK" dirty="0"/>
              </a:p>
              <a:p>
                <a:pPr lvl="1"/>
                <a:r>
                  <a:rPr lang="en-US" dirty="0"/>
                  <a:t>Left-right asymmetry after zero bin shift: </a:t>
                </a:r>
                <a:r>
                  <a:rPr lang="en-DK" i="0">
                    <a:latin typeface="Cambria Math" panose="02040503050406030204" pitchFamily="18" charset="0"/>
                  </a:rPr>
                  <a:t>3</a:t>
                </a:r>
                <a:r>
                  <a:rPr lang="en-DK" b="0" i="0">
                    <a:latin typeface="Cambria Math" panose="02040503050406030204" pitchFamily="18" charset="0"/>
                  </a:rPr>
                  <a:t>.60</a:t>
                </a:r>
                <a:r>
                  <a:rPr lang="en-DK" i="0">
                    <a:latin typeface="Cambria Math" panose="02040503050406030204" pitchFamily="18" charset="0"/>
                  </a:rPr>
                  <a:t>×10^(−2)</a:t>
                </a:r>
                <a:endParaRPr lang="en-DK" dirty="0"/>
              </a:p>
              <a:p>
                <a:pPr lvl="1"/>
                <a:r>
                  <a:rPr lang="en-US" dirty="0"/>
                  <a:t>Left-right asymmetry after one bin shift: </a:t>
                </a:r>
                <a:r>
                  <a:rPr lang="en-DK" i="0">
                    <a:latin typeface="Cambria Math" panose="02040503050406030204" pitchFamily="18" charset="0"/>
                  </a:rPr>
                  <a:t>1.</a:t>
                </a:r>
                <a:r>
                  <a:rPr lang="en-DK" b="0" i="0">
                    <a:latin typeface="Cambria Math" panose="02040503050406030204" pitchFamily="18" charset="0"/>
                  </a:rPr>
                  <a:t>63</a:t>
                </a:r>
                <a:r>
                  <a:rPr lang="en-DK" i="0">
                    <a:latin typeface="Cambria Math" panose="02040503050406030204" pitchFamily="18" charset="0"/>
                  </a:rPr>
                  <a:t>×10^(−</a:t>
                </a:r>
                <a:r>
                  <a:rPr lang="en-DK" b="0" i="0">
                    <a:latin typeface="Cambria Math" panose="02040503050406030204" pitchFamily="18" charset="0"/>
                  </a:rPr>
                  <a:t>6)</a:t>
                </a:r>
                <a:endParaRPr lang="en-US" dirty="0"/>
              </a:p>
              <a:p>
                <a:pPr lvl="1"/>
                <a:endParaRPr lang="en-US" dirty="0"/>
              </a:p>
              <a:p>
                <a:pPr lvl="0"/>
                <a:r>
                  <a:rPr lang="en-US" dirty="0"/>
                  <a:t>I found two separate monitor-related effects. </a:t>
                </a:r>
              </a:p>
              <a:p>
                <a:pPr lvl="0"/>
                <a:r>
                  <a:rPr lang="en-US" dirty="0"/>
                  <a:t>The 4</a:t>
                </a:r>
                <a:r>
                  <a:rPr lang="el-GR" dirty="0"/>
                  <a:t>π </a:t>
                </a:r>
                <a:r>
                  <a:rPr lang="en-US" dirty="0"/>
                  <a:t>monitor shows a systematic north–south asymmetry in McStas even for a uniform 4</a:t>
                </a:r>
                <a:r>
                  <a:rPr lang="el-GR" dirty="0"/>
                  <a:t>π </a:t>
                </a:r>
                <a:r>
                  <a:rPr lang="en-US" dirty="0"/>
                  <a:t>source, where symmetry is expected. </a:t>
                </a:r>
              </a:p>
              <a:p>
                <a:pPr lvl="0"/>
                <a:r>
                  <a:rPr lang="en-US" dirty="0"/>
                  <a:t>The cylindrical monitor artifact was different: it appeared as a left-right asymmetry, but was essentially removed by a one-bin shift, indicating a bin-alignment issue.</a:t>
                </a:r>
              </a:p>
              <a:p>
                <a:pPr lvl="0"/>
                <a:endParaRPr lang="en-US" dirty="0"/>
              </a:p>
              <a:p>
                <a:pPr lvl="0"/>
                <a:r>
                  <a:rPr lang="en-US" dirty="0"/>
                  <a:t>These effects are important for validation, but they do not invalidate the geometry optimization because the final analysis uses the equatorial detector windows and avoids the problematic high-latitude regions.</a:t>
                </a:r>
              </a:p>
            </p:txBody>
          </p:sp>
        </mc:Fallback>
      </mc:AlternateContent>
      <p:sp>
        <p:nvSpPr>
          <p:cNvPr id="4" name="Slide Number Placeholder 3">
            <a:extLst>
              <a:ext uri="{FF2B5EF4-FFF2-40B4-BE49-F238E27FC236}">
                <a16:creationId xmlns:a16="http://schemas.microsoft.com/office/drawing/2014/main" id="{5FF1AE26-D483-4B2A-67BA-5F9F86255A8F}"/>
              </a:ext>
            </a:extLst>
          </p:cNvPr>
          <p:cNvSpPr>
            <a:spLocks noGrp="1"/>
          </p:cNvSpPr>
          <p:nvPr>
            <p:ph type="sldNum" sz="quarter" idx="5"/>
          </p:nvPr>
        </p:nvSpPr>
        <p:spPr/>
        <p:txBody>
          <a:bodyPr/>
          <a:lstStyle/>
          <a:p>
            <a:fld id="{49436F85-577F-4A92-A47F-D540A2BCC821}" type="slidenum">
              <a:rPr lang="en-GB" smtClean="0"/>
              <a:t>34</a:t>
            </a:fld>
            <a:endParaRPr lang="en-GB"/>
          </a:p>
        </p:txBody>
      </p:sp>
    </p:spTree>
    <p:extLst>
      <p:ext uri="{BB962C8B-B14F-4D97-AF65-F5344CB8AC3E}">
        <p14:creationId xmlns:p14="http://schemas.microsoft.com/office/powerpoint/2010/main" val="42164949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1C3D9-0121-F592-4962-11F2BB76E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2ABB7-1598-20F1-DA4F-47480A8956F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3F4F94C-7A48-5C11-51DC-D6F45805F288}"/>
                  </a:ext>
                </a:extLst>
              </p:cNvPr>
              <p:cNvSpPr>
                <a:spLocks noGrp="1"/>
              </p:cNvSpPr>
              <p:nvPr>
                <p:ph type="body" idx="1"/>
              </p:nvPr>
            </p:nvSpPr>
            <p:spPr/>
            <p:txBody>
              <a:bodyPr/>
              <a:lstStyle/>
              <a:p>
                <a:pPr lvl="0"/>
                <a:endParaRPr lang="en-US" dirty="0"/>
              </a:p>
              <a:p>
                <a:pPr lvl="0"/>
                <a:r>
                  <a:rPr lang="en-US" dirty="0"/>
                  <a:t>Cylindrical monitor</a:t>
                </a:r>
                <a:endParaRPr lang="en-DK" dirty="0"/>
              </a:p>
              <a:p>
                <a:pPr lvl="1"/>
                <a:r>
                  <a:rPr lang="en-US" dirty="0"/>
                  <a:t>Left-right asymmetry after zero bin shift: </a:t>
                </a:r>
                <a14:m>
                  <m:oMath xmlns:m="http://schemas.openxmlformats.org/officeDocument/2006/math">
                    <m:r>
                      <a:rPr lang="en-DK" i="1">
                        <a:latin typeface="Cambria Math" panose="02040503050406030204" pitchFamily="18" charset="0"/>
                      </a:rPr>
                      <m:t>3</m:t>
                    </m:r>
                    <m:r>
                      <a:rPr lang="en-DK" b="0" i="1">
                        <a:latin typeface="Cambria Math" panose="02040503050406030204" pitchFamily="18" charset="0"/>
                      </a:rPr>
                      <m:t>.60</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a:p>
                <a:pPr lvl="1"/>
                <a:r>
                  <a:rPr lang="en-US" dirty="0"/>
                  <a:t>Left-right asymmetry after one bin shift: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63</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US" dirty="0"/>
              </a:p>
              <a:p>
                <a:pPr lvl="1"/>
                <a:endParaRPr lang="en-US" dirty="0"/>
              </a:p>
              <a:p>
                <a:pPr lvl="0"/>
                <a:r>
                  <a:rPr lang="en-US" dirty="0"/>
                  <a:t>I found two separate monitor-related effects. </a:t>
                </a:r>
              </a:p>
              <a:p>
                <a:pPr lvl="0"/>
                <a:r>
                  <a:rPr lang="en-US" dirty="0"/>
                  <a:t>The 4</a:t>
                </a:r>
                <a:r>
                  <a:rPr lang="el-GR" dirty="0"/>
                  <a:t>π </a:t>
                </a:r>
                <a:r>
                  <a:rPr lang="en-US" dirty="0"/>
                  <a:t>monitor shows a systematic north–south asymmetry in McStas even for a uniform 4</a:t>
                </a:r>
                <a:r>
                  <a:rPr lang="el-GR" dirty="0"/>
                  <a:t>π </a:t>
                </a:r>
                <a:r>
                  <a:rPr lang="en-US" dirty="0"/>
                  <a:t>source, where symmetry is expected. </a:t>
                </a:r>
              </a:p>
              <a:p>
                <a:pPr lvl="0"/>
                <a:r>
                  <a:rPr lang="en-US" dirty="0"/>
                  <a:t>The cylindrical monitor artifact was different: it appeared as a left-right asymmetry, but was essentially removed by a one-bin shift, indicating a bin-alignment issue.</a:t>
                </a:r>
              </a:p>
              <a:p>
                <a:pPr lvl="0"/>
                <a:endParaRPr lang="en-US" dirty="0"/>
              </a:p>
              <a:p>
                <a:pPr lvl="0"/>
                <a:r>
                  <a:rPr lang="en-US" dirty="0"/>
                  <a:t>These effects are important for validation, but they do not invalidate the geometry optimization because the final analysis uses the equatorial detector windows and avoids the problematic high-latitude regions.</a:t>
                </a:r>
              </a:p>
            </p:txBody>
          </p:sp>
        </mc:Choice>
        <mc:Fallback xmlns="">
          <p:sp>
            <p:nvSpPr>
              <p:cNvPr id="3" name="Notes Placeholder 2">
                <a:extLst>
                  <a:ext uri="{FF2B5EF4-FFF2-40B4-BE49-F238E27FC236}">
                    <a16:creationId xmlns:a16="http://schemas.microsoft.com/office/drawing/2014/main" id="{93F4F94C-7A48-5C11-51DC-D6F45805F288}"/>
                  </a:ext>
                </a:extLst>
              </p:cNvPr>
              <p:cNvSpPr>
                <a:spLocks noGrp="1"/>
              </p:cNvSpPr>
              <p:nvPr>
                <p:ph type="body" idx="1"/>
              </p:nvPr>
            </p:nvSpPr>
            <p:spPr/>
            <p:txBody>
              <a:bodyPr/>
              <a:lstStyle/>
              <a:p>
                <a:pPr lvl="0"/>
                <a:endParaRPr lang="en-US" dirty="0"/>
              </a:p>
              <a:p>
                <a:pPr lvl="0"/>
                <a:r>
                  <a:rPr lang="en-US" dirty="0"/>
                  <a:t>Cylindrical monitor</a:t>
                </a:r>
                <a:endParaRPr lang="en-DK" dirty="0"/>
              </a:p>
              <a:p>
                <a:pPr lvl="1"/>
                <a:r>
                  <a:rPr lang="en-US" dirty="0"/>
                  <a:t>Left-right asymmetry after zero bin shift: </a:t>
                </a:r>
                <a:r>
                  <a:rPr lang="en-DK" i="0">
                    <a:latin typeface="Cambria Math" panose="02040503050406030204" pitchFamily="18" charset="0"/>
                  </a:rPr>
                  <a:t>3</a:t>
                </a:r>
                <a:r>
                  <a:rPr lang="en-DK" b="0" i="0">
                    <a:latin typeface="Cambria Math" panose="02040503050406030204" pitchFamily="18" charset="0"/>
                  </a:rPr>
                  <a:t>.60</a:t>
                </a:r>
                <a:r>
                  <a:rPr lang="en-DK" i="0">
                    <a:latin typeface="Cambria Math" panose="02040503050406030204" pitchFamily="18" charset="0"/>
                  </a:rPr>
                  <a:t>×10^(−2)</a:t>
                </a:r>
                <a:endParaRPr lang="en-DK" dirty="0"/>
              </a:p>
              <a:p>
                <a:pPr lvl="1"/>
                <a:r>
                  <a:rPr lang="en-US" dirty="0"/>
                  <a:t>Left-right asymmetry after one bin shift: </a:t>
                </a:r>
                <a:r>
                  <a:rPr lang="en-DK" i="0">
                    <a:latin typeface="Cambria Math" panose="02040503050406030204" pitchFamily="18" charset="0"/>
                  </a:rPr>
                  <a:t>1.</a:t>
                </a:r>
                <a:r>
                  <a:rPr lang="en-DK" b="0" i="0">
                    <a:latin typeface="Cambria Math" panose="02040503050406030204" pitchFamily="18" charset="0"/>
                  </a:rPr>
                  <a:t>63</a:t>
                </a:r>
                <a:r>
                  <a:rPr lang="en-DK" i="0">
                    <a:latin typeface="Cambria Math" panose="02040503050406030204" pitchFamily="18" charset="0"/>
                  </a:rPr>
                  <a:t>×10^(−</a:t>
                </a:r>
                <a:r>
                  <a:rPr lang="en-DK" b="0" i="0">
                    <a:latin typeface="Cambria Math" panose="02040503050406030204" pitchFamily="18" charset="0"/>
                  </a:rPr>
                  <a:t>6)</a:t>
                </a:r>
                <a:endParaRPr lang="en-US" dirty="0"/>
              </a:p>
              <a:p>
                <a:pPr lvl="1"/>
                <a:endParaRPr lang="en-US" dirty="0"/>
              </a:p>
              <a:p>
                <a:pPr lvl="0"/>
                <a:r>
                  <a:rPr lang="en-US" dirty="0"/>
                  <a:t>I found two separate monitor-related effects. </a:t>
                </a:r>
              </a:p>
              <a:p>
                <a:pPr lvl="0"/>
                <a:r>
                  <a:rPr lang="en-US" dirty="0"/>
                  <a:t>The 4</a:t>
                </a:r>
                <a:r>
                  <a:rPr lang="el-GR" dirty="0"/>
                  <a:t>π </a:t>
                </a:r>
                <a:r>
                  <a:rPr lang="en-US" dirty="0"/>
                  <a:t>monitor shows a systematic north–south asymmetry in McStas even for a uniform 4</a:t>
                </a:r>
                <a:r>
                  <a:rPr lang="el-GR" dirty="0"/>
                  <a:t>π </a:t>
                </a:r>
                <a:r>
                  <a:rPr lang="en-US" dirty="0"/>
                  <a:t>source, where symmetry is expected. </a:t>
                </a:r>
              </a:p>
              <a:p>
                <a:pPr lvl="0"/>
                <a:r>
                  <a:rPr lang="en-US" dirty="0"/>
                  <a:t>The cylindrical monitor artifact was different: it appeared as a left-right asymmetry, but was essentially removed by a one-bin shift, indicating a bin-alignment issue.</a:t>
                </a:r>
              </a:p>
              <a:p>
                <a:pPr lvl="0"/>
                <a:endParaRPr lang="en-US" dirty="0"/>
              </a:p>
              <a:p>
                <a:pPr lvl="0"/>
                <a:r>
                  <a:rPr lang="en-US" dirty="0"/>
                  <a:t>These effects are important for validation, but they do not invalidate the geometry optimization because the final analysis uses the equatorial detector windows and avoids the problematic high-latitude regions.</a:t>
                </a:r>
              </a:p>
            </p:txBody>
          </p:sp>
        </mc:Fallback>
      </mc:AlternateContent>
      <p:sp>
        <p:nvSpPr>
          <p:cNvPr id="4" name="Slide Number Placeholder 3">
            <a:extLst>
              <a:ext uri="{FF2B5EF4-FFF2-40B4-BE49-F238E27FC236}">
                <a16:creationId xmlns:a16="http://schemas.microsoft.com/office/drawing/2014/main" id="{8FB46281-DEBC-48FD-4D5B-5EFF2B487115}"/>
              </a:ext>
            </a:extLst>
          </p:cNvPr>
          <p:cNvSpPr>
            <a:spLocks noGrp="1"/>
          </p:cNvSpPr>
          <p:nvPr>
            <p:ph type="sldNum" sz="quarter" idx="5"/>
          </p:nvPr>
        </p:nvSpPr>
        <p:spPr/>
        <p:txBody>
          <a:bodyPr/>
          <a:lstStyle/>
          <a:p>
            <a:fld id="{49436F85-577F-4A92-A47F-D540A2BCC821}" type="slidenum">
              <a:rPr lang="en-GB" smtClean="0"/>
              <a:t>35</a:t>
            </a:fld>
            <a:endParaRPr lang="en-GB"/>
          </a:p>
        </p:txBody>
      </p:sp>
    </p:spTree>
    <p:extLst>
      <p:ext uri="{BB962C8B-B14F-4D97-AF65-F5344CB8AC3E}">
        <p14:creationId xmlns:p14="http://schemas.microsoft.com/office/powerpoint/2010/main" val="31869286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932A7-85B5-1F93-6651-5A7CD419E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0CD60-DE43-6B13-95D2-A474BD766A6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8C60ECD-1431-F2C3-0520-CA011028475E}"/>
                  </a:ext>
                </a:extLst>
              </p:cNvPr>
              <p:cNvSpPr>
                <a:spLocks noGrp="1"/>
              </p:cNvSpPr>
              <p:nvPr>
                <p:ph type="body" idx="1"/>
              </p:nvPr>
            </p:nvSpPr>
            <p:spPr/>
            <p:txBody>
              <a:bodyPr/>
              <a:lstStyle/>
              <a:p>
                <a:pPr lvl="0"/>
                <a:endParaRPr lang="en-US" dirty="0"/>
              </a:p>
              <a:p>
                <a:pPr lvl="0"/>
                <a:r>
                  <a:rPr lang="en-US" dirty="0"/>
                  <a:t>Cylindrical monitor</a:t>
                </a:r>
                <a:endParaRPr lang="en-DK" dirty="0"/>
              </a:p>
              <a:p>
                <a:pPr lvl="1"/>
                <a:r>
                  <a:rPr lang="en-US" dirty="0"/>
                  <a:t>Left-right asymmetry after zero bin shift: </a:t>
                </a:r>
                <a14:m>
                  <m:oMath xmlns:m="http://schemas.openxmlformats.org/officeDocument/2006/math">
                    <m:r>
                      <a:rPr lang="en-DK" i="1">
                        <a:latin typeface="Cambria Math" panose="02040503050406030204" pitchFamily="18" charset="0"/>
                      </a:rPr>
                      <m:t>3</m:t>
                    </m:r>
                    <m:r>
                      <a:rPr lang="en-DK" b="0" i="1">
                        <a:latin typeface="Cambria Math" panose="02040503050406030204" pitchFamily="18" charset="0"/>
                      </a:rPr>
                      <m:t>.60</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a:p>
                <a:pPr lvl="1"/>
                <a:r>
                  <a:rPr lang="en-US" dirty="0"/>
                  <a:t>Left-right asymmetry after one bin shift: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63</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US" dirty="0"/>
              </a:p>
              <a:p>
                <a:pPr lvl="1"/>
                <a:endParaRPr lang="en-US" dirty="0"/>
              </a:p>
              <a:p>
                <a:pPr lvl="0"/>
                <a:r>
                  <a:rPr lang="en-US" dirty="0"/>
                  <a:t>I found two separate monitor-related effects. </a:t>
                </a:r>
              </a:p>
              <a:p>
                <a:pPr lvl="0"/>
                <a:r>
                  <a:rPr lang="en-US" dirty="0"/>
                  <a:t>The 4</a:t>
                </a:r>
                <a:r>
                  <a:rPr lang="el-GR" dirty="0"/>
                  <a:t>π </a:t>
                </a:r>
                <a:r>
                  <a:rPr lang="en-US" dirty="0"/>
                  <a:t>monitor shows a systematic north–south asymmetry in McStas even for a uniform 4</a:t>
                </a:r>
                <a:r>
                  <a:rPr lang="el-GR" dirty="0"/>
                  <a:t>π </a:t>
                </a:r>
                <a:r>
                  <a:rPr lang="en-US" dirty="0"/>
                  <a:t>source, where symmetry is expected. </a:t>
                </a:r>
              </a:p>
              <a:p>
                <a:pPr lvl="0"/>
                <a:r>
                  <a:rPr lang="en-US" dirty="0"/>
                  <a:t>The cylindrical monitor artifact was different: it appeared as a left-right asymmetry, but was essentially removed by a one-bin shift, indicating a bin-alignment issue.</a:t>
                </a:r>
              </a:p>
              <a:p>
                <a:pPr lvl="0"/>
                <a:endParaRPr lang="en-US" dirty="0"/>
              </a:p>
              <a:p>
                <a:pPr lvl="0"/>
                <a:r>
                  <a:rPr lang="en-US" dirty="0"/>
                  <a:t>These effects are important for validation, but they do not invalidate the geometry optimization because the final analysis uses the equatorial detector windows and avoids the problematic high-latitude regions.</a:t>
                </a:r>
              </a:p>
            </p:txBody>
          </p:sp>
        </mc:Choice>
        <mc:Fallback xmlns="">
          <p:sp>
            <p:nvSpPr>
              <p:cNvPr id="3" name="Notes Placeholder 2">
                <a:extLst>
                  <a:ext uri="{FF2B5EF4-FFF2-40B4-BE49-F238E27FC236}">
                    <a16:creationId xmlns:a16="http://schemas.microsoft.com/office/drawing/2014/main" id="{93F4F94C-7A48-5C11-51DC-D6F45805F288}"/>
                  </a:ext>
                </a:extLst>
              </p:cNvPr>
              <p:cNvSpPr>
                <a:spLocks noGrp="1"/>
              </p:cNvSpPr>
              <p:nvPr>
                <p:ph type="body" idx="1"/>
              </p:nvPr>
            </p:nvSpPr>
            <p:spPr/>
            <p:txBody>
              <a:bodyPr/>
              <a:lstStyle/>
              <a:p>
                <a:pPr lvl="0"/>
                <a:endParaRPr lang="en-US" dirty="0"/>
              </a:p>
              <a:p>
                <a:pPr lvl="0"/>
                <a:r>
                  <a:rPr lang="en-US" dirty="0"/>
                  <a:t>Cylindrical monitor</a:t>
                </a:r>
                <a:endParaRPr lang="en-DK" dirty="0"/>
              </a:p>
              <a:p>
                <a:pPr lvl="1"/>
                <a:r>
                  <a:rPr lang="en-US" dirty="0"/>
                  <a:t>Left-right asymmetry after zero bin shift: </a:t>
                </a:r>
                <a:r>
                  <a:rPr lang="en-DK" i="0">
                    <a:latin typeface="Cambria Math" panose="02040503050406030204" pitchFamily="18" charset="0"/>
                  </a:rPr>
                  <a:t>3</a:t>
                </a:r>
                <a:r>
                  <a:rPr lang="en-DK" b="0" i="0">
                    <a:latin typeface="Cambria Math" panose="02040503050406030204" pitchFamily="18" charset="0"/>
                  </a:rPr>
                  <a:t>.60</a:t>
                </a:r>
                <a:r>
                  <a:rPr lang="en-DK" i="0">
                    <a:latin typeface="Cambria Math" panose="02040503050406030204" pitchFamily="18" charset="0"/>
                  </a:rPr>
                  <a:t>×10^(−2)</a:t>
                </a:r>
                <a:endParaRPr lang="en-DK" dirty="0"/>
              </a:p>
              <a:p>
                <a:pPr lvl="1"/>
                <a:r>
                  <a:rPr lang="en-US" dirty="0"/>
                  <a:t>Left-right asymmetry after one bin shift: </a:t>
                </a:r>
                <a:r>
                  <a:rPr lang="en-DK" i="0">
                    <a:latin typeface="Cambria Math" panose="02040503050406030204" pitchFamily="18" charset="0"/>
                  </a:rPr>
                  <a:t>1.</a:t>
                </a:r>
                <a:r>
                  <a:rPr lang="en-DK" b="0" i="0">
                    <a:latin typeface="Cambria Math" panose="02040503050406030204" pitchFamily="18" charset="0"/>
                  </a:rPr>
                  <a:t>63</a:t>
                </a:r>
                <a:r>
                  <a:rPr lang="en-DK" i="0">
                    <a:latin typeface="Cambria Math" panose="02040503050406030204" pitchFamily="18" charset="0"/>
                  </a:rPr>
                  <a:t>×10^(−</a:t>
                </a:r>
                <a:r>
                  <a:rPr lang="en-DK" b="0" i="0">
                    <a:latin typeface="Cambria Math" panose="02040503050406030204" pitchFamily="18" charset="0"/>
                  </a:rPr>
                  <a:t>6)</a:t>
                </a:r>
                <a:endParaRPr lang="en-US" dirty="0"/>
              </a:p>
              <a:p>
                <a:pPr lvl="1"/>
                <a:endParaRPr lang="en-US" dirty="0"/>
              </a:p>
              <a:p>
                <a:pPr lvl="0"/>
                <a:r>
                  <a:rPr lang="en-US" dirty="0"/>
                  <a:t>I found two separate monitor-related effects. </a:t>
                </a:r>
              </a:p>
              <a:p>
                <a:pPr lvl="0"/>
                <a:r>
                  <a:rPr lang="en-US" dirty="0"/>
                  <a:t>The 4</a:t>
                </a:r>
                <a:r>
                  <a:rPr lang="el-GR" dirty="0"/>
                  <a:t>π </a:t>
                </a:r>
                <a:r>
                  <a:rPr lang="en-US" dirty="0"/>
                  <a:t>monitor shows a systematic north–south asymmetry in McStas even for a uniform 4</a:t>
                </a:r>
                <a:r>
                  <a:rPr lang="el-GR" dirty="0"/>
                  <a:t>π </a:t>
                </a:r>
                <a:r>
                  <a:rPr lang="en-US" dirty="0"/>
                  <a:t>source, where symmetry is expected. </a:t>
                </a:r>
              </a:p>
              <a:p>
                <a:pPr lvl="0"/>
                <a:r>
                  <a:rPr lang="en-US" dirty="0"/>
                  <a:t>The cylindrical monitor artifact was different: it appeared as a left-right asymmetry, but was essentially removed by a one-bin shift, indicating a bin-alignment issue.</a:t>
                </a:r>
              </a:p>
              <a:p>
                <a:pPr lvl="0"/>
                <a:endParaRPr lang="en-US" dirty="0"/>
              </a:p>
              <a:p>
                <a:pPr lvl="0"/>
                <a:r>
                  <a:rPr lang="en-US" dirty="0"/>
                  <a:t>These effects are important for validation, but they do not invalidate the geometry optimization because the final analysis uses the equatorial detector windows and avoids the problematic high-latitude regions.</a:t>
                </a:r>
              </a:p>
            </p:txBody>
          </p:sp>
        </mc:Fallback>
      </mc:AlternateContent>
      <p:sp>
        <p:nvSpPr>
          <p:cNvPr id="4" name="Slide Number Placeholder 3">
            <a:extLst>
              <a:ext uri="{FF2B5EF4-FFF2-40B4-BE49-F238E27FC236}">
                <a16:creationId xmlns:a16="http://schemas.microsoft.com/office/drawing/2014/main" id="{FED04807-19FF-C38D-565D-E9F5737A2E62}"/>
              </a:ext>
            </a:extLst>
          </p:cNvPr>
          <p:cNvSpPr>
            <a:spLocks noGrp="1"/>
          </p:cNvSpPr>
          <p:nvPr>
            <p:ph type="sldNum" sz="quarter" idx="5"/>
          </p:nvPr>
        </p:nvSpPr>
        <p:spPr/>
        <p:txBody>
          <a:bodyPr/>
          <a:lstStyle/>
          <a:p>
            <a:fld id="{49436F85-577F-4A92-A47F-D540A2BCC821}" type="slidenum">
              <a:rPr lang="en-GB" smtClean="0"/>
              <a:t>36</a:t>
            </a:fld>
            <a:endParaRPr lang="en-GB"/>
          </a:p>
        </p:txBody>
      </p:sp>
    </p:spTree>
    <p:extLst>
      <p:ext uri="{BB962C8B-B14F-4D97-AF65-F5344CB8AC3E}">
        <p14:creationId xmlns:p14="http://schemas.microsoft.com/office/powerpoint/2010/main" val="19425611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64563-D409-5943-8811-0FC109A02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222F3-3775-EA5B-6102-F4B760C0664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DFA681A-C48F-16B3-B1BE-FB965078E101}"/>
                  </a:ext>
                </a:extLst>
              </p:cNvPr>
              <p:cNvSpPr>
                <a:spLocks noGrp="1"/>
              </p:cNvSpPr>
              <p:nvPr>
                <p:ph type="body" idx="1"/>
              </p:nvPr>
            </p:nvSpPr>
            <p:spPr/>
            <p:txBody>
              <a:bodyPr/>
              <a:lstStyle/>
              <a:p>
                <a:pPr lvl="0"/>
                <a:endParaRPr lang="en-US" dirty="0"/>
              </a:p>
              <a:p>
                <a:pPr lvl="0"/>
                <a:r>
                  <a:rPr lang="en-US" dirty="0"/>
                  <a:t>Cylindrical monitor</a:t>
                </a:r>
                <a:endParaRPr lang="en-DK" dirty="0"/>
              </a:p>
              <a:p>
                <a:pPr lvl="1"/>
                <a:r>
                  <a:rPr lang="en-US" dirty="0"/>
                  <a:t>Left-right asymmetry after zero bin shift: </a:t>
                </a:r>
                <a14:m>
                  <m:oMath xmlns:m="http://schemas.openxmlformats.org/officeDocument/2006/math">
                    <m:r>
                      <a:rPr lang="en-DK" i="1">
                        <a:latin typeface="Cambria Math" panose="02040503050406030204" pitchFamily="18" charset="0"/>
                      </a:rPr>
                      <m:t>3</m:t>
                    </m:r>
                    <m:r>
                      <a:rPr lang="en-DK" b="0" i="1">
                        <a:latin typeface="Cambria Math" panose="02040503050406030204" pitchFamily="18" charset="0"/>
                      </a:rPr>
                      <m:t>.60</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a:p>
                <a:pPr lvl="1"/>
                <a:r>
                  <a:rPr lang="en-US" dirty="0"/>
                  <a:t>Left-right asymmetry after one bin shift: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63</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US" dirty="0"/>
              </a:p>
              <a:p>
                <a:pPr lvl="1"/>
                <a:endParaRPr lang="en-US" dirty="0"/>
              </a:p>
              <a:p>
                <a:pPr lvl="0"/>
                <a:r>
                  <a:rPr lang="en-US" dirty="0"/>
                  <a:t>I found two separate monitor-related effects. </a:t>
                </a:r>
              </a:p>
              <a:p>
                <a:pPr lvl="0"/>
                <a:r>
                  <a:rPr lang="en-US" dirty="0"/>
                  <a:t>The 4</a:t>
                </a:r>
                <a:r>
                  <a:rPr lang="el-GR" dirty="0"/>
                  <a:t>π </a:t>
                </a:r>
                <a:r>
                  <a:rPr lang="en-US" dirty="0"/>
                  <a:t>monitor shows a systematic north–south asymmetry in McStas even for a uniform 4</a:t>
                </a:r>
                <a:r>
                  <a:rPr lang="el-GR" dirty="0"/>
                  <a:t>π </a:t>
                </a:r>
                <a:r>
                  <a:rPr lang="en-US" dirty="0"/>
                  <a:t>source, where symmetry is expected. </a:t>
                </a:r>
              </a:p>
              <a:p>
                <a:pPr lvl="0"/>
                <a:r>
                  <a:rPr lang="en-US" dirty="0"/>
                  <a:t>The cylindrical monitor artifact was different: it appeared as a left-right asymmetry, but was essentially removed by a one-bin shift, indicating a bin-alignment issue.</a:t>
                </a:r>
              </a:p>
              <a:p>
                <a:pPr lvl="0"/>
                <a:endParaRPr lang="en-US" dirty="0"/>
              </a:p>
              <a:p>
                <a:pPr lvl="0"/>
                <a:r>
                  <a:rPr lang="en-US" dirty="0"/>
                  <a:t>These effects are important for validation, but they do not invalidate the geometry optimization because the final analysis uses the equatorial detector windows and avoids the problematic high-latitude regions.</a:t>
                </a:r>
              </a:p>
            </p:txBody>
          </p:sp>
        </mc:Choice>
        <mc:Fallback xmlns="">
          <p:sp>
            <p:nvSpPr>
              <p:cNvPr id="3" name="Notes Placeholder 2">
                <a:extLst>
                  <a:ext uri="{FF2B5EF4-FFF2-40B4-BE49-F238E27FC236}">
                    <a16:creationId xmlns:a16="http://schemas.microsoft.com/office/drawing/2014/main" id="{1DFA681A-C48F-16B3-B1BE-FB965078E101}"/>
                  </a:ext>
                </a:extLst>
              </p:cNvPr>
              <p:cNvSpPr>
                <a:spLocks noGrp="1"/>
              </p:cNvSpPr>
              <p:nvPr>
                <p:ph type="body" idx="1"/>
              </p:nvPr>
            </p:nvSpPr>
            <p:spPr/>
            <p:txBody>
              <a:bodyPr/>
              <a:lstStyle/>
              <a:p>
                <a:pPr lvl="0"/>
                <a:endParaRPr lang="en-US" dirty="0"/>
              </a:p>
              <a:p>
                <a:pPr lvl="0"/>
                <a:r>
                  <a:rPr lang="en-US" dirty="0"/>
                  <a:t>Cylindrical monitor</a:t>
                </a:r>
                <a:endParaRPr lang="en-DK" dirty="0"/>
              </a:p>
              <a:p>
                <a:pPr lvl="1"/>
                <a:r>
                  <a:rPr lang="en-US" dirty="0"/>
                  <a:t>Left-right asymmetry after zero bin shift: </a:t>
                </a:r>
                <a:r>
                  <a:rPr lang="en-DK" i="0">
                    <a:latin typeface="Cambria Math" panose="02040503050406030204" pitchFamily="18" charset="0"/>
                  </a:rPr>
                  <a:t>3</a:t>
                </a:r>
                <a:r>
                  <a:rPr lang="en-DK" b="0" i="0">
                    <a:latin typeface="Cambria Math" panose="02040503050406030204" pitchFamily="18" charset="0"/>
                  </a:rPr>
                  <a:t>.60</a:t>
                </a:r>
                <a:r>
                  <a:rPr lang="en-DK" i="0">
                    <a:latin typeface="Cambria Math" panose="02040503050406030204" pitchFamily="18" charset="0"/>
                  </a:rPr>
                  <a:t>×10^(−2)</a:t>
                </a:r>
                <a:endParaRPr lang="en-DK" dirty="0"/>
              </a:p>
              <a:p>
                <a:pPr lvl="1"/>
                <a:r>
                  <a:rPr lang="en-US" dirty="0"/>
                  <a:t>Left-right asymmetry after one bin shift: </a:t>
                </a:r>
                <a:r>
                  <a:rPr lang="en-DK" i="0">
                    <a:latin typeface="Cambria Math" panose="02040503050406030204" pitchFamily="18" charset="0"/>
                  </a:rPr>
                  <a:t>1.</a:t>
                </a:r>
                <a:r>
                  <a:rPr lang="en-DK" b="0" i="0">
                    <a:latin typeface="Cambria Math" panose="02040503050406030204" pitchFamily="18" charset="0"/>
                  </a:rPr>
                  <a:t>63</a:t>
                </a:r>
                <a:r>
                  <a:rPr lang="en-DK" i="0">
                    <a:latin typeface="Cambria Math" panose="02040503050406030204" pitchFamily="18" charset="0"/>
                  </a:rPr>
                  <a:t>×10^(−</a:t>
                </a:r>
                <a:r>
                  <a:rPr lang="en-DK" b="0" i="0">
                    <a:latin typeface="Cambria Math" panose="02040503050406030204" pitchFamily="18" charset="0"/>
                  </a:rPr>
                  <a:t>6)</a:t>
                </a:r>
                <a:endParaRPr lang="en-US" dirty="0"/>
              </a:p>
              <a:p>
                <a:pPr lvl="1"/>
                <a:endParaRPr lang="en-US" dirty="0"/>
              </a:p>
              <a:p>
                <a:pPr lvl="0"/>
                <a:r>
                  <a:rPr lang="en-US" dirty="0"/>
                  <a:t>I found two separate monitor-related effects. </a:t>
                </a:r>
              </a:p>
              <a:p>
                <a:pPr lvl="0"/>
                <a:r>
                  <a:rPr lang="en-US" dirty="0"/>
                  <a:t>The 4</a:t>
                </a:r>
                <a:r>
                  <a:rPr lang="el-GR" dirty="0"/>
                  <a:t>π </a:t>
                </a:r>
                <a:r>
                  <a:rPr lang="en-US" dirty="0"/>
                  <a:t>monitor shows a systematic north–south asymmetry in McStas even for a uniform 4</a:t>
                </a:r>
                <a:r>
                  <a:rPr lang="el-GR" dirty="0"/>
                  <a:t>π </a:t>
                </a:r>
                <a:r>
                  <a:rPr lang="en-US" dirty="0"/>
                  <a:t>source, where symmetry is expected. </a:t>
                </a:r>
              </a:p>
              <a:p>
                <a:pPr lvl="0"/>
                <a:r>
                  <a:rPr lang="en-US" dirty="0"/>
                  <a:t>The cylindrical monitor artifact was different: it appeared as a left-right asymmetry, but was essentially removed by a one-bin shift, indicating a bin-alignment issue.</a:t>
                </a:r>
              </a:p>
              <a:p>
                <a:pPr lvl="0"/>
                <a:endParaRPr lang="en-US" dirty="0"/>
              </a:p>
              <a:p>
                <a:pPr lvl="0"/>
                <a:r>
                  <a:rPr lang="en-US" dirty="0"/>
                  <a:t>These effects are important for validation, but they do not invalidate the geometry optimization because the final analysis uses the equatorial detector windows and avoids the problematic high-latitude regions.</a:t>
                </a:r>
              </a:p>
            </p:txBody>
          </p:sp>
        </mc:Fallback>
      </mc:AlternateContent>
      <p:sp>
        <p:nvSpPr>
          <p:cNvPr id="4" name="Slide Number Placeholder 3">
            <a:extLst>
              <a:ext uri="{FF2B5EF4-FFF2-40B4-BE49-F238E27FC236}">
                <a16:creationId xmlns:a16="http://schemas.microsoft.com/office/drawing/2014/main" id="{B387D6A0-E3BE-5808-DAB7-FFD655F61B9E}"/>
              </a:ext>
            </a:extLst>
          </p:cNvPr>
          <p:cNvSpPr>
            <a:spLocks noGrp="1"/>
          </p:cNvSpPr>
          <p:nvPr>
            <p:ph type="sldNum" sz="quarter" idx="5"/>
          </p:nvPr>
        </p:nvSpPr>
        <p:spPr/>
        <p:txBody>
          <a:bodyPr/>
          <a:lstStyle/>
          <a:p>
            <a:fld id="{49436F85-577F-4A92-A47F-D540A2BCC821}" type="slidenum">
              <a:rPr lang="en-GB" smtClean="0"/>
              <a:t>37</a:t>
            </a:fld>
            <a:endParaRPr lang="en-GB"/>
          </a:p>
        </p:txBody>
      </p:sp>
    </p:spTree>
    <p:extLst>
      <p:ext uri="{BB962C8B-B14F-4D97-AF65-F5344CB8AC3E}">
        <p14:creationId xmlns:p14="http://schemas.microsoft.com/office/powerpoint/2010/main" val="4899615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6DB30-221B-63B0-554A-2C9236699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369F7-4FCF-501C-B294-86C23A1A3E4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C973070-7BB1-DBD3-E241-BE8C32B66E1C}"/>
                  </a:ext>
                </a:extLst>
              </p:cNvPr>
              <p:cNvSpPr>
                <a:spLocks noGrp="1"/>
              </p:cNvSpPr>
              <p:nvPr>
                <p:ph type="body" idx="1"/>
              </p:nvPr>
            </p:nvSpPr>
            <p:spPr/>
            <p:txBody>
              <a:bodyPr/>
              <a:lstStyle/>
              <a:p>
                <a:pPr lvl="0"/>
                <a:endParaRPr lang="en-US" dirty="0"/>
              </a:p>
              <a:p>
                <a:pPr lvl="0"/>
                <a:r>
                  <a:rPr lang="en-US" dirty="0"/>
                  <a:t>Cylindrical monitor</a:t>
                </a:r>
                <a:endParaRPr lang="en-DK" dirty="0"/>
              </a:p>
              <a:p>
                <a:pPr lvl="1"/>
                <a:r>
                  <a:rPr lang="en-US" dirty="0"/>
                  <a:t>Left-right asymmetry after zero bin shift: </a:t>
                </a:r>
                <a14:m>
                  <m:oMath xmlns:m="http://schemas.openxmlformats.org/officeDocument/2006/math">
                    <m:r>
                      <a:rPr lang="en-DK" i="1">
                        <a:latin typeface="Cambria Math" panose="02040503050406030204" pitchFamily="18" charset="0"/>
                      </a:rPr>
                      <m:t>3</m:t>
                    </m:r>
                    <m:r>
                      <a:rPr lang="en-DK" b="0" i="1">
                        <a:latin typeface="Cambria Math" panose="02040503050406030204" pitchFamily="18" charset="0"/>
                      </a:rPr>
                      <m:t>.60</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−2</m:t>
                        </m:r>
                      </m:sup>
                    </m:sSup>
                  </m:oMath>
                </a14:m>
                <a:endParaRPr lang="en-DK" dirty="0"/>
              </a:p>
              <a:p>
                <a:pPr lvl="1"/>
                <a:r>
                  <a:rPr lang="en-US" dirty="0"/>
                  <a:t>Left-right asymmetry after one bin shift: </a:t>
                </a:r>
                <a14:m>
                  <m:oMath xmlns:m="http://schemas.openxmlformats.org/officeDocument/2006/math">
                    <m:r>
                      <a:rPr lang="en-DK" i="1">
                        <a:latin typeface="Cambria Math" panose="02040503050406030204" pitchFamily="18" charset="0"/>
                      </a:rPr>
                      <m:t>1.</m:t>
                    </m:r>
                    <m:r>
                      <a:rPr lang="en-DK" b="0" i="1">
                        <a:latin typeface="Cambria Math" panose="02040503050406030204" pitchFamily="18" charset="0"/>
                      </a:rPr>
                      <m:t>63</m:t>
                    </m:r>
                    <m:r>
                      <a:rPr lang="en-DK" i="1">
                        <a:latin typeface="Cambria Math" panose="02040503050406030204" pitchFamily="18" charset="0"/>
                      </a:rPr>
                      <m:t>×</m:t>
                    </m:r>
                    <m:sSup>
                      <m:sSupPr>
                        <m:ctrlPr>
                          <a:rPr lang="en-DK" i="1">
                            <a:latin typeface="Cambria Math" panose="02040503050406030204" pitchFamily="18" charset="0"/>
                          </a:rPr>
                        </m:ctrlPr>
                      </m:sSupPr>
                      <m:e>
                        <m:r>
                          <a:rPr lang="en-DK" i="1">
                            <a:latin typeface="Cambria Math" panose="02040503050406030204" pitchFamily="18" charset="0"/>
                          </a:rPr>
                          <m:t>10</m:t>
                        </m:r>
                      </m:e>
                      <m:sup>
                        <m:r>
                          <a:rPr lang="en-DK" i="1">
                            <a:latin typeface="Cambria Math" panose="02040503050406030204" pitchFamily="18" charset="0"/>
                          </a:rPr>
                          <m:t>−</m:t>
                        </m:r>
                        <m:r>
                          <a:rPr lang="en-DK" b="0" i="1">
                            <a:latin typeface="Cambria Math" panose="02040503050406030204" pitchFamily="18" charset="0"/>
                          </a:rPr>
                          <m:t>6</m:t>
                        </m:r>
                      </m:sup>
                    </m:sSup>
                  </m:oMath>
                </a14:m>
                <a:endParaRPr lang="en-US" dirty="0"/>
              </a:p>
              <a:p>
                <a:pPr lvl="1"/>
                <a:endParaRPr lang="en-US" dirty="0"/>
              </a:p>
              <a:p>
                <a:pPr lvl="0"/>
                <a:r>
                  <a:rPr lang="en-US" dirty="0"/>
                  <a:t>I found two separate monitor-related effects. </a:t>
                </a:r>
              </a:p>
              <a:p>
                <a:pPr lvl="0"/>
                <a:r>
                  <a:rPr lang="en-US" dirty="0"/>
                  <a:t>The 4</a:t>
                </a:r>
                <a:r>
                  <a:rPr lang="el-GR" dirty="0"/>
                  <a:t>π </a:t>
                </a:r>
                <a:r>
                  <a:rPr lang="en-US" dirty="0"/>
                  <a:t>monitor shows a systematic north–south asymmetry in McStas even for a uniform 4</a:t>
                </a:r>
                <a:r>
                  <a:rPr lang="el-GR" dirty="0"/>
                  <a:t>π </a:t>
                </a:r>
                <a:r>
                  <a:rPr lang="en-US" dirty="0"/>
                  <a:t>source, where symmetry is expected. </a:t>
                </a:r>
              </a:p>
              <a:p>
                <a:pPr lvl="0"/>
                <a:r>
                  <a:rPr lang="en-US" dirty="0"/>
                  <a:t>The cylindrical monitor artifact was different: it appeared as a left-right asymmetry, but was essentially removed by a one-bin shift, indicating a bin-alignment issue.</a:t>
                </a:r>
              </a:p>
              <a:p>
                <a:pPr lvl="0"/>
                <a:endParaRPr lang="en-US" dirty="0"/>
              </a:p>
              <a:p>
                <a:pPr lvl="0"/>
                <a:r>
                  <a:rPr lang="en-US" dirty="0"/>
                  <a:t>These effects are important for validation, but they do not invalidate the geometry optimization because the final analysis uses the equatorial detector windows and avoids the problematic high-latitude regions.</a:t>
                </a:r>
              </a:p>
            </p:txBody>
          </p:sp>
        </mc:Choice>
        <mc:Fallback xmlns="">
          <p:sp>
            <p:nvSpPr>
              <p:cNvPr id="3" name="Notes Placeholder 2">
                <a:extLst>
                  <a:ext uri="{FF2B5EF4-FFF2-40B4-BE49-F238E27FC236}">
                    <a16:creationId xmlns:a16="http://schemas.microsoft.com/office/drawing/2014/main" id="{2C973070-7BB1-DBD3-E241-BE8C32B66E1C}"/>
                  </a:ext>
                </a:extLst>
              </p:cNvPr>
              <p:cNvSpPr>
                <a:spLocks noGrp="1"/>
              </p:cNvSpPr>
              <p:nvPr>
                <p:ph type="body" idx="1"/>
              </p:nvPr>
            </p:nvSpPr>
            <p:spPr/>
            <p:txBody>
              <a:bodyPr/>
              <a:lstStyle/>
              <a:p>
                <a:pPr lvl="0"/>
                <a:endParaRPr lang="en-US" dirty="0"/>
              </a:p>
              <a:p>
                <a:pPr lvl="0"/>
                <a:r>
                  <a:rPr lang="en-US" dirty="0"/>
                  <a:t>Cylindrical monitor</a:t>
                </a:r>
                <a:endParaRPr lang="en-DK" dirty="0"/>
              </a:p>
              <a:p>
                <a:pPr lvl="1"/>
                <a:r>
                  <a:rPr lang="en-US" dirty="0"/>
                  <a:t>Left-right asymmetry after zero bin shift: </a:t>
                </a:r>
                <a:r>
                  <a:rPr lang="en-DK" i="0">
                    <a:latin typeface="Cambria Math" panose="02040503050406030204" pitchFamily="18" charset="0"/>
                  </a:rPr>
                  <a:t>3</a:t>
                </a:r>
                <a:r>
                  <a:rPr lang="en-DK" b="0" i="0">
                    <a:latin typeface="Cambria Math" panose="02040503050406030204" pitchFamily="18" charset="0"/>
                  </a:rPr>
                  <a:t>.60</a:t>
                </a:r>
                <a:r>
                  <a:rPr lang="en-DK" i="0">
                    <a:latin typeface="Cambria Math" panose="02040503050406030204" pitchFamily="18" charset="0"/>
                  </a:rPr>
                  <a:t>×10^(−2)</a:t>
                </a:r>
                <a:endParaRPr lang="en-DK" dirty="0"/>
              </a:p>
              <a:p>
                <a:pPr lvl="1"/>
                <a:r>
                  <a:rPr lang="en-US" dirty="0"/>
                  <a:t>Left-right asymmetry after one bin shift: </a:t>
                </a:r>
                <a:r>
                  <a:rPr lang="en-DK" i="0">
                    <a:latin typeface="Cambria Math" panose="02040503050406030204" pitchFamily="18" charset="0"/>
                  </a:rPr>
                  <a:t>1.</a:t>
                </a:r>
                <a:r>
                  <a:rPr lang="en-DK" b="0" i="0">
                    <a:latin typeface="Cambria Math" panose="02040503050406030204" pitchFamily="18" charset="0"/>
                  </a:rPr>
                  <a:t>63</a:t>
                </a:r>
                <a:r>
                  <a:rPr lang="en-DK" i="0">
                    <a:latin typeface="Cambria Math" panose="02040503050406030204" pitchFamily="18" charset="0"/>
                  </a:rPr>
                  <a:t>×10^(−</a:t>
                </a:r>
                <a:r>
                  <a:rPr lang="en-DK" b="0" i="0">
                    <a:latin typeface="Cambria Math" panose="02040503050406030204" pitchFamily="18" charset="0"/>
                  </a:rPr>
                  <a:t>6)</a:t>
                </a:r>
                <a:endParaRPr lang="en-US" dirty="0"/>
              </a:p>
              <a:p>
                <a:pPr lvl="1"/>
                <a:endParaRPr lang="en-US" dirty="0"/>
              </a:p>
              <a:p>
                <a:pPr lvl="0"/>
                <a:r>
                  <a:rPr lang="en-US" dirty="0"/>
                  <a:t>I found two separate monitor-related effects. </a:t>
                </a:r>
              </a:p>
              <a:p>
                <a:pPr lvl="0"/>
                <a:r>
                  <a:rPr lang="en-US" dirty="0"/>
                  <a:t>The 4</a:t>
                </a:r>
                <a:r>
                  <a:rPr lang="el-GR" dirty="0"/>
                  <a:t>π </a:t>
                </a:r>
                <a:r>
                  <a:rPr lang="en-US" dirty="0"/>
                  <a:t>monitor shows a systematic north–south asymmetry in McStas even for a uniform 4</a:t>
                </a:r>
                <a:r>
                  <a:rPr lang="el-GR" dirty="0"/>
                  <a:t>π </a:t>
                </a:r>
                <a:r>
                  <a:rPr lang="en-US" dirty="0"/>
                  <a:t>source, where symmetry is expected. </a:t>
                </a:r>
              </a:p>
              <a:p>
                <a:pPr lvl="0"/>
                <a:r>
                  <a:rPr lang="en-US" dirty="0"/>
                  <a:t>The cylindrical monitor artifact was different: it appeared as a left-right asymmetry, but was essentially removed by a one-bin shift, indicating a bin-alignment issue.</a:t>
                </a:r>
              </a:p>
              <a:p>
                <a:pPr lvl="0"/>
                <a:endParaRPr lang="en-US" dirty="0"/>
              </a:p>
              <a:p>
                <a:pPr lvl="0"/>
                <a:r>
                  <a:rPr lang="en-US" dirty="0"/>
                  <a:t>These effects are important for validation, but they do not invalidate the geometry optimization because the final analysis uses the equatorial detector windows and avoids the problematic high-latitude regions.</a:t>
                </a:r>
              </a:p>
            </p:txBody>
          </p:sp>
        </mc:Fallback>
      </mc:AlternateContent>
      <p:sp>
        <p:nvSpPr>
          <p:cNvPr id="4" name="Slide Number Placeholder 3">
            <a:extLst>
              <a:ext uri="{FF2B5EF4-FFF2-40B4-BE49-F238E27FC236}">
                <a16:creationId xmlns:a16="http://schemas.microsoft.com/office/drawing/2014/main" id="{FF946B9E-F6AE-5E53-CF5D-F3CCFD4E3045}"/>
              </a:ext>
            </a:extLst>
          </p:cNvPr>
          <p:cNvSpPr>
            <a:spLocks noGrp="1"/>
          </p:cNvSpPr>
          <p:nvPr>
            <p:ph type="sldNum" sz="quarter" idx="5"/>
          </p:nvPr>
        </p:nvSpPr>
        <p:spPr/>
        <p:txBody>
          <a:bodyPr/>
          <a:lstStyle/>
          <a:p>
            <a:fld id="{49436F85-577F-4A92-A47F-D540A2BCC821}" type="slidenum">
              <a:rPr lang="en-GB" smtClean="0"/>
              <a:t>38</a:t>
            </a:fld>
            <a:endParaRPr lang="en-GB"/>
          </a:p>
        </p:txBody>
      </p:sp>
    </p:spTree>
    <p:extLst>
      <p:ext uri="{BB962C8B-B14F-4D97-AF65-F5344CB8AC3E}">
        <p14:creationId xmlns:p14="http://schemas.microsoft.com/office/powerpoint/2010/main" val="25996678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discussion states that the thinnest sample gave R = 1.0013, the linear extrapolation gave</a:t>
            </a:r>
          </a:p>
          <a:p>
            <a:r>
              <a:rPr lang="en-US" dirty="0"/>
              <a:t>R(0) = 1.0077, and the exponential extrapolation gave R(0) = 0.9577.</a:t>
            </a:r>
          </a:p>
          <a:p>
            <a:endParaRPr lang="en-US" dirty="0"/>
          </a:p>
          <a:p>
            <a:r>
              <a:rPr lang="en-US" dirty="0"/>
              <a:t>Say: “This was an important sanity check: in the limit where self-absorption should disappear,</a:t>
            </a:r>
          </a:p>
          <a:p>
            <a:r>
              <a:rPr lang="en-US" dirty="0"/>
              <a:t>the simulation approaches the expected single-scattering estimate.”</a:t>
            </a:r>
          </a:p>
        </p:txBody>
      </p:sp>
      <p:sp>
        <p:nvSpPr>
          <p:cNvPr id="4" name="Slide Number Placeholder 3"/>
          <p:cNvSpPr>
            <a:spLocks noGrp="1"/>
          </p:cNvSpPr>
          <p:nvPr>
            <p:ph type="sldNum" sz="quarter" idx="5"/>
          </p:nvPr>
        </p:nvSpPr>
        <p:spPr/>
        <p:txBody>
          <a:bodyPr/>
          <a:lstStyle/>
          <a:p>
            <a:fld id="{49436F85-577F-4A92-A47F-D540A2BCC821}" type="slidenum">
              <a:rPr lang="en-GB" smtClean="0"/>
              <a:t>39</a:t>
            </a:fld>
            <a:endParaRPr lang="en-GB"/>
          </a:p>
        </p:txBody>
      </p:sp>
    </p:spTree>
    <p:extLst>
      <p:ext uri="{BB962C8B-B14F-4D97-AF65-F5344CB8AC3E}">
        <p14:creationId xmlns:p14="http://schemas.microsoft.com/office/powerpoint/2010/main" val="30391866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discussion states that the thinnest sample gave R = 1.0013, the linear extrapolation gave</a:t>
            </a:r>
          </a:p>
          <a:p>
            <a:r>
              <a:rPr lang="en-US" dirty="0"/>
              <a:t>R(0) = 1.0077, and the exponential extrapolation gave R(0) = 0.9577.</a:t>
            </a:r>
          </a:p>
          <a:p>
            <a:endParaRPr lang="en-US" dirty="0"/>
          </a:p>
          <a:p>
            <a:r>
              <a:rPr lang="en-US" dirty="0"/>
              <a:t>Say: “This was an important sanity check: in the limit where self-absorption should disappear,</a:t>
            </a:r>
          </a:p>
          <a:p>
            <a:r>
              <a:rPr lang="en-US" dirty="0"/>
              <a:t>the simulation approaches the expected single-scattering estimate.”</a:t>
            </a:r>
          </a:p>
        </p:txBody>
      </p:sp>
      <p:sp>
        <p:nvSpPr>
          <p:cNvPr id="4" name="Slide Number Placeholder 3"/>
          <p:cNvSpPr>
            <a:spLocks noGrp="1"/>
          </p:cNvSpPr>
          <p:nvPr>
            <p:ph type="sldNum" sz="quarter" idx="5"/>
          </p:nvPr>
        </p:nvSpPr>
        <p:spPr/>
        <p:txBody>
          <a:bodyPr/>
          <a:lstStyle/>
          <a:p>
            <a:fld id="{49436F85-577F-4A92-A47F-D540A2BCC821}" type="slidenum">
              <a:rPr lang="en-GB" smtClean="0"/>
              <a:t>40</a:t>
            </a:fld>
            <a:endParaRPr lang="en-GB"/>
          </a:p>
        </p:txBody>
      </p:sp>
    </p:spTree>
    <p:extLst>
      <p:ext uri="{BB962C8B-B14F-4D97-AF65-F5344CB8AC3E}">
        <p14:creationId xmlns:p14="http://schemas.microsoft.com/office/powerpoint/2010/main" val="14837182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614D1-11DF-FD4D-93C1-BCB8736655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B846F-EC0B-AB41-8744-915CC9486C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21FFC-A312-9D0D-5E00-60712A525E9A}"/>
              </a:ext>
            </a:extLst>
          </p:cNvPr>
          <p:cNvSpPr>
            <a:spLocks noGrp="1"/>
          </p:cNvSpPr>
          <p:nvPr>
            <p:ph type="body" idx="1"/>
          </p:nvPr>
        </p:nvSpPr>
        <p:spPr/>
        <p:txBody>
          <a:bodyPr/>
          <a:lstStyle/>
          <a:p>
            <a:r>
              <a:rPr lang="en-US" dirty="0"/>
              <a:t>The discussion states that the thinnest sample gave R = 1.0013, the linear extrapolation gave</a:t>
            </a:r>
          </a:p>
          <a:p>
            <a:r>
              <a:rPr lang="en-US" dirty="0"/>
              <a:t>R(0) = 1.0077, and the exponential extrapolation gave R(0) = 0.9577.</a:t>
            </a:r>
          </a:p>
          <a:p>
            <a:endParaRPr lang="en-US" dirty="0"/>
          </a:p>
          <a:p>
            <a:r>
              <a:rPr lang="en-US" dirty="0"/>
              <a:t>Say: “This was an important sanity check: in the limit where self-absorption should disappear,</a:t>
            </a:r>
          </a:p>
          <a:p>
            <a:r>
              <a:rPr lang="en-US" dirty="0"/>
              <a:t>the simulation approaches the expected single-scattering estimate.”</a:t>
            </a:r>
          </a:p>
        </p:txBody>
      </p:sp>
      <p:sp>
        <p:nvSpPr>
          <p:cNvPr id="4" name="Slide Number Placeholder 3">
            <a:extLst>
              <a:ext uri="{FF2B5EF4-FFF2-40B4-BE49-F238E27FC236}">
                <a16:creationId xmlns:a16="http://schemas.microsoft.com/office/drawing/2014/main" id="{66F07766-FB5C-B7E7-C964-0D89AF0FD56C}"/>
              </a:ext>
            </a:extLst>
          </p:cNvPr>
          <p:cNvSpPr>
            <a:spLocks noGrp="1"/>
          </p:cNvSpPr>
          <p:nvPr>
            <p:ph type="sldNum" sz="quarter" idx="5"/>
          </p:nvPr>
        </p:nvSpPr>
        <p:spPr/>
        <p:txBody>
          <a:bodyPr/>
          <a:lstStyle/>
          <a:p>
            <a:fld id="{49436F85-577F-4A92-A47F-D540A2BCC821}" type="slidenum">
              <a:rPr lang="en-GB" smtClean="0"/>
              <a:t>41</a:t>
            </a:fld>
            <a:endParaRPr lang="en-GB"/>
          </a:p>
        </p:txBody>
      </p:sp>
    </p:spTree>
    <p:extLst>
      <p:ext uri="{BB962C8B-B14F-4D97-AF65-F5344CB8AC3E}">
        <p14:creationId xmlns:p14="http://schemas.microsoft.com/office/powerpoint/2010/main" val="39902623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657D3-0C67-44AA-7FFC-25F414BA87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E6BE8-63B3-9D6C-9522-A3F15B2CE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D035F-A42F-5984-B730-FF5C6D499494}"/>
              </a:ext>
            </a:extLst>
          </p:cNvPr>
          <p:cNvSpPr>
            <a:spLocks noGrp="1"/>
          </p:cNvSpPr>
          <p:nvPr>
            <p:ph type="body" idx="1"/>
          </p:nvPr>
        </p:nvSpPr>
        <p:spPr/>
        <p:txBody>
          <a:bodyPr/>
          <a:lstStyle/>
          <a:p>
            <a:r>
              <a:rPr lang="en-US" dirty="0"/>
              <a:t>The discussion states that the thinnest sample gave R = 1.0013, the linear extrapolation gave</a:t>
            </a:r>
          </a:p>
          <a:p>
            <a:r>
              <a:rPr lang="en-US" dirty="0"/>
              <a:t>R(0) = 1.0077, and the exponential extrapolation gave R(0) = 0.9577.</a:t>
            </a:r>
          </a:p>
          <a:p>
            <a:endParaRPr lang="en-US" dirty="0"/>
          </a:p>
          <a:p>
            <a:r>
              <a:rPr lang="en-US" dirty="0"/>
              <a:t>Say: “This was an important sanity check: in the limit where self-absorption should disappear,</a:t>
            </a:r>
          </a:p>
          <a:p>
            <a:r>
              <a:rPr lang="en-US" dirty="0"/>
              <a:t>the simulation approaches the expected single-scattering estimate.”</a:t>
            </a:r>
          </a:p>
        </p:txBody>
      </p:sp>
      <p:sp>
        <p:nvSpPr>
          <p:cNvPr id="4" name="Slide Number Placeholder 3">
            <a:extLst>
              <a:ext uri="{FF2B5EF4-FFF2-40B4-BE49-F238E27FC236}">
                <a16:creationId xmlns:a16="http://schemas.microsoft.com/office/drawing/2014/main" id="{EA184F9A-AE0E-A9F3-A342-749D0A202019}"/>
              </a:ext>
            </a:extLst>
          </p:cNvPr>
          <p:cNvSpPr>
            <a:spLocks noGrp="1"/>
          </p:cNvSpPr>
          <p:nvPr>
            <p:ph type="sldNum" sz="quarter" idx="5"/>
          </p:nvPr>
        </p:nvSpPr>
        <p:spPr/>
        <p:txBody>
          <a:bodyPr/>
          <a:lstStyle/>
          <a:p>
            <a:fld id="{49436F85-577F-4A92-A47F-D540A2BCC821}" type="slidenum">
              <a:rPr lang="en-GB" smtClean="0"/>
              <a:t>42</a:t>
            </a:fld>
            <a:endParaRPr lang="en-GB"/>
          </a:p>
        </p:txBody>
      </p:sp>
    </p:spTree>
    <p:extLst>
      <p:ext uri="{BB962C8B-B14F-4D97-AF65-F5344CB8AC3E}">
        <p14:creationId xmlns:p14="http://schemas.microsoft.com/office/powerpoint/2010/main" val="5000524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CAMEA geometry gives a strong signal, but it is not angularly flat. The forward</a:t>
            </a:r>
          </a:p>
          <a:p>
            <a:r>
              <a:rPr lang="en-US" dirty="0"/>
              <a:t>direction is suppressed, and the observed-to-expected ratio varies with longitude.”</a:t>
            </a:r>
          </a:p>
        </p:txBody>
      </p:sp>
      <p:sp>
        <p:nvSpPr>
          <p:cNvPr id="4" name="Slide Number Placeholder 3"/>
          <p:cNvSpPr>
            <a:spLocks noGrp="1"/>
          </p:cNvSpPr>
          <p:nvPr>
            <p:ph type="sldNum" sz="quarter" idx="5"/>
          </p:nvPr>
        </p:nvSpPr>
        <p:spPr/>
        <p:txBody>
          <a:bodyPr/>
          <a:lstStyle/>
          <a:p>
            <a:fld id="{49436F85-577F-4A92-A47F-D540A2BCC821}" type="slidenum">
              <a:rPr lang="en-GB" smtClean="0"/>
              <a:t>43</a:t>
            </a:fld>
            <a:endParaRPr lang="en-GB"/>
          </a:p>
        </p:txBody>
      </p:sp>
    </p:spTree>
    <p:extLst>
      <p:ext uri="{BB962C8B-B14F-4D97-AF65-F5344CB8AC3E}">
        <p14:creationId xmlns:p14="http://schemas.microsoft.com/office/powerpoint/2010/main" val="27921737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E3A51-323A-2BF9-473E-646AE0C75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C8085-B478-516F-5A9E-16FA5AAF2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76AF7F-BBB0-CC09-2886-6779439E9077}"/>
              </a:ext>
            </a:extLst>
          </p:cNvPr>
          <p:cNvSpPr>
            <a:spLocks noGrp="1"/>
          </p:cNvSpPr>
          <p:nvPr>
            <p:ph type="body" idx="1"/>
          </p:nvPr>
        </p:nvSpPr>
        <p:spPr/>
        <p:txBody>
          <a:bodyPr/>
          <a:lstStyle/>
          <a:p>
            <a:r>
              <a:rPr lang="en-US" dirty="0"/>
              <a:t>Say: “The CAMEA geometry gives a strong signal, but it is not angularly flat. The forward</a:t>
            </a:r>
          </a:p>
          <a:p>
            <a:r>
              <a:rPr lang="en-US" dirty="0"/>
              <a:t>direction is suppressed, and the observed-to-expected ratio varies with longitude.”</a:t>
            </a:r>
          </a:p>
        </p:txBody>
      </p:sp>
      <p:sp>
        <p:nvSpPr>
          <p:cNvPr id="4" name="Slide Number Placeholder 3">
            <a:extLst>
              <a:ext uri="{FF2B5EF4-FFF2-40B4-BE49-F238E27FC236}">
                <a16:creationId xmlns:a16="http://schemas.microsoft.com/office/drawing/2014/main" id="{40F00E33-CE3B-B8BE-EAF5-47B73CE9182B}"/>
              </a:ext>
            </a:extLst>
          </p:cNvPr>
          <p:cNvSpPr>
            <a:spLocks noGrp="1"/>
          </p:cNvSpPr>
          <p:nvPr>
            <p:ph type="sldNum" sz="quarter" idx="5"/>
          </p:nvPr>
        </p:nvSpPr>
        <p:spPr/>
        <p:txBody>
          <a:bodyPr/>
          <a:lstStyle/>
          <a:p>
            <a:fld id="{49436F85-577F-4A92-A47F-D540A2BCC821}" type="slidenum">
              <a:rPr lang="en-GB" smtClean="0"/>
              <a:t>44</a:t>
            </a:fld>
            <a:endParaRPr lang="en-GB"/>
          </a:p>
        </p:txBody>
      </p:sp>
    </p:spTree>
    <p:extLst>
      <p:ext uri="{BB962C8B-B14F-4D97-AF65-F5344CB8AC3E}">
        <p14:creationId xmlns:p14="http://schemas.microsoft.com/office/powerpoint/2010/main" val="22151036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48987-3586-C61A-66E6-5A5C1A3550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F9CAD8-13A3-11D1-D1DA-B3C3BB3E0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04072-4CE5-142E-A6DC-9FFE89405B6F}"/>
              </a:ext>
            </a:extLst>
          </p:cNvPr>
          <p:cNvSpPr>
            <a:spLocks noGrp="1"/>
          </p:cNvSpPr>
          <p:nvPr>
            <p:ph type="body" idx="1"/>
          </p:nvPr>
        </p:nvSpPr>
        <p:spPr/>
        <p:txBody>
          <a:bodyPr/>
          <a:lstStyle/>
          <a:p>
            <a:r>
              <a:rPr lang="en-US" dirty="0"/>
              <a:t>Say: “The CAMEA geometry gives a strong signal, but it is not angularly flat. The forward</a:t>
            </a:r>
          </a:p>
          <a:p>
            <a:r>
              <a:rPr lang="en-US" dirty="0"/>
              <a:t>direction is suppressed, and the observed-to-expected ratio varies with longitude.”</a:t>
            </a:r>
          </a:p>
        </p:txBody>
      </p:sp>
      <p:sp>
        <p:nvSpPr>
          <p:cNvPr id="4" name="Slide Number Placeholder 3">
            <a:extLst>
              <a:ext uri="{FF2B5EF4-FFF2-40B4-BE49-F238E27FC236}">
                <a16:creationId xmlns:a16="http://schemas.microsoft.com/office/drawing/2014/main" id="{748D0A1D-3C2B-809A-B36B-3E5920AEF808}"/>
              </a:ext>
            </a:extLst>
          </p:cNvPr>
          <p:cNvSpPr>
            <a:spLocks noGrp="1"/>
          </p:cNvSpPr>
          <p:nvPr>
            <p:ph type="sldNum" sz="quarter" idx="5"/>
          </p:nvPr>
        </p:nvSpPr>
        <p:spPr/>
        <p:txBody>
          <a:bodyPr/>
          <a:lstStyle/>
          <a:p>
            <a:fld id="{49436F85-577F-4A92-A47F-D540A2BCC821}" type="slidenum">
              <a:rPr lang="en-GB" smtClean="0"/>
              <a:t>45</a:t>
            </a:fld>
            <a:endParaRPr lang="en-GB"/>
          </a:p>
        </p:txBody>
      </p:sp>
    </p:spTree>
    <p:extLst>
      <p:ext uri="{BB962C8B-B14F-4D97-AF65-F5344CB8AC3E}">
        <p14:creationId xmlns:p14="http://schemas.microsoft.com/office/powerpoint/2010/main" val="28344541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1766-9076-2936-66EA-68ECEDBD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7AD5C-BA6F-94AB-8CC5-2CB1023B11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84BD8-DFDA-525F-55E2-AE25E5A0FDB8}"/>
              </a:ext>
            </a:extLst>
          </p:cNvPr>
          <p:cNvSpPr>
            <a:spLocks noGrp="1"/>
          </p:cNvSpPr>
          <p:nvPr>
            <p:ph type="body" idx="1"/>
          </p:nvPr>
        </p:nvSpPr>
        <p:spPr/>
        <p:txBody>
          <a:bodyPr/>
          <a:lstStyle/>
          <a:p>
            <a:r>
              <a:rPr lang="en-US" dirty="0"/>
              <a:t>Say: “The CAMEA geometry gives a strong signal, but it is not angularly flat. The forward</a:t>
            </a:r>
          </a:p>
          <a:p>
            <a:r>
              <a:rPr lang="en-US" dirty="0"/>
              <a:t>direction is suppressed, and the observed-to-expected ratio varies with longitude.”</a:t>
            </a:r>
          </a:p>
        </p:txBody>
      </p:sp>
      <p:sp>
        <p:nvSpPr>
          <p:cNvPr id="4" name="Slide Number Placeholder 3">
            <a:extLst>
              <a:ext uri="{FF2B5EF4-FFF2-40B4-BE49-F238E27FC236}">
                <a16:creationId xmlns:a16="http://schemas.microsoft.com/office/drawing/2014/main" id="{838C4D13-A094-1314-F32E-F67E380FE38E}"/>
              </a:ext>
            </a:extLst>
          </p:cNvPr>
          <p:cNvSpPr>
            <a:spLocks noGrp="1"/>
          </p:cNvSpPr>
          <p:nvPr>
            <p:ph type="sldNum" sz="quarter" idx="5"/>
          </p:nvPr>
        </p:nvSpPr>
        <p:spPr/>
        <p:txBody>
          <a:bodyPr/>
          <a:lstStyle/>
          <a:p>
            <a:fld id="{49436F85-577F-4A92-A47F-D540A2BCC821}" type="slidenum">
              <a:rPr lang="en-GB" smtClean="0"/>
              <a:t>46</a:t>
            </a:fld>
            <a:endParaRPr lang="en-GB"/>
          </a:p>
        </p:txBody>
      </p:sp>
    </p:spTree>
    <p:extLst>
      <p:ext uri="{BB962C8B-B14F-4D97-AF65-F5344CB8AC3E}">
        <p14:creationId xmlns:p14="http://schemas.microsoft.com/office/powerpoint/2010/main" val="13110512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825CD-DB96-DC22-BEFE-D24065DA3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5B3DF-986B-3A40-48A7-F63B5453F1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154D9E-82CE-FB84-2F5D-AF31F861B672}"/>
              </a:ext>
            </a:extLst>
          </p:cNvPr>
          <p:cNvSpPr>
            <a:spLocks noGrp="1"/>
          </p:cNvSpPr>
          <p:nvPr>
            <p:ph type="body" idx="1"/>
          </p:nvPr>
        </p:nvSpPr>
        <p:spPr/>
        <p:txBody>
          <a:bodyPr/>
          <a:lstStyle/>
          <a:p>
            <a:r>
              <a:rPr lang="en-US" dirty="0"/>
              <a:t>Say: “The CAMEA geometry gives a strong signal, but it is not angularly flat. The forward</a:t>
            </a:r>
          </a:p>
          <a:p>
            <a:r>
              <a:rPr lang="en-US" dirty="0"/>
              <a:t>direction is suppressed, and the observed-to-expected ratio varies with longitude.”</a:t>
            </a:r>
          </a:p>
          <a:p>
            <a:endParaRPr lang="en-US" dirty="0"/>
          </a:p>
          <a:p>
            <a:r>
              <a:rPr lang="en-US" dirty="0"/>
              <a:t>CAMEA is located in the SINQ in the cold neutron guide and it is </a:t>
            </a:r>
            <a:r>
              <a:rPr lang="en-DK" sz="1200" b="0" i="0" kern="1200" dirty="0">
                <a:solidFill>
                  <a:schemeClr val="tx1"/>
                </a:solidFill>
                <a:effectLst/>
                <a:latin typeface="+mn-lt"/>
                <a:ea typeface="+mn-ea"/>
                <a:cs typeface="+mn-cs"/>
              </a:rPr>
              <a:t>multiplexing spectrometer (cold neutrons)</a:t>
            </a:r>
            <a:r>
              <a:rPr lang="en-US" dirty="0"/>
              <a:t>.</a:t>
            </a:r>
          </a:p>
          <a:p>
            <a:r>
              <a:rPr lang="en-US" dirty="0"/>
              <a:t>Types of neutron instruments: Diffraction, reflection, SANS, and spectroscopy. </a:t>
            </a:r>
          </a:p>
          <a:p>
            <a:endParaRPr lang="en-US" dirty="0"/>
          </a:p>
          <a:p>
            <a:r>
              <a:rPr lang="en-DK" dirty="0"/>
              <a:t>Since CAMEA measures scattering over detector windows, a vanadium calibration sample should ideally produce a predictable and uniform signal. My project tries to reduce geometry-induced anisotropy so that detector normalization is less biased by the sample itself.</a:t>
            </a:r>
          </a:p>
          <a:p>
            <a:endParaRPr lang="en-DK" dirty="0"/>
          </a:p>
          <a:p>
            <a:r>
              <a:rPr lang="en-DK" dirty="0"/>
              <a:t>CAMEA is designed to efficiently collect scattered neutrons over a continuous angular range and multiple final energies. This makes detector normalization and sample-independent calibration important. Vanadium is useful because it ideally provides a nearly isotropic incoherent scattering signal, but my project shows that the finite geometry of the vanadium sample can still introduce angular anisotropy through self-absorption and multiple scattering. Therefore, optimizing the sample geometry can improve the reliability of the calibration signal used for instruments such as CAMEA</a:t>
            </a:r>
          </a:p>
          <a:p>
            <a:endParaRPr lang="en-DK" dirty="0"/>
          </a:p>
          <a:p>
            <a:endParaRPr lang="en-US" dirty="0"/>
          </a:p>
        </p:txBody>
      </p:sp>
      <p:sp>
        <p:nvSpPr>
          <p:cNvPr id="4" name="Slide Number Placeholder 3">
            <a:extLst>
              <a:ext uri="{FF2B5EF4-FFF2-40B4-BE49-F238E27FC236}">
                <a16:creationId xmlns:a16="http://schemas.microsoft.com/office/drawing/2014/main" id="{B221B070-2485-76DA-665D-13619BB2C023}"/>
              </a:ext>
            </a:extLst>
          </p:cNvPr>
          <p:cNvSpPr>
            <a:spLocks noGrp="1"/>
          </p:cNvSpPr>
          <p:nvPr>
            <p:ph type="sldNum" sz="quarter" idx="5"/>
          </p:nvPr>
        </p:nvSpPr>
        <p:spPr/>
        <p:txBody>
          <a:bodyPr/>
          <a:lstStyle/>
          <a:p>
            <a:fld id="{49436F85-577F-4A92-A47F-D540A2BCC821}" type="slidenum">
              <a:rPr lang="en-GB" smtClean="0"/>
              <a:t>47</a:t>
            </a:fld>
            <a:endParaRPr lang="en-GB"/>
          </a:p>
        </p:txBody>
      </p:sp>
    </p:spTree>
    <p:extLst>
      <p:ext uri="{BB962C8B-B14F-4D97-AF65-F5344CB8AC3E}">
        <p14:creationId xmlns:p14="http://schemas.microsoft.com/office/powerpoint/2010/main" val="28176226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cannot simply maximize intensity, because thicker or larger samples may also increase anisotropy. </a:t>
            </a:r>
          </a:p>
          <a:p>
            <a:r>
              <a:rPr lang="en-US" dirty="0"/>
              <a:t>Therefore, the answer is a Pareto front rather than a single universal optimum.”</a:t>
            </a:r>
          </a:p>
        </p:txBody>
      </p:sp>
      <p:sp>
        <p:nvSpPr>
          <p:cNvPr id="4" name="Slide Number Placeholder 3"/>
          <p:cNvSpPr>
            <a:spLocks noGrp="1"/>
          </p:cNvSpPr>
          <p:nvPr>
            <p:ph type="sldNum" sz="quarter" idx="5"/>
          </p:nvPr>
        </p:nvSpPr>
        <p:spPr/>
        <p:txBody>
          <a:bodyPr/>
          <a:lstStyle/>
          <a:p>
            <a:fld id="{49436F85-577F-4A92-A47F-D540A2BCC821}" type="slidenum">
              <a:rPr lang="en-GB" smtClean="0"/>
              <a:t>49</a:t>
            </a:fld>
            <a:endParaRPr lang="en-GB"/>
          </a:p>
        </p:txBody>
      </p:sp>
    </p:spTree>
    <p:extLst>
      <p:ext uri="{BB962C8B-B14F-4D97-AF65-F5344CB8AC3E}">
        <p14:creationId xmlns:p14="http://schemas.microsoft.com/office/powerpoint/2010/main" val="6849536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CEMEA was run with same </a:t>
            </a:r>
            <a:r>
              <a:rPr lang="en-US" dirty="0" err="1"/>
              <a:t>n_count</a:t>
            </a:r>
            <a:r>
              <a:rPr lang="en-US" dirty="0"/>
              <a:t> to ensure same statistical precision as the other optimization runs. </a:t>
            </a:r>
          </a:p>
        </p:txBody>
      </p:sp>
      <p:sp>
        <p:nvSpPr>
          <p:cNvPr id="4" name="Slide Number Placeholder 3"/>
          <p:cNvSpPr>
            <a:spLocks noGrp="1"/>
          </p:cNvSpPr>
          <p:nvPr>
            <p:ph type="sldNum" sz="quarter" idx="5"/>
          </p:nvPr>
        </p:nvSpPr>
        <p:spPr/>
        <p:txBody>
          <a:bodyPr/>
          <a:lstStyle/>
          <a:p>
            <a:fld id="{49436F85-577F-4A92-A47F-D540A2BCC821}" type="slidenum">
              <a:rPr lang="en-GB" smtClean="0"/>
              <a:t>50</a:t>
            </a:fld>
            <a:endParaRPr lang="en-GB"/>
          </a:p>
        </p:txBody>
      </p:sp>
    </p:spTree>
    <p:extLst>
      <p:ext uri="{BB962C8B-B14F-4D97-AF65-F5344CB8AC3E}">
        <p14:creationId xmlns:p14="http://schemas.microsoft.com/office/powerpoint/2010/main" val="13421390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CEMEA was run with same </a:t>
            </a:r>
            <a:r>
              <a:rPr lang="en-US" dirty="0" err="1"/>
              <a:t>n_count</a:t>
            </a:r>
            <a:r>
              <a:rPr lang="en-US" dirty="0"/>
              <a:t> to ensure same statistical precision as the other optimization runs. </a:t>
            </a:r>
          </a:p>
        </p:txBody>
      </p:sp>
      <p:sp>
        <p:nvSpPr>
          <p:cNvPr id="4" name="Slide Number Placeholder 3"/>
          <p:cNvSpPr>
            <a:spLocks noGrp="1"/>
          </p:cNvSpPr>
          <p:nvPr>
            <p:ph type="sldNum" sz="quarter" idx="5"/>
          </p:nvPr>
        </p:nvSpPr>
        <p:spPr/>
        <p:txBody>
          <a:bodyPr/>
          <a:lstStyle/>
          <a:p>
            <a:fld id="{49436F85-577F-4A92-A47F-D540A2BCC821}" type="slidenum">
              <a:rPr lang="en-GB" smtClean="0"/>
              <a:t>51</a:t>
            </a:fld>
            <a:endParaRPr lang="en-GB"/>
          </a:p>
        </p:txBody>
      </p:sp>
    </p:spTree>
    <p:extLst>
      <p:ext uri="{BB962C8B-B14F-4D97-AF65-F5344CB8AC3E}">
        <p14:creationId xmlns:p14="http://schemas.microsoft.com/office/powerpoint/2010/main" val="20839260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CEMEA was run with same </a:t>
            </a:r>
            <a:r>
              <a:rPr lang="en-US" dirty="0" err="1"/>
              <a:t>n_count</a:t>
            </a:r>
            <a:r>
              <a:rPr lang="en-US" dirty="0"/>
              <a:t> to ensure same statistical precision as the other optimization runs. </a:t>
            </a:r>
          </a:p>
        </p:txBody>
      </p:sp>
      <p:sp>
        <p:nvSpPr>
          <p:cNvPr id="4" name="Slide Number Placeholder 3"/>
          <p:cNvSpPr>
            <a:spLocks noGrp="1"/>
          </p:cNvSpPr>
          <p:nvPr>
            <p:ph type="sldNum" sz="quarter" idx="5"/>
          </p:nvPr>
        </p:nvSpPr>
        <p:spPr/>
        <p:txBody>
          <a:bodyPr/>
          <a:lstStyle/>
          <a:p>
            <a:fld id="{49436F85-577F-4A92-A47F-D540A2BCC821}" type="slidenum">
              <a:rPr lang="en-GB" smtClean="0"/>
              <a:t>52</a:t>
            </a:fld>
            <a:endParaRPr lang="en-GB"/>
          </a:p>
        </p:txBody>
      </p:sp>
    </p:spTree>
    <p:extLst>
      <p:ext uri="{BB962C8B-B14F-4D97-AF65-F5344CB8AC3E}">
        <p14:creationId xmlns:p14="http://schemas.microsoft.com/office/powerpoint/2010/main" val="29264600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CEMEA was run with same </a:t>
            </a:r>
            <a:r>
              <a:rPr lang="en-US" dirty="0" err="1"/>
              <a:t>n_count</a:t>
            </a:r>
            <a:r>
              <a:rPr lang="en-US" dirty="0"/>
              <a:t> to ensure same statistical precision as the other optimization runs. </a:t>
            </a:r>
          </a:p>
          <a:p>
            <a:endParaRPr lang="en-US" dirty="0"/>
          </a:p>
          <a:p>
            <a:r>
              <a:rPr lang="en-DK" dirty="0"/>
              <a:t>At first it seems unintuitive, because the metric is evaluated in an equatorial latitude band. But that band is a cut in detector angle, not a slice through the sample. Neutrons detected in the equatorial band can originate from the full illuminated sample volume, so the vertical extent still affects the path-length and escape-probability distribution. For short cylinders, the top and bottom boundaries are relatively important, so end effects can influence even the horizontal angular response. Increasing the height reduces the relative importance of the end caps and makes the illuminated region behave more like a long cylinder with approximate translational symmetry along the vertical direction. Therefore the equatorial response can become flatter. I would not interpret this as taller samples being globally more isotropic; rather, within the chosen equatorial CAMEA window, the taller geometries reduce the particular geometry-induced anisotropy measured by the metric.</a:t>
            </a:r>
            <a:endParaRPr lang="en-US" dirty="0"/>
          </a:p>
        </p:txBody>
      </p:sp>
      <p:sp>
        <p:nvSpPr>
          <p:cNvPr id="4" name="Slide Number Placeholder 3"/>
          <p:cNvSpPr>
            <a:spLocks noGrp="1"/>
          </p:cNvSpPr>
          <p:nvPr>
            <p:ph type="sldNum" sz="quarter" idx="5"/>
          </p:nvPr>
        </p:nvSpPr>
        <p:spPr/>
        <p:txBody>
          <a:bodyPr/>
          <a:lstStyle/>
          <a:p>
            <a:fld id="{49436F85-577F-4A92-A47F-D540A2BCC821}" type="slidenum">
              <a:rPr lang="en-GB" smtClean="0"/>
              <a:t>53</a:t>
            </a:fld>
            <a:endParaRPr lang="en-GB"/>
          </a:p>
        </p:txBody>
      </p:sp>
    </p:spTree>
    <p:extLst>
      <p:ext uri="{BB962C8B-B14F-4D97-AF65-F5344CB8AC3E}">
        <p14:creationId xmlns:p14="http://schemas.microsoft.com/office/powerpoint/2010/main" val="16950260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fixed-height/radius scan, your thesis reports a strong candidate with r = 10 mm,</a:t>
            </a:r>
          </a:p>
          <a:p>
            <a:r>
              <a:rPr lang="en-US" dirty="0"/>
              <a:t>h = 10 mm, t = 1.25 mm, </a:t>
            </a:r>
            <a:r>
              <a:rPr lang="en-US" dirty="0" err="1"/>
              <a:t>I_obs</a:t>
            </a:r>
            <a:r>
              <a:rPr lang="en-US" dirty="0"/>
              <a:t>/</a:t>
            </a:r>
            <a:r>
              <a:rPr lang="en-US" dirty="0" err="1"/>
              <a:t>Ie_xp</a:t>
            </a:r>
            <a:r>
              <a:rPr lang="en-US" dirty="0"/>
              <a:t> = 0.413 and lower maximum deviation than the CAMEA</a:t>
            </a:r>
          </a:p>
          <a:p>
            <a:r>
              <a:rPr lang="en-US" dirty="0"/>
              <a:t>geometry.</a:t>
            </a:r>
          </a:p>
        </p:txBody>
      </p:sp>
      <p:sp>
        <p:nvSpPr>
          <p:cNvPr id="4" name="Slide Number Placeholder 3"/>
          <p:cNvSpPr>
            <a:spLocks noGrp="1"/>
          </p:cNvSpPr>
          <p:nvPr>
            <p:ph type="sldNum" sz="quarter" idx="5"/>
          </p:nvPr>
        </p:nvSpPr>
        <p:spPr/>
        <p:txBody>
          <a:bodyPr/>
          <a:lstStyle/>
          <a:p>
            <a:fld id="{49436F85-577F-4A92-A47F-D540A2BCC821}" type="slidenum">
              <a:rPr lang="en-GB" smtClean="0"/>
              <a:t>54</a:t>
            </a:fld>
            <a:endParaRPr lang="en-GB"/>
          </a:p>
        </p:txBody>
      </p:sp>
    </p:spTree>
    <p:extLst>
      <p:ext uri="{BB962C8B-B14F-4D97-AF65-F5344CB8AC3E}">
        <p14:creationId xmlns:p14="http://schemas.microsoft.com/office/powerpoint/2010/main" val="38592041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fixed-height/radius scan, your thesis reports a strong candidate with r = 10 mm,</a:t>
            </a:r>
          </a:p>
          <a:p>
            <a:r>
              <a:rPr lang="en-US" dirty="0"/>
              <a:t>h = 10 mm, t = 1.25 mm, </a:t>
            </a:r>
            <a:r>
              <a:rPr lang="en-US" dirty="0" err="1"/>
              <a:t>I_obs</a:t>
            </a:r>
            <a:r>
              <a:rPr lang="en-US" dirty="0"/>
              <a:t>/</a:t>
            </a:r>
            <a:r>
              <a:rPr lang="en-US" dirty="0" err="1"/>
              <a:t>Ie_xp</a:t>
            </a:r>
            <a:r>
              <a:rPr lang="en-US" dirty="0"/>
              <a:t> = 0.413 and lower maximum deviation than the CAMEA</a:t>
            </a:r>
          </a:p>
          <a:p>
            <a:r>
              <a:rPr lang="en-US" dirty="0"/>
              <a:t>geometry.</a:t>
            </a:r>
          </a:p>
        </p:txBody>
      </p:sp>
      <p:sp>
        <p:nvSpPr>
          <p:cNvPr id="4" name="Slide Number Placeholder 3"/>
          <p:cNvSpPr>
            <a:spLocks noGrp="1"/>
          </p:cNvSpPr>
          <p:nvPr>
            <p:ph type="sldNum" sz="quarter" idx="5"/>
          </p:nvPr>
        </p:nvSpPr>
        <p:spPr/>
        <p:txBody>
          <a:bodyPr/>
          <a:lstStyle/>
          <a:p>
            <a:fld id="{49436F85-577F-4A92-A47F-D540A2BCC821}" type="slidenum">
              <a:rPr lang="en-GB" smtClean="0"/>
              <a:t>55</a:t>
            </a:fld>
            <a:endParaRPr lang="en-GB"/>
          </a:p>
        </p:txBody>
      </p:sp>
    </p:spTree>
    <p:extLst>
      <p:ext uri="{BB962C8B-B14F-4D97-AF65-F5344CB8AC3E}">
        <p14:creationId xmlns:p14="http://schemas.microsoft.com/office/powerpoint/2010/main" val="923464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fixed-height/radius scan, your thesis reports a strong candidate with r = 10 mm,</a:t>
            </a:r>
          </a:p>
          <a:p>
            <a:r>
              <a:rPr lang="en-US" dirty="0"/>
              <a:t>h = 10 mm, t = 1.25 mm, </a:t>
            </a:r>
            <a:r>
              <a:rPr lang="en-US" dirty="0" err="1"/>
              <a:t>I_obs</a:t>
            </a:r>
            <a:r>
              <a:rPr lang="en-US" dirty="0"/>
              <a:t>/</a:t>
            </a:r>
            <a:r>
              <a:rPr lang="en-US" dirty="0" err="1"/>
              <a:t>Ie_xp</a:t>
            </a:r>
            <a:r>
              <a:rPr lang="en-US" dirty="0"/>
              <a:t> = 0.413 and lower maximum deviation than the CAMEA</a:t>
            </a:r>
          </a:p>
          <a:p>
            <a:r>
              <a:rPr lang="en-US" dirty="0"/>
              <a:t>geometry.</a:t>
            </a:r>
          </a:p>
        </p:txBody>
      </p:sp>
      <p:sp>
        <p:nvSpPr>
          <p:cNvPr id="4" name="Slide Number Placeholder 3"/>
          <p:cNvSpPr>
            <a:spLocks noGrp="1"/>
          </p:cNvSpPr>
          <p:nvPr>
            <p:ph type="sldNum" sz="quarter" idx="5"/>
          </p:nvPr>
        </p:nvSpPr>
        <p:spPr/>
        <p:txBody>
          <a:bodyPr/>
          <a:lstStyle/>
          <a:p>
            <a:fld id="{49436F85-577F-4A92-A47F-D540A2BCC821}" type="slidenum">
              <a:rPr lang="en-GB" smtClean="0"/>
              <a:t>56</a:t>
            </a:fld>
            <a:endParaRPr lang="en-GB"/>
          </a:p>
        </p:txBody>
      </p:sp>
    </p:spTree>
    <p:extLst>
      <p:ext uri="{BB962C8B-B14F-4D97-AF65-F5344CB8AC3E}">
        <p14:creationId xmlns:p14="http://schemas.microsoft.com/office/powerpoint/2010/main" val="278878742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0" i="0" baseline="0" dirty="0"/>
              <a:t>The 4</a:t>
            </a:r>
            <a:r>
              <a:rPr lang="el-GR" b="0" i="0" baseline="0" dirty="0"/>
              <a:t>π </a:t>
            </a:r>
            <a:r>
              <a:rPr lang="en-US" b="0" i="0" baseline="0" dirty="0"/>
              <a:t>monitor artifact should be fixed or further validated.</a:t>
            </a:r>
            <a:endParaRPr lang="en-DK" dirty="0"/>
          </a:p>
          <a:p>
            <a:pPr lvl="0"/>
            <a:r>
              <a:rPr lang="en-US" b="0" i="0" baseline="0" dirty="0"/>
              <a:t>The expected intensity for taller samples was difficult because the beam did not illuminate the full sample uniformly.</a:t>
            </a:r>
            <a:endParaRPr lang="en-DK" dirty="0"/>
          </a:p>
          <a:p>
            <a:pPr lvl="0"/>
            <a:r>
              <a:rPr lang="en-US" b="0" i="0" baseline="0" dirty="0"/>
              <a:t>The optimization depends on the chosen detector windows and quality metrics.</a:t>
            </a:r>
            <a:endParaRPr lang="en-DK" dirty="0"/>
          </a:p>
          <a:p>
            <a:pPr lvl="0"/>
            <a:r>
              <a:rPr lang="en-US" b="0" i="0" baseline="0" dirty="0"/>
              <a:t>McMini is intentionally minimal and does not include every McStas feature.</a:t>
            </a:r>
            <a:endParaRPr lang="en-DK" dirty="0"/>
          </a:p>
          <a:p>
            <a:pPr lvl="0"/>
            <a:r>
              <a:rPr lang="en-US" b="0" i="0" baseline="0" dirty="0"/>
              <a:t>Some simulations have finite Monte Carlo statistics</a:t>
            </a:r>
            <a:endParaRPr lang="en-DK" dirty="0"/>
          </a:p>
        </p:txBody>
      </p:sp>
      <p:sp>
        <p:nvSpPr>
          <p:cNvPr id="4" name="Slide Number Placeholder 3"/>
          <p:cNvSpPr>
            <a:spLocks noGrp="1"/>
          </p:cNvSpPr>
          <p:nvPr>
            <p:ph type="sldNum" sz="quarter" idx="5"/>
          </p:nvPr>
        </p:nvSpPr>
        <p:spPr/>
        <p:txBody>
          <a:bodyPr/>
          <a:lstStyle/>
          <a:p>
            <a:fld id="{49436F85-577F-4A92-A47F-D540A2BCC821}" type="slidenum">
              <a:rPr lang="en-GB" smtClean="0"/>
              <a:t>57</a:t>
            </a:fld>
            <a:endParaRPr lang="en-GB"/>
          </a:p>
        </p:txBody>
      </p:sp>
    </p:spTree>
    <p:extLst>
      <p:ext uri="{BB962C8B-B14F-4D97-AF65-F5344CB8AC3E}">
        <p14:creationId xmlns:p14="http://schemas.microsoft.com/office/powerpoint/2010/main" val="12375170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F75B3-EB03-9E12-7EC4-22D61D0D2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7C13D1-427B-F725-22CB-432AB4D5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DB2788-55EE-BA2B-A2A8-380BF09236BA}"/>
              </a:ext>
            </a:extLst>
          </p:cNvPr>
          <p:cNvSpPr>
            <a:spLocks noGrp="1"/>
          </p:cNvSpPr>
          <p:nvPr>
            <p:ph type="body" idx="1"/>
          </p:nvPr>
        </p:nvSpPr>
        <p:spPr/>
        <p:txBody>
          <a:bodyPr/>
          <a:lstStyle/>
          <a:p>
            <a:pPr lvl="0"/>
            <a:r>
              <a:rPr lang="en-US" b="0" i="0" baseline="0" dirty="0"/>
              <a:t>Limitations</a:t>
            </a:r>
          </a:p>
          <a:p>
            <a:pPr lvl="0"/>
            <a:endParaRPr lang="en-US" b="0" i="0" baseline="0" dirty="0"/>
          </a:p>
          <a:p>
            <a:pPr lvl="0"/>
            <a:r>
              <a:rPr lang="en-US" b="0" i="0" baseline="0" dirty="0"/>
              <a:t>The 4</a:t>
            </a:r>
            <a:r>
              <a:rPr lang="el-GR" b="0" i="0" baseline="0" dirty="0"/>
              <a:t>π </a:t>
            </a:r>
            <a:r>
              <a:rPr lang="en-US" b="0" i="0" baseline="0" dirty="0"/>
              <a:t>monitor artifact should be further investigated or corrected.</a:t>
            </a:r>
          </a:p>
          <a:p>
            <a:pPr lvl="0"/>
            <a:endParaRPr lang="en-US" b="0" i="0" baseline="0" dirty="0"/>
          </a:p>
          <a:p>
            <a:pPr lvl="0"/>
            <a:r>
              <a:rPr lang="en-US" b="0" i="0" baseline="0" dirty="0"/>
              <a:t>The expected intensity is less well defined for taller samples because the beam does not illuminate the full sample uniformly.</a:t>
            </a:r>
          </a:p>
          <a:p>
            <a:pPr lvl="0"/>
            <a:endParaRPr lang="en-US" b="0" i="0" baseline="0" dirty="0"/>
          </a:p>
          <a:p>
            <a:pPr lvl="0"/>
            <a:r>
              <a:rPr lang="en-US" b="0" i="0" baseline="0" dirty="0"/>
              <a:t>The optimization result depends on the chosen detector windows and quality metrics.</a:t>
            </a:r>
          </a:p>
          <a:p>
            <a:pPr lvl="0"/>
            <a:endParaRPr lang="en-US" b="0" i="0" baseline="0" dirty="0"/>
          </a:p>
          <a:p>
            <a:pPr lvl="0"/>
            <a:r>
              <a:rPr lang="en-US" b="0" i="0" baseline="0" dirty="0"/>
              <a:t>McMini is intentionally minimal and does not reproduce every McStas feature.</a:t>
            </a:r>
          </a:p>
          <a:p>
            <a:pPr lvl="0"/>
            <a:endParaRPr lang="en-US" b="0" i="0" baseline="0" dirty="0"/>
          </a:p>
          <a:p>
            <a:pPr lvl="0"/>
            <a:r>
              <a:rPr lang="en-US" b="0" i="0" baseline="0" dirty="0"/>
              <a:t>Finite Monte Carlo statistics limited some low-intensity cases.</a:t>
            </a:r>
          </a:p>
          <a:p>
            <a:pPr lvl="0"/>
            <a:endParaRPr lang="en-US" b="0" i="0" baseline="0" dirty="0"/>
          </a:p>
          <a:p>
            <a:pPr lvl="0"/>
            <a:r>
              <a:rPr lang="en-US" dirty="0"/>
              <a:t>These limitations do not change the main conclusion, but they define where the result should be interpreted carefully.</a:t>
            </a:r>
            <a:endParaRPr lang="en-DK" dirty="0"/>
          </a:p>
        </p:txBody>
      </p:sp>
      <p:sp>
        <p:nvSpPr>
          <p:cNvPr id="4" name="Slide Number Placeholder 3">
            <a:extLst>
              <a:ext uri="{FF2B5EF4-FFF2-40B4-BE49-F238E27FC236}">
                <a16:creationId xmlns:a16="http://schemas.microsoft.com/office/drawing/2014/main" id="{ADCD4D76-A48B-7958-1725-EFA2142F56FA}"/>
              </a:ext>
            </a:extLst>
          </p:cNvPr>
          <p:cNvSpPr>
            <a:spLocks noGrp="1"/>
          </p:cNvSpPr>
          <p:nvPr>
            <p:ph type="sldNum" sz="quarter" idx="5"/>
          </p:nvPr>
        </p:nvSpPr>
        <p:spPr/>
        <p:txBody>
          <a:bodyPr/>
          <a:lstStyle/>
          <a:p>
            <a:fld id="{49436F85-577F-4A92-A47F-D540A2BCC821}" type="slidenum">
              <a:rPr lang="en-GB" smtClean="0"/>
              <a:t>58</a:t>
            </a:fld>
            <a:endParaRPr lang="en-GB"/>
          </a:p>
        </p:txBody>
      </p:sp>
    </p:spTree>
    <p:extLst>
      <p:ext uri="{BB962C8B-B14F-4D97-AF65-F5344CB8AC3E}">
        <p14:creationId xmlns:p14="http://schemas.microsoft.com/office/powerpoint/2010/main" val="31895245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538C0-636A-0961-8C47-906E15C6E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FAC6D-1513-90B2-28F0-9FA13C4ED1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A19DB-AEDD-CE54-5585-C3D005A65D80}"/>
              </a:ext>
            </a:extLst>
          </p:cNvPr>
          <p:cNvSpPr>
            <a:spLocks noGrp="1"/>
          </p:cNvSpPr>
          <p:nvPr>
            <p:ph type="body" idx="1"/>
          </p:nvPr>
        </p:nvSpPr>
        <p:spPr/>
        <p:txBody>
          <a:bodyPr/>
          <a:lstStyle/>
          <a:p>
            <a:pPr lvl="0"/>
            <a:r>
              <a:rPr lang="en-US" b="0" i="0" baseline="0" dirty="0"/>
              <a:t>Limitations</a:t>
            </a:r>
          </a:p>
          <a:p>
            <a:pPr lvl="0"/>
            <a:endParaRPr lang="en-US" b="0" i="0" baseline="0" dirty="0"/>
          </a:p>
          <a:p>
            <a:pPr lvl="0"/>
            <a:r>
              <a:rPr lang="en-US" b="0" i="0" baseline="0" dirty="0"/>
              <a:t>The 4</a:t>
            </a:r>
            <a:r>
              <a:rPr lang="el-GR" b="0" i="0" baseline="0" dirty="0"/>
              <a:t>π </a:t>
            </a:r>
            <a:r>
              <a:rPr lang="en-US" b="0" i="0" baseline="0" dirty="0"/>
              <a:t>monitor artifact should be further investigated or corrected.</a:t>
            </a:r>
          </a:p>
          <a:p>
            <a:pPr lvl="0"/>
            <a:endParaRPr lang="en-US" b="0" i="0" baseline="0" dirty="0"/>
          </a:p>
          <a:p>
            <a:pPr lvl="0"/>
            <a:r>
              <a:rPr lang="en-US" b="0" i="0" baseline="0" dirty="0"/>
              <a:t>The expected intensity is less well defined for taller samples because the beam does not illuminate the full sample uniformly.</a:t>
            </a:r>
          </a:p>
          <a:p>
            <a:pPr lvl="0"/>
            <a:endParaRPr lang="en-US" b="0" i="0" baseline="0" dirty="0"/>
          </a:p>
          <a:p>
            <a:pPr lvl="0"/>
            <a:r>
              <a:rPr lang="en-US" b="0" i="0" baseline="0" dirty="0"/>
              <a:t>The optimization result depends on the chosen detector windows and quality metrics.</a:t>
            </a:r>
          </a:p>
          <a:p>
            <a:pPr lvl="0"/>
            <a:endParaRPr lang="en-US" b="0" i="0" baseline="0" dirty="0"/>
          </a:p>
          <a:p>
            <a:pPr lvl="0"/>
            <a:r>
              <a:rPr lang="en-US" b="0" i="0" baseline="0" dirty="0"/>
              <a:t>McMini is intentionally minimal and does not reproduce every McStas feature.</a:t>
            </a:r>
          </a:p>
          <a:p>
            <a:pPr lvl="0"/>
            <a:endParaRPr lang="en-US" b="0" i="0" baseline="0" dirty="0"/>
          </a:p>
          <a:p>
            <a:pPr lvl="0"/>
            <a:r>
              <a:rPr lang="en-US" b="0" i="0" baseline="0" dirty="0"/>
              <a:t>Finite Monte Carlo statistics limited some low-intensity cases.</a:t>
            </a:r>
          </a:p>
          <a:p>
            <a:pPr lvl="0"/>
            <a:endParaRPr lang="en-US" b="0" i="0" baseline="0" dirty="0"/>
          </a:p>
          <a:p>
            <a:pPr lvl="0"/>
            <a:r>
              <a:rPr lang="en-US" dirty="0"/>
              <a:t>These limitations do not change the main conclusion, but they define where the result should be interpreted carefully.</a:t>
            </a:r>
            <a:endParaRPr lang="en-DK" dirty="0"/>
          </a:p>
        </p:txBody>
      </p:sp>
      <p:sp>
        <p:nvSpPr>
          <p:cNvPr id="4" name="Slide Number Placeholder 3">
            <a:extLst>
              <a:ext uri="{FF2B5EF4-FFF2-40B4-BE49-F238E27FC236}">
                <a16:creationId xmlns:a16="http://schemas.microsoft.com/office/drawing/2014/main" id="{C38764C9-F081-D462-52F6-F12E8B242BD4}"/>
              </a:ext>
            </a:extLst>
          </p:cNvPr>
          <p:cNvSpPr>
            <a:spLocks noGrp="1"/>
          </p:cNvSpPr>
          <p:nvPr>
            <p:ph type="sldNum" sz="quarter" idx="5"/>
          </p:nvPr>
        </p:nvSpPr>
        <p:spPr/>
        <p:txBody>
          <a:bodyPr/>
          <a:lstStyle/>
          <a:p>
            <a:fld id="{49436F85-577F-4A92-A47F-D540A2BCC821}" type="slidenum">
              <a:rPr lang="en-GB" smtClean="0"/>
              <a:t>59</a:t>
            </a:fld>
            <a:endParaRPr lang="en-GB"/>
          </a:p>
        </p:txBody>
      </p:sp>
    </p:spTree>
    <p:extLst>
      <p:ext uri="{BB962C8B-B14F-4D97-AF65-F5344CB8AC3E}">
        <p14:creationId xmlns:p14="http://schemas.microsoft.com/office/powerpoint/2010/main" val="21731036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901FE-B114-7485-1478-6D4D6A20F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5D0C4E-DCBD-FA41-4661-EB4A0D53ED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47A668-4658-7AD0-943C-66AEA0429D79}"/>
              </a:ext>
            </a:extLst>
          </p:cNvPr>
          <p:cNvSpPr>
            <a:spLocks noGrp="1"/>
          </p:cNvSpPr>
          <p:nvPr>
            <p:ph type="body" idx="1"/>
          </p:nvPr>
        </p:nvSpPr>
        <p:spPr/>
        <p:txBody>
          <a:bodyPr/>
          <a:lstStyle/>
          <a:p>
            <a:pPr lvl="0"/>
            <a:r>
              <a:rPr lang="en-US" b="0" i="0" baseline="0" dirty="0"/>
              <a:t>Limitations</a:t>
            </a:r>
          </a:p>
          <a:p>
            <a:pPr lvl="0"/>
            <a:endParaRPr lang="en-US" b="0" i="0" baseline="0" dirty="0"/>
          </a:p>
          <a:p>
            <a:pPr lvl="0"/>
            <a:r>
              <a:rPr lang="en-US" b="0" i="0" baseline="0" dirty="0"/>
              <a:t>The 4</a:t>
            </a:r>
            <a:r>
              <a:rPr lang="el-GR" b="0" i="0" baseline="0" dirty="0"/>
              <a:t>π </a:t>
            </a:r>
            <a:r>
              <a:rPr lang="en-US" b="0" i="0" baseline="0" dirty="0"/>
              <a:t>monitor artifact should be further investigated or corrected.</a:t>
            </a:r>
          </a:p>
          <a:p>
            <a:pPr lvl="0"/>
            <a:endParaRPr lang="en-US" b="0" i="0" baseline="0" dirty="0"/>
          </a:p>
          <a:p>
            <a:pPr lvl="0"/>
            <a:r>
              <a:rPr lang="en-US" b="0" i="0" baseline="0" dirty="0"/>
              <a:t>The expected intensity is less well defined for taller samples because the beam does not illuminate the full sample uniformly.</a:t>
            </a:r>
          </a:p>
          <a:p>
            <a:pPr lvl="0"/>
            <a:endParaRPr lang="en-US" b="0" i="0" baseline="0" dirty="0"/>
          </a:p>
          <a:p>
            <a:pPr lvl="0"/>
            <a:r>
              <a:rPr lang="en-US" b="0" i="0" baseline="0" dirty="0"/>
              <a:t>The optimization result depends on the chosen detector windows and quality metrics.</a:t>
            </a:r>
          </a:p>
          <a:p>
            <a:pPr lvl="0"/>
            <a:endParaRPr lang="en-US" b="0" i="0" baseline="0" dirty="0"/>
          </a:p>
          <a:p>
            <a:pPr lvl="0"/>
            <a:r>
              <a:rPr lang="en-US" b="0" i="0" baseline="0" dirty="0"/>
              <a:t>McMini is intentionally minimal and does not reproduce every McStas feature.</a:t>
            </a:r>
          </a:p>
          <a:p>
            <a:pPr lvl="0"/>
            <a:endParaRPr lang="en-US" b="0" i="0" baseline="0" dirty="0"/>
          </a:p>
          <a:p>
            <a:pPr lvl="0"/>
            <a:r>
              <a:rPr lang="en-US" b="0" i="0" baseline="0" dirty="0"/>
              <a:t>Finite Monte Carlo statistics limited some low-intensity cases.</a:t>
            </a:r>
          </a:p>
          <a:p>
            <a:pPr lvl="0"/>
            <a:endParaRPr lang="en-US" b="0" i="0" baseline="0" dirty="0"/>
          </a:p>
          <a:p>
            <a:pPr lvl="0"/>
            <a:r>
              <a:rPr lang="en-US" dirty="0"/>
              <a:t>These limitations do not change the main conclusion, but they define where the result should be interpreted carefully.</a:t>
            </a:r>
            <a:endParaRPr lang="en-DK" dirty="0"/>
          </a:p>
        </p:txBody>
      </p:sp>
      <p:sp>
        <p:nvSpPr>
          <p:cNvPr id="4" name="Slide Number Placeholder 3">
            <a:extLst>
              <a:ext uri="{FF2B5EF4-FFF2-40B4-BE49-F238E27FC236}">
                <a16:creationId xmlns:a16="http://schemas.microsoft.com/office/drawing/2014/main" id="{D14BDAAD-AD0C-287A-F5D0-3CB782C3632C}"/>
              </a:ext>
            </a:extLst>
          </p:cNvPr>
          <p:cNvSpPr>
            <a:spLocks noGrp="1"/>
          </p:cNvSpPr>
          <p:nvPr>
            <p:ph type="sldNum" sz="quarter" idx="5"/>
          </p:nvPr>
        </p:nvSpPr>
        <p:spPr/>
        <p:txBody>
          <a:bodyPr/>
          <a:lstStyle/>
          <a:p>
            <a:fld id="{49436F85-577F-4A92-A47F-D540A2BCC821}" type="slidenum">
              <a:rPr lang="en-GB" smtClean="0"/>
              <a:t>60</a:t>
            </a:fld>
            <a:endParaRPr lang="en-GB"/>
          </a:p>
        </p:txBody>
      </p:sp>
    </p:spTree>
    <p:extLst>
      <p:ext uri="{BB962C8B-B14F-4D97-AF65-F5344CB8AC3E}">
        <p14:creationId xmlns:p14="http://schemas.microsoft.com/office/powerpoint/2010/main" val="37205963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80DDF-81B4-54CF-F0B3-2B0D2C594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CB381-AD95-F50A-2FF6-0C18D69B0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E87ACC-1934-2943-3C83-4F8BBF5C04EB}"/>
              </a:ext>
            </a:extLst>
          </p:cNvPr>
          <p:cNvSpPr>
            <a:spLocks noGrp="1"/>
          </p:cNvSpPr>
          <p:nvPr>
            <p:ph type="body" idx="1"/>
          </p:nvPr>
        </p:nvSpPr>
        <p:spPr/>
        <p:txBody>
          <a:bodyPr/>
          <a:lstStyle/>
          <a:p>
            <a:pPr lvl="0"/>
            <a:r>
              <a:rPr lang="en-US" b="0" i="0" baseline="0" dirty="0"/>
              <a:t>Limitations</a:t>
            </a:r>
          </a:p>
          <a:p>
            <a:pPr lvl="0"/>
            <a:endParaRPr lang="en-US" b="0" i="0" baseline="0" dirty="0"/>
          </a:p>
          <a:p>
            <a:pPr lvl="0"/>
            <a:r>
              <a:rPr lang="en-US" b="0" i="0" baseline="0" dirty="0"/>
              <a:t>The 4</a:t>
            </a:r>
            <a:r>
              <a:rPr lang="el-GR" b="0" i="0" baseline="0" dirty="0"/>
              <a:t>π </a:t>
            </a:r>
            <a:r>
              <a:rPr lang="en-US" b="0" i="0" baseline="0" dirty="0"/>
              <a:t>monitor artifact should be further investigated or corrected.</a:t>
            </a:r>
          </a:p>
          <a:p>
            <a:pPr lvl="0"/>
            <a:endParaRPr lang="en-US" b="0" i="0" baseline="0" dirty="0"/>
          </a:p>
          <a:p>
            <a:pPr lvl="0"/>
            <a:r>
              <a:rPr lang="en-US" b="0" i="0" baseline="0" dirty="0"/>
              <a:t>The expected intensity is less well defined for taller samples because the beam does not illuminate the full sample uniformly.</a:t>
            </a:r>
          </a:p>
          <a:p>
            <a:pPr lvl="0"/>
            <a:endParaRPr lang="en-US" b="0" i="0" baseline="0" dirty="0"/>
          </a:p>
          <a:p>
            <a:pPr lvl="0"/>
            <a:r>
              <a:rPr lang="en-US" b="0" i="0" baseline="0" dirty="0"/>
              <a:t>The optimization result depends on the chosen detector windows and quality metrics.</a:t>
            </a:r>
          </a:p>
          <a:p>
            <a:pPr lvl="0"/>
            <a:endParaRPr lang="en-US" b="0" i="0" baseline="0" dirty="0"/>
          </a:p>
          <a:p>
            <a:pPr lvl="0"/>
            <a:r>
              <a:rPr lang="en-US" b="0" i="0" baseline="0" dirty="0"/>
              <a:t>McMini is intentionally minimal and does not reproduce every McStas feature.</a:t>
            </a:r>
          </a:p>
          <a:p>
            <a:pPr lvl="0"/>
            <a:endParaRPr lang="en-US" b="0" i="0" baseline="0" dirty="0"/>
          </a:p>
          <a:p>
            <a:pPr lvl="0"/>
            <a:r>
              <a:rPr lang="en-US" b="0" i="0" baseline="0" dirty="0"/>
              <a:t>Finite Monte Carlo statistics limited some low-intensity cases.</a:t>
            </a:r>
          </a:p>
          <a:p>
            <a:pPr lvl="0"/>
            <a:endParaRPr lang="en-US" b="0" i="0" baseline="0" dirty="0"/>
          </a:p>
          <a:p>
            <a:pPr lvl="0"/>
            <a:r>
              <a:rPr lang="en-US" dirty="0"/>
              <a:t>These limitations do not change the main conclusion, but they define where the result should be interpreted carefully.</a:t>
            </a:r>
            <a:endParaRPr lang="en-DK" dirty="0"/>
          </a:p>
        </p:txBody>
      </p:sp>
      <p:sp>
        <p:nvSpPr>
          <p:cNvPr id="4" name="Slide Number Placeholder 3">
            <a:extLst>
              <a:ext uri="{FF2B5EF4-FFF2-40B4-BE49-F238E27FC236}">
                <a16:creationId xmlns:a16="http://schemas.microsoft.com/office/drawing/2014/main" id="{91FA0A14-10CE-B0B4-7D42-AA6DBC6353D3}"/>
              </a:ext>
            </a:extLst>
          </p:cNvPr>
          <p:cNvSpPr>
            <a:spLocks noGrp="1"/>
          </p:cNvSpPr>
          <p:nvPr>
            <p:ph type="sldNum" sz="quarter" idx="5"/>
          </p:nvPr>
        </p:nvSpPr>
        <p:spPr/>
        <p:txBody>
          <a:bodyPr/>
          <a:lstStyle/>
          <a:p>
            <a:fld id="{49436F85-577F-4A92-A47F-D540A2BCC821}" type="slidenum">
              <a:rPr lang="en-GB" smtClean="0"/>
              <a:t>61</a:t>
            </a:fld>
            <a:endParaRPr lang="en-GB"/>
          </a:p>
        </p:txBody>
      </p:sp>
    </p:spTree>
    <p:extLst>
      <p:ext uri="{BB962C8B-B14F-4D97-AF65-F5344CB8AC3E}">
        <p14:creationId xmlns:p14="http://schemas.microsoft.com/office/powerpoint/2010/main" val="312106317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47506-DC3C-5428-4C76-C730B3C9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A5C2D-B135-ADC5-4364-28CEE85415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111E85-654C-C393-6BBF-3E1FA051D252}"/>
              </a:ext>
            </a:extLst>
          </p:cNvPr>
          <p:cNvSpPr>
            <a:spLocks noGrp="1"/>
          </p:cNvSpPr>
          <p:nvPr>
            <p:ph type="body" idx="1"/>
          </p:nvPr>
        </p:nvSpPr>
        <p:spPr/>
        <p:txBody>
          <a:bodyPr/>
          <a:lstStyle/>
          <a:p>
            <a:pPr lvl="0"/>
            <a:r>
              <a:rPr lang="en-US" b="0" i="0" baseline="0" dirty="0"/>
              <a:t>Limitations</a:t>
            </a:r>
          </a:p>
          <a:p>
            <a:pPr lvl="0"/>
            <a:endParaRPr lang="en-US" b="0" i="0" baseline="0" dirty="0"/>
          </a:p>
          <a:p>
            <a:pPr lvl="0"/>
            <a:r>
              <a:rPr lang="en-US" b="0" i="0" baseline="0" dirty="0"/>
              <a:t>The 4</a:t>
            </a:r>
            <a:r>
              <a:rPr lang="el-GR" b="0" i="0" baseline="0" dirty="0"/>
              <a:t>π </a:t>
            </a:r>
            <a:r>
              <a:rPr lang="en-US" b="0" i="0" baseline="0" dirty="0"/>
              <a:t>monitor artifact should be further investigated or corrected.</a:t>
            </a:r>
          </a:p>
          <a:p>
            <a:pPr lvl="0"/>
            <a:endParaRPr lang="en-US" b="0" i="0" baseline="0" dirty="0"/>
          </a:p>
          <a:p>
            <a:pPr lvl="0"/>
            <a:r>
              <a:rPr lang="en-US" b="0" i="0" baseline="0" dirty="0"/>
              <a:t>The expected intensity is less well defined for taller samples because the beam does not illuminate the full sample uniformly.</a:t>
            </a:r>
          </a:p>
          <a:p>
            <a:pPr lvl="0"/>
            <a:endParaRPr lang="en-US" b="0" i="0" baseline="0" dirty="0"/>
          </a:p>
          <a:p>
            <a:pPr lvl="0"/>
            <a:r>
              <a:rPr lang="en-US" b="0" i="0" baseline="0" dirty="0"/>
              <a:t>The optimization result depends on the chosen detector windows and quality metrics.</a:t>
            </a:r>
          </a:p>
          <a:p>
            <a:pPr lvl="0"/>
            <a:endParaRPr lang="en-US" b="0" i="0" baseline="0" dirty="0"/>
          </a:p>
          <a:p>
            <a:pPr lvl="0"/>
            <a:r>
              <a:rPr lang="en-US" b="0" i="0" baseline="0" dirty="0"/>
              <a:t>McMini is intentionally minimal and does not reproduce every McStas feature.</a:t>
            </a:r>
          </a:p>
          <a:p>
            <a:pPr lvl="0"/>
            <a:endParaRPr lang="en-US" b="0" i="0" baseline="0" dirty="0"/>
          </a:p>
          <a:p>
            <a:pPr lvl="0"/>
            <a:r>
              <a:rPr lang="en-US" b="0" i="0" baseline="0" dirty="0"/>
              <a:t>Finite Monte Carlo statistics limited some low-intensity cases.</a:t>
            </a:r>
          </a:p>
          <a:p>
            <a:pPr lvl="0"/>
            <a:endParaRPr lang="en-US" b="0" i="0" baseline="0" dirty="0"/>
          </a:p>
          <a:p>
            <a:pPr lvl="0"/>
            <a:r>
              <a:rPr lang="en-US" dirty="0"/>
              <a:t>These limitations do not change the main conclusion, but they define where the result should be interpreted carefully.</a:t>
            </a:r>
            <a:endParaRPr lang="en-DK" dirty="0"/>
          </a:p>
        </p:txBody>
      </p:sp>
      <p:sp>
        <p:nvSpPr>
          <p:cNvPr id="4" name="Slide Number Placeholder 3">
            <a:extLst>
              <a:ext uri="{FF2B5EF4-FFF2-40B4-BE49-F238E27FC236}">
                <a16:creationId xmlns:a16="http://schemas.microsoft.com/office/drawing/2014/main" id="{4ED93C9F-5475-0F76-F1EF-A7706C878F86}"/>
              </a:ext>
            </a:extLst>
          </p:cNvPr>
          <p:cNvSpPr>
            <a:spLocks noGrp="1"/>
          </p:cNvSpPr>
          <p:nvPr>
            <p:ph type="sldNum" sz="quarter" idx="5"/>
          </p:nvPr>
        </p:nvSpPr>
        <p:spPr/>
        <p:txBody>
          <a:bodyPr/>
          <a:lstStyle/>
          <a:p>
            <a:fld id="{49436F85-577F-4A92-A47F-D540A2BCC821}" type="slidenum">
              <a:rPr lang="en-GB" smtClean="0"/>
              <a:t>62</a:t>
            </a:fld>
            <a:endParaRPr lang="en-GB"/>
          </a:p>
        </p:txBody>
      </p:sp>
    </p:spTree>
    <p:extLst>
      <p:ext uri="{BB962C8B-B14F-4D97-AF65-F5344CB8AC3E}">
        <p14:creationId xmlns:p14="http://schemas.microsoft.com/office/powerpoint/2010/main" val="306191329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Validation: McMini and McStas/Union agree very well in integrated intensity and angular</a:t>
            </a:r>
          </a:p>
          <a:p>
            <a:r>
              <a:rPr lang="en-US" dirty="0"/>
              <a:t>scattering behavior, supporting the use of Union for this sample problem.</a:t>
            </a:r>
          </a:p>
          <a:p>
            <a:endParaRPr lang="en-US" dirty="0"/>
          </a:p>
          <a:p>
            <a:r>
              <a:rPr lang="en-US" dirty="0"/>
              <a:t>• Physics: The current CAMEA hollow vanadium sample shows significant angular </a:t>
            </a:r>
            <a:r>
              <a:rPr lang="en-US" dirty="0" err="1"/>
              <a:t>depen</a:t>
            </a:r>
            <a:r>
              <a:rPr lang="en-US" dirty="0"/>
              <a:t>-</a:t>
            </a:r>
          </a:p>
          <a:p>
            <a:r>
              <a:rPr lang="en-US" dirty="0" err="1"/>
              <a:t>dence</a:t>
            </a:r>
            <a:r>
              <a:rPr lang="en-US" dirty="0"/>
              <a:t> due to self-absorption and multiple scattering, despite vanadium’s nearly isotropic</a:t>
            </a:r>
          </a:p>
          <a:p>
            <a:r>
              <a:rPr lang="en-US" dirty="0"/>
              <a:t>incoherent scattering.</a:t>
            </a:r>
          </a:p>
          <a:p>
            <a:endParaRPr lang="en-US" dirty="0"/>
          </a:p>
          <a:p>
            <a:r>
              <a:rPr lang="en-US" dirty="0"/>
              <a:t>• Optimization: Thinner walls and/or taller geometries reduce anisotropy while maintaining</a:t>
            </a:r>
          </a:p>
          <a:p>
            <a:r>
              <a:rPr lang="en-US" dirty="0"/>
              <a:t>useful intensity; if constrained to h = r = 10 mm, a wall thickness around 0.75-1.25 </a:t>
            </a:r>
            <a:r>
              <a:rPr lang="en-US" dirty="0" err="1"/>
              <a:t>mmis</a:t>
            </a:r>
            <a:endParaRPr lang="en-US" dirty="0"/>
          </a:p>
          <a:p>
            <a:r>
              <a:rPr lang="en-US" dirty="0"/>
              <a:t>preferable to 2.6 mm.</a:t>
            </a:r>
          </a:p>
          <a:p>
            <a:endParaRPr lang="en-US" dirty="0"/>
          </a:p>
          <a:p>
            <a:r>
              <a:rPr lang="en-US" dirty="0"/>
              <a:t>Final sentence: “The main result is therefore not a single optimal sample, but a physically</a:t>
            </a:r>
          </a:p>
          <a:p>
            <a:r>
              <a:rPr lang="en-US" dirty="0"/>
              <a:t>motivated range of geometries that improve calibration behavior depending on the experimental</a:t>
            </a:r>
          </a:p>
          <a:p>
            <a:r>
              <a:rPr lang="en-US" dirty="0"/>
              <a:t>constraints.”</a:t>
            </a:r>
          </a:p>
        </p:txBody>
      </p:sp>
      <p:sp>
        <p:nvSpPr>
          <p:cNvPr id="4" name="Slide Number Placeholder 3"/>
          <p:cNvSpPr>
            <a:spLocks noGrp="1"/>
          </p:cNvSpPr>
          <p:nvPr>
            <p:ph type="sldNum" sz="quarter" idx="5"/>
          </p:nvPr>
        </p:nvSpPr>
        <p:spPr/>
        <p:txBody>
          <a:bodyPr/>
          <a:lstStyle/>
          <a:p>
            <a:fld id="{49436F85-577F-4A92-A47F-D540A2BCC821}" type="slidenum">
              <a:rPr lang="en-GB" smtClean="0"/>
              <a:t>63</a:t>
            </a:fld>
            <a:endParaRPr lang="en-GB"/>
          </a:p>
        </p:txBody>
      </p:sp>
    </p:spTree>
    <p:extLst>
      <p:ext uri="{BB962C8B-B14F-4D97-AF65-F5344CB8AC3E}">
        <p14:creationId xmlns:p14="http://schemas.microsoft.com/office/powerpoint/2010/main" val="394690555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09E0B-1263-844B-431E-E6A0B0B0E7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15CC1-7664-EE17-F8CC-A8557CBF1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A66DD-017B-78D1-DB6E-BCEE3FC67ECC}"/>
              </a:ext>
            </a:extLst>
          </p:cNvPr>
          <p:cNvSpPr>
            <a:spLocks noGrp="1"/>
          </p:cNvSpPr>
          <p:nvPr>
            <p:ph type="body" idx="1"/>
          </p:nvPr>
        </p:nvSpPr>
        <p:spPr/>
        <p:txBody>
          <a:bodyPr/>
          <a:lstStyle/>
          <a:p>
            <a:r>
              <a:rPr lang="en-US" dirty="0"/>
              <a:t>• Validation: McMini and McStas/Union agree very well in integrated intensity and angular</a:t>
            </a:r>
          </a:p>
          <a:p>
            <a:r>
              <a:rPr lang="en-US" dirty="0"/>
              <a:t>scattering behavior, supporting the use of Union for this sample problem.</a:t>
            </a:r>
          </a:p>
          <a:p>
            <a:endParaRPr lang="en-US" dirty="0"/>
          </a:p>
          <a:p>
            <a:r>
              <a:rPr lang="en-US" dirty="0"/>
              <a:t>• Physics: The current CAMEA hollow vanadium sample shows significant angular </a:t>
            </a:r>
            <a:r>
              <a:rPr lang="en-US" dirty="0" err="1"/>
              <a:t>depen</a:t>
            </a:r>
            <a:r>
              <a:rPr lang="en-US" dirty="0"/>
              <a:t>-</a:t>
            </a:r>
          </a:p>
          <a:p>
            <a:r>
              <a:rPr lang="en-US" dirty="0" err="1"/>
              <a:t>dence</a:t>
            </a:r>
            <a:r>
              <a:rPr lang="en-US" dirty="0"/>
              <a:t> due to self-absorption and multiple scattering, despite vanadium’s nearly isotropic</a:t>
            </a:r>
          </a:p>
          <a:p>
            <a:r>
              <a:rPr lang="en-US" dirty="0"/>
              <a:t>incoherent scattering.</a:t>
            </a:r>
          </a:p>
          <a:p>
            <a:endParaRPr lang="en-US" dirty="0"/>
          </a:p>
          <a:p>
            <a:r>
              <a:rPr lang="en-US" dirty="0"/>
              <a:t>• Optimization: Thinner walls and/or taller geometries reduce anisotropy while maintaining</a:t>
            </a:r>
          </a:p>
          <a:p>
            <a:r>
              <a:rPr lang="en-US" dirty="0"/>
              <a:t>useful intensity; if constrained to h = r = 10 mm, a wall thickness around 0.75-1.25 </a:t>
            </a:r>
            <a:r>
              <a:rPr lang="en-US" dirty="0" err="1"/>
              <a:t>mmis</a:t>
            </a:r>
            <a:endParaRPr lang="en-US" dirty="0"/>
          </a:p>
          <a:p>
            <a:r>
              <a:rPr lang="en-US" dirty="0"/>
              <a:t>preferable to 2.6 mm.</a:t>
            </a:r>
          </a:p>
          <a:p>
            <a:endParaRPr lang="en-US" dirty="0"/>
          </a:p>
          <a:p>
            <a:r>
              <a:rPr lang="en-US" dirty="0"/>
              <a:t>Final sentence: “The main result is therefore not a single optimal sample, but a physically</a:t>
            </a:r>
          </a:p>
          <a:p>
            <a:r>
              <a:rPr lang="en-US" dirty="0"/>
              <a:t>motivated range of geometries that improve calibration behavior depending on the experimental</a:t>
            </a:r>
          </a:p>
          <a:p>
            <a:r>
              <a:rPr lang="en-US" dirty="0"/>
              <a:t>constraints.”</a:t>
            </a:r>
          </a:p>
        </p:txBody>
      </p:sp>
      <p:sp>
        <p:nvSpPr>
          <p:cNvPr id="4" name="Slide Number Placeholder 3">
            <a:extLst>
              <a:ext uri="{FF2B5EF4-FFF2-40B4-BE49-F238E27FC236}">
                <a16:creationId xmlns:a16="http://schemas.microsoft.com/office/drawing/2014/main" id="{FB325FB5-34CA-B6B6-A8AC-F05251C7D69D}"/>
              </a:ext>
            </a:extLst>
          </p:cNvPr>
          <p:cNvSpPr>
            <a:spLocks noGrp="1"/>
          </p:cNvSpPr>
          <p:nvPr>
            <p:ph type="sldNum" sz="quarter" idx="5"/>
          </p:nvPr>
        </p:nvSpPr>
        <p:spPr/>
        <p:txBody>
          <a:bodyPr/>
          <a:lstStyle/>
          <a:p>
            <a:fld id="{49436F85-577F-4A92-A47F-D540A2BCC821}" type="slidenum">
              <a:rPr lang="en-GB" smtClean="0"/>
              <a:t>64</a:t>
            </a:fld>
            <a:endParaRPr lang="en-GB"/>
          </a:p>
        </p:txBody>
      </p:sp>
    </p:spTree>
    <p:extLst>
      <p:ext uri="{BB962C8B-B14F-4D97-AF65-F5344CB8AC3E}">
        <p14:creationId xmlns:p14="http://schemas.microsoft.com/office/powerpoint/2010/main" val="81371203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83B43-71F9-EAF7-5825-DC1AA8CB3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1ECC3-E683-C723-97F8-8B8ED22AFE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BC9CDC-EFA5-F426-D0A3-93AF19D5F656}"/>
              </a:ext>
            </a:extLst>
          </p:cNvPr>
          <p:cNvSpPr>
            <a:spLocks noGrp="1"/>
          </p:cNvSpPr>
          <p:nvPr>
            <p:ph type="body" idx="1"/>
          </p:nvPr>
        </p:nvSpPr>
        <p:spPr/>
        <p:txBody>
          <a:bodyPr/>
          <a:lstStyle/>
          <a:p>
            <a:r>
              <a:rPr lang="en-US" dirty="0"/>
              <a:t>• Validation: McMini and McStas/Union agree very well in integrated intensity and angular</a:t>
            </a:r>
          </a:p>
          <a:p>
            <a:r>
              <a:rPr lang="en-US" dirty="0"/>
              <a:t>scattering behavior, supporting the use of Union for this sample problem.</a:t>
            </a:r>
          </a:p>
          <a:p>
            <a:endParaRPr lang="en-US" dirty="0"/>
          </a:p>
          <a:p>
            <a:r>
              <a:rPr lang="en-US" dirty="0"/>
              <a:t>• Physics: The current CAMEA hollow vanadium sample shows significant angular </a:t>
            </a:r>
            <a:r>
              <a:rPr lang="en-US" dirty="0" err="1"/>
              <a:t>depen</a:t>
            </a:r>
            <a:r>
              <a:rPr lang="en-US" dirty="0"/>
              <a:t>-</a:t>
            </a:r>
          </a:p>
          <a:p>
            <a:r>
              <a:rPr lang="en-US" dirty="0" err="1"/>
              <a:t>dence</a:t>
            </a:r>
            <a:r>
              <a:rPr lang="en-US" dirty="0"/>
              <a:t> due to self-absorption and multiple scattering, despite vanadium’s nearly isotropic</a:t>
            </a:r>
          </a:p>
          <a:p>
            <a:r>
              <a:rPr lang="en-US" dirty="0"/>
              <a:t>incoherent scattering.</a:t>
            </a:r>
          </a:p>
          <a:p>
            <a:endParaRPr lang="en-US" dirty="0"/>
          </a:p>
          <a:p>
            <a:r>
              <a:rPr lang="en-US" dirty="0"/>
              <a:t>• Optimization: Thinner walls and/or taller geometries reduce anisotropy while maintaining</a:t>
            </a:r>
          </a:p>
          <a:p>
            <a:r>
              <a:rPr lang="en-US" dirty="0"/>
              <a:t>useful intensity; if constrained to h = r = 10 mm, a wall thickness around 0.75-1.25 </a:t>
            </a:r>
            <a:r>
              <a:rPr lang="en-US" dirty="0" err="1"/>
              <a:t>mmis</a:t>
            </a:r>
            <a:endParaRPr lang="en-US" dirty="0"/>
          </a:p>
          <a:p>
            <a:r>
              <a:rPr lang="en-US" dirty="0"/>
              <a:t>preferable to 2.6 mm.</a:t>
            </a:r>
          </a:p>
          <a:p>
            <a:endParaRPr lang="en-US" dirty="0"/>
          </a:p>
          <a:p>
            <a:r>
              <a:rPr lang="en-US" dirty="0"/>
              <a:t>Final sentence: “The main result is therefore not a single optimal sample, but a physically</a:t>
            </a:r>
          </a:p>
          <a:p>
            <a:r>
              <a:rPr lang="en-US" dirty="0"/>
              <a:t>motivated range of geometries that improve calibration behavior depending on the experimental</a:t>
            </a:r>
          </a:p>
          <a:p>
            <a:r>
              <a:rPr lang="en-US" dirty="0"/>
              <a:t>constraints.”</a:t>
            </a:r>
          </a:p>
        </p:txBody>
      </p:sp>
      <p:sp>
        <p:nvSpPr>
          <p:cNvPr id="4" name="Slide Number Placeholder 3">
            <a:extLst>
              <a:ext uri="{FF2B5EF4-FFF2-40B4-BE49-F238E27FC236}">
                <a16:creationId xmlns:a16="http://schemas.microsoft.com/office/drawing/2014/main" id="{D5DCEAEE-D4CC-A8BF-8788-EE57A545CA42}"/>
              </a:ext>
            </a:extLst>
          </p:cNvPr>
          <p:cNvSpPr>
            <a:spLocks noGrp="1"/>
          </p:cNvSpPr>
          <p:nvPr>
            <p:ph type="sldNum" sz="quarter" idx="5"/>
          </p:nvPr>
        </p:nvSpPr>
        <p:spPr/>
        <p:txBody>
          <a:bodyPr/>
          <a:lstStyle/>
          <a:p>
            <a:fld id="{49436F85-577F-4A92-A47F-D540A2BCC821}" type="slidenum">
              <a:rPr lang="en-GB" smtClean="0"/>
              <a:t>65</a:t>
            </a:fld>
            <a:endParaRPr lang="en-GB"/>
          </a:p>
        </p:txBody>
      </p:sp>
    </p:spTree>
    <p:extLst>
      <p:ext uri="{BB962C8B-B14F-4D97-AF65-F5344CB8AC3E}">
        <p14:creationId xmlns:p14="http://schemas.microsoft.com/office/powerpoint/2010/main" val="198357086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D8427-11AD-EFA8-BB1D-6D5A1B925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CA33EC-AE09-855F-0160-0DE5B1D76F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C5148A-4607-CC53-8CA9-E64C06E98D4F}"/>
              </a:ext>
            </a:extLst>
          </p:cNvPr>
          <p:cNvSpPr>
            <a:spLocks noGrp="1"/>
          </p:cNvSpPr>
          <p:nvPr>
            <p:ph type="body" idx="1"/>
          </p:nvPr>
        </p:nvSpPr>
        <p:spPr/>
        <p:txBody>
          <a:bodyPr/>
          <a:lstStyle/>
          <a:p>
            <a:r>
              <a:rPr lang="en-US" dirty="0"/>
              <a:t>• Validation: McMini and McStas/Union agree very well in integrated intensity and angular</a:t>
            </a:r>
          </a:p>
          <a:p>
            <a:r>
              <a:rPr lang="en-US" dirty="0"/>
              <a:t>scattering behavior, supporting the use of Union for this sample problem.</a:t>
            </a:r>
          </a:p>
          <a:p>
            <a:endParaRPr lang="en-US" dirty="0"/>
          </a:p>
          <a:p>
            <a:r>
              <a:rPr lang="en-US" dirty="0"/>
              <a:t>• Physics: The current CAMEA hollow vanadium sample shows significant angular </a:t>
            </a:r>
            <a:r>
              <a:rPr lang="en-US" dirty="0" err="1"/>
              <a:t>depen</a:t>
            </a:r>
            <a:r>
              <a:rPr lang="en-US" dirty="0"/>
              <a:t>-</a:t>
            </a:r>
          </a:p>
          <a:p>
            <a:r>
              <a:rPr lang="en-US" dirty="0" err="1"/>
              <a:t>dence</a:t>
            </a:r>
            <a:r>
              <a:rPr lang="en-US" dirty="0"/>
              <a:t> due to self-absorption and multiple scattering, despite vanadium’s nearly isotropic</a:t>
            </a:r>
          </a:p>
          <a:p>
            <a:r>
              <a:rPr lang="en-US" dirty="0"/>
              <a:t>incoherent scattering.</a:t>
            </a:r>
          </a:p>
          <a:p>
            <a:endParaRPr lang="en-US" dirty="0"/>
          </a:p>
          <a:p>
            <a:r>
              <a:rPr lang="en-US" dirty="0"/>
              <a:t>• Optimization: Thinner walls and/or taller geometries reduce anisotropy while maintaining</a:t>
            </a:r>
          </a:p>
          <a:p>
            <a:r>
              <a:rPr lang="en-US" dirty="0"/>
              <a:t>useful intensity; if constrained to h = r = 10 mm, a wall thickness around 0.75-1.25 </a:t>
            </a:r>
            <a:r>
              <a:rPr lang="en-US" dirty="0" err="1"/>
              <a:t>mmis</a:t>
            </a:r>
            <a:endParaRPr lang="en-US" dirty="0"/>
          </a:p>
          <a:p>
            <a:r>
              <a:rPr lang="en-US" dirty="0"/>
              <a:t>preferable to 2.6 mm.</a:t>
            </a:r>
          </a:p>
          <a:p>
            <a:endParaRPr lang="en-US" dirty="0"/>
          </a:p>
          <a:p>
            <a:r>
              <a:rPr lang="en-US" dirty="0"/>
              <a:t>Final sentence: “The main result is therefore not a single optimal sample, but a physically</a:t>
            </a:r>
          </a:p>
          <a:p>
            <a:r>
              <a:rPr lang="en-US" dirty="0"/>
              <a:t>motivated range of geometries that improve calibration behavior depending on the experimental</a:t>
            </a:r>
          </a:p>
          <a:p>
            <a:r>
              <a:rPr lang="en-US" dirty="0"/>
              <a:t>constraints.”</a:t>
            </a:r>
          </a:p>
        </p:txBody>
      </p:sp>
      <p:sp>
        <p:nvSpPr>
          <p:cNvPr id="4" name="Slide Number Placeholder 3">
            <a:extLst>
              <a:ext uri="{FF2B5EF4-FFF2-40B4-BE49-F238E27FC236}">
                <a16:creationId xmlns:a16="http://schemas.microsoft.com/office/drawing/2014/main" id="{468B912F-03AB-6638-F017-7EBE0A4C8CE3}"/>
              </a:ext>
            </a:extLst>
          </p:cNvPr>
          <p:cNvSpPr>
            <a:spLocks noGrp="1"/>
          </p:cNvSpPr>
          <p:nvPr>
            <p:ph type="sldNum" sz="quarter" idx="5"/>
          </p:nvPr>
        </p:nvSpPr>
        <p:spPr/>
        <p:txBody>
          <a:bodyPr/>
          <a:lstStyle/>
          <a:p>
            <a:fld id="{49436F85-577F-4A92-A47F-D540A2BCC821}" type="slidenum">
              <a:rPr lang="en-GB" smtClean="0"/>
              <a:t>66</a:t>
            </a:fld>
            <a:endParaRPr lang="en-GB"/>
          </a:p>
        </p:txBody>
      </p:sp>
    </p:spTree>
    <p:extLst>
      <p:ext uri="{BB962C8B-B14F-4D97-AF65-F5344CB8AC3E}">
        <p14:creationId xmlns:p14="http://schemas.microsoft.com/office/powerpoint/2010/main" val="368388959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DK" dirty="0"/>
                  <a:t>SANS measures scattering at very small angles, corresponding to small </a:t>
                </a:r>
                <a14:m>
                  <m:oMath xmlns:m="http://schemas.openxmlformats.org/officeDocument/2006/math">
                    <m:r>
                      <a:rPr lang="en-DK" sz="1200" i="1" kern="1200">
                        <a:solidFill>
                          <a:schemeClr val="tx1"/>
                        </a:solidFill>
                        <a:latin typeface="Cambria Math" panose="02040503050406030204" pitchFamily="18" charset="0"/>
                        <a:ea typeface="+mn-ea"/>
                        <a:cs typeface="+mn-cs"/>
                      </a:rPr>
                      <m:t>𝑄</m:t>
                    </m:r>
                  </m:oMath>
                </a14:m>
                <a:r>
                  <a:rPr lang="en-DK" dirty="0"/>
                  <a:t>, so it probes relatively large structures such as polymers, proteins, nanoparticles, and pores. Vanadium standards are useful in many neutron experiments because vanadium gives an almost featureless incoherent scattering signal, which can be used for detector normalization. My specific optimization was made for the CAMEA detector window, not for SANS, but the principle is transferable. One would simply redefine the detector window to the SANS angular range and optimize the geometry for high intensity and low angular anisotropy. The central point is that even if vanadium scatters approximately isotropically microscopically, the finite sample geometry introduces path-length effects, self-absorption, and multiple scattering, which can bias the observed calibration signal.</a:t>
                </a:r>
              </a:p>
              <a:p>
                <a:endParaRPr lang="en-DK" dirty="0"/>
              </a:p>
              <a:p>
                <a:r>
                  <a:rPr lang="en-DK" b="1" dirty="0"/>
                  <a:t>“What kind of experiments are performed at CAMEA?”</a:t>
                </a:r>
                <a:endParaRPr lang="en-DK" dirty="0"/>
              </a:p>
              <a:p>
                <a:r>
                  <a:rPr lang="en-DK" dirty="0"/>
                  <a:t>Mainly inelastic neutron scattering experiments, especially low-energy magnetic excitations and phonons in condensed-matter systems. It is useful when one wants efficient mapping of </a:t>
                </a:r>
                <a14:m>
                  <m:oMath xmlns:m="http://schemas.openxmlformats.org/officeDocument/2006/math">
                    <m:r>
                      <a:rPr lang="en-DK" sz="1200" i="1" kern="1200">
                        <a:solidFill>
                          <a:schemeClr val="tx1"/>
                        </a:solidFill>
                        <a:latin typeface="+mn-lt"/>
                        <a:ea typeface="+mn-ea"/>
                        <a:cs typeface="+mn-cs"/>
                      </a:rPr>
                      <m:t>𝑆</m:t>
                    </m:r>
                    <m:d>
                      <m:dPr>
                        <m:sepChr m:val=","/>
                        <m:ctrlPr>
                          <a:rPr lang="en-DK" sz="1200" i="1" kern="1200">
                            <a:solidFill>
                              <a:schemeClr val="tx1"/>
                            </a:solidFill>
                            <a:latin typeface="+mn-lt"/>
                            <a:ea typeface="+mn-ea"/>
                            <a:cs typeface="+mn-cs"/>
                          </a:rPr>
                        </m:ctrlPr>
                      </m:dPr>
                      <m:e>
                        <m:r>
                          <a:rPr lang="en-DK" sz="1200" b="1" i="0" kern="1200">
                            <a:solidFill>
                              <a:schemeClr val="tx1"/>
                            </a:solidFill>
                            <a:latin typeface="+mn-lt"/>
                            <a:ea typeface="+mn-ea"/>
                            <a:cs typeface="+mn-cs"/>
                          </a:rPr>
                          <m:t>𝐐</m:t>
                        </m:r>
                      </m:e>
                      <m:e>
                        <m:r>
                          <a:rPr lang="en-DK" sz="1200" b="0" i="1" kern="1200">
                            <a:solidFill>
                              <a:schemeClr val="tx1"/>
                            </a:solidFill>
                            <a:latin typeface="+mn-lt"/>
                            <a:ea typeface="+mn-ea"/>
                            <a:cs typeface="+mn-cs"/>
                          </a:rPr>
                          <m:t>𝜔</m:t>
                        </m:r>
                      </m:e>
                    </m:d>
                  </m:oMath>
                </a14:m>
                <a:r>
                  <a:rPr lang="en-DK" dirty="0"/>
                  <a:t>, especially under extreme sample environments such as low temperature, high magnetic field, or pressure.</a:t>
                </a:r>
              </a:p>
            </p:txBody>
          </p:sp>
        </mc:Choice>
        <mc:Fallback xmlns="">
          <p:sp>
            <p:nvSpPr>
              <p:cNvPr id="3" name="Notes Placeholder 2"/>
              <p:cNvSpPr>
                <a:spLocks noGrp="1"/>
              </p:cNvSpPr>
              <p:nvPr>
                <p:ph type="body" idx="1"/>
              </p:nvPr>
            </p:nvSpPr>
            <p:spPr/>
            <p:txBody>
              <a:bodyPr/>
              <a:lstStyle/>
              <a:p>
                <a:r>
                  <a:rPr lang="en-DK" dirty="0"/>
                  <a:t>SANS measures scattering at very small angles, corresponding to small </a:t>
                </a:r>
                <a:r>
                  <a:rPr lang="en-DK" sz="1200" i="0" kern="1200">
                    <a:solidFill>
                      <a:schemeClr val="tx1"/>
                    </a:solidFill>
                    <a:latin typeface="+mn-lt"/>
                    <a:ea typeface="+mn-ea"/>
                    <a:cs typeface="+mn-cs"/>
                  </a:rPr>
                  <a:t>𝑄</a:t>
                </a:r>
                <a:r>
                  <a:rPr lang="en-DK" dirty="0"/>
                  <a:t>, so it probes relatively large structures such as polymers, proteins, nanoparticles, and pores. Vanadium standards are useful in many neutron experiments because vanadium gives an almost featureless incoherent scattering signal, which can be used for detector normalization. My specific optimization was made for the CAMEA detector window, not for SANS, but the principle is transferable. One would simply redefine the detector window to the SANS angular range and optimize the geometry for high intensity and low angular anisotropy. The central point is that even if vanadium scatters approximately isotropically microscopically, the finite sample geometry introduces path-length effects, self-absorption, and multiple scattering, which can bias the observed calibration signal.</a:t>
                </a:r>
                <a:endParaRPr lang="en-US" dirty="0"/>
              </a:p>
            </p:txBody>
          </p:sp>
        </mc:Fallback>
      </mc:AlternateContent>
      <p:sp>
        <p:nvSpPr>
          <p:cNvPr id="4" name="Slide Number Placeholder 3"/>
          <p:cNvSpPr>
            <a:spLocks noGrp="1"/>
          </p:cNvSpPr>
          <p:nvPr>
            <p:ph type="sldNum" sz="quarter" idx="5"/>
          </p:nvPr>
        </p:nvSpPr>
        <p:spPr/>
        <p:txBody>
          <a:bodyPr/>
          <a:lstStyle/>
          <a:p>
            <a:fld id="{49436F85-577F-4A92-A47F-D540A2BCC821}" type="slidenum">
              <a:rPr lang="en-GB" smtClean="0"/>
              <a:t>67</a:t>
            </a:fld>
            <a:endParaRPr lang="en-GB"/>
          </a:p>
        </p:txBody>
      </p:sp>
    </p:spTree>
    <p:extLst>
      <p:ext uri="{BB962C8B-B14F-4D97-AF65-F5344CB8AC3E}">
        <p14:creationId xmlns:p14="http://schemas.microsoft.com/office/powerpoint/2010/main" val="153245733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436F85-577F-4A92-A47F-D540A2BCC821}" type="slidenum">
              <a:rPr lang="en-GB" smtClean="0"/>
              <a:t>68</a:t>
            </a:fld>
            <a:endParaRPr lang="en-GB"/>
          </a:p>
        </p:txBody>
      </p:sp>
    </p:spTree>
    <p:extLst>
      <p:ext uri="{BB962C8B-B14F-4D97-AF65-F5344CB8AC3E}">
        <p14:creationId xmlns:p14="http://schemas.microsoft.com/office/powerpoint/2010/main" val="25519165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hyperlink" Target="http://www.designguide.ku.dk/skabeloner/powerpoint/praesentationer/" TargetMode="External"/><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hyperlink" Target="https://designguide.ku.dk/skabeloner/powerpoint/praesentationer/" TargetMode="External"/><Relationship Id="rId4" Type="http://schemas.openxmlformats.org/officeDocument/2006/relationships/hyperlink" Target="https://image.ku.dk/shared/aZwD18034DnM3TYEw9XagEF6kxI6MLkV" TargetMode="External"/><Relationship Id="rId9"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eal small">
    <p:spTree>
      <p:nvGrpSpPr>
        <p:cNvPr id="1" name=""/>
        <p:cNvGrpSpPr/>
        <p:nvPr/>
      </p:nvGrpSpPr>
      <p:grpSpPr>
        <a:xfrm>
          <a:off x="0" y="0"/>
          <a:ext cx="0" cy="0"/>
          <a:chOff x="0" y="0"/>
          <a:chExt cx="0" cy="0"/>
        </a:xfrm>
      </p:grpSpPr>
      <p:sp>
        <p:nvSpPr>
          <p:cNvPr id="11" name="Rectangle 7"/>
          <p:cNvSpPr/>
          <p:nvPr userDrawn="1"/>
        </p:nvSpPr>
        <p:spPr>
          <a:xfrm>
            <a:off x="0" y="0"/>
            <a:ext cx="12198350" cy="68580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661"/>
          <a:stretch/>
        </p:blipFill>
        <p:spPr>
          <a:xfrm>
            <a:off x="1733575" y="-6016"/>
            <a:ext cx="10465859" cy="6858000"/>
          </a:xfrm>
          <a:prstGeom prst="rect">
            <a:avLst/>
          </a:prstGeom>
        </p:spPr>
      </p:pic>
      <p:sp>
        <p:nvSpPr>
          <p:cNvPr id="20" name="Titel 2">
            <a:extLst>
              <a:ext uri="{FF2B5EF4-FFF2-40B4-BE49-F238E27FC236}">
                <a16:creationId xmlns:a16="http://schemas.microsoft.com/office/drawing/2014/main" id="{916BA171-A8D6-BD97-B474-75F02EF18BA1}"/>
              </a:ext>
            </a:extLst>
          </p:cNvPr>
          <p:cNvSpPr>
            <a:spLocks noGrp="1"/>
          </p:cNvSpPr>
          <p:nvPr>
            <p:ph type="ctrTitle"/>
          </p:nvPr>
        </p:nvSpPr>
        <p:spPr>
          <a:xfrm>
            <a:off x="0" y="2271092"/>
            <a:ext cx="5959476" cy="3895200"/>
          </a:xfrm>
          <a:blipFill>
            <a:blip r:embed="rId3"/>
            <a:stretch>
              <a:fillRect/>
            </a:stretch>
          </a:blipFill>
        </p:spPr>
        <p:txBody>
          <a:bodyPr lIns="540000" tIns="468000" rIns="360000" bIns="2340000" anchor="b" anchorCtr="0">
            <a:noAutofit/>
          </a:bodyPr>
          <a:lstStyle>
            <a:lvl1pPr algn="l">
              <a:lnSpc>
                <a:spcPts val="4000"/>
              </a:lnSpc>
              <a:defRPr sz="3600">
                <a:solidFill>
                  <a:schemeClr val="bg1"/>
                </a:solidFill>
              </a:defRPr>
            </a:lvl1pPr>
          </a:lstStyle>
          <a:p>
            <a:r>
              <a:rPr lang="da-DK"/>
              <a:t>Klik for at redigere titeltypografien i masteren</a:t>
            </a:r>
            <a:endParaRPr lang="en-GB" dirty="0"/>
          </a:p>
        </p:txBody>
      </p:sp>
      <p:sp>
        <p:nvSpPr>
          <p:cNvPr id="10" name="Titel 1"/>
          <p:cNvSpPr>
            <a:spLocks noGrp="1"/>
          </p:cNvSpPr>
          <p:nvPr>
            <p:ph type="body" sz="quarter" idx="14" hasCustomPrompt="1"/>
          </p:nvPr>
        </p:nvSpPr>
        <p:spPr>
          <a:xfrm>
            <a:off x="587375" y="2610941"/>
            <a:ext cx="4946649" cy="1109335"/>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15" name="Pladsholder til tekst 14"/>
          <p:cNvSpPr>
            <a:spLocks noGrp="1"/>
          </p:cNvSpPr>
          <p:nvPr>
            <p:ph type="body" sz="quarter" idx="13" hasCustomPrompt="1"/>
          </p:nvPr>
        </p:nvSpPr>
        <p:spPr>
          <a:xfrm>
            <a:off x="588963" y="4053600"/>
            <a:ext cx="4946649"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br>
              <a:rPr lang="en-GB" dirty="0"/>
            </a:br>
            <a:endParaRPr lang="en-GB" dirty="0"/>
          </a:p>
        </p:txBody>
      </p:sp>
      <p:sp>
        <p:nvSpPr>
          <p:cNvPr id="4" name="Pladsholder til dato 3" hidden="1"/>
          <p:cNvSpPr>
            <a:spLocks noGrp="1"/>
          </p:cNvSpPr>
          <p:nvPr>
            <p:ph type="dt" sz="half" idx="10"/>
          </p:nvPr>
        </p:nvSpPr>
        <p:spPr>
          <a:xfrm>
            <a:off x="0" y="6858000"/>
            <a:ext cx="0" cy="0"/>
          </a:xfrm>
        </p:spPr>
        <p:txBody>
          <a:bodyPr/>
          <a:lstStyle>
            <a:lvl1pPr>
              <a:defRPr sz="100">
                <a:noFill/>
              </a:defRPr>
            </a:lvl1pPr>
          </a:lstStyle>
          <a:p>
            <a:fld id="{664F7F37-C978-4070-A8C9-9984E7C2ABE6}" type="datetime1">
              <a:rPr lang="en-GB" smtClean="0"/>
              <a:t>24/06/2026</a:t>
            </a:fld>
            <a:endParaRPr lang="en-GB" dirty="0"/>
          </a:p>
        </p:txBody>
      </p:sp>
      <p:sp>
        <p:nvSpPr>
          <p:cNvPr id="5" name="Pladsholder til sidefod 4" hidden="1"/>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hidden="1"/>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1690682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eal large">
    <p:spTree>
      <p:nvGrpSpPr>
        <p:cNvPr id="1" name=""/>
        <p:cNvGrpSpPr/>
        <p:nvPr/>
      </p:nvGrpSpPr>
      <p:grpSpPr>
        <a:xfrm>
          <a:off x="0" y="0"/>
          <a:ext cx="0" cy="0"/>
          <a:chOff x="0" y="0"/>
          <a:chExt cx="0" cy="0"/>
        </a:xfrm>
      </p:grpSpPr>
      <p:sp>
        <p:nvSpPr>
          <p:cNvPr id="8" name="Rectangle 7"/>
          <p:cNvSpPr/>
          <p:nvPr userDrawn="1"/>
        </p:nvSpPr>
        <p:spPr>
          <a:xfrm>
            <a:off x="0" y="0"/>
            <a:ext cx="12198350" cy="68580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pic>
        <p:nvPicPr>
          <p:cNvPr id="7"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661"/>
          <a:stretch/>
        </p:blipFill>
        <p:spPr>
          <a:xfrm>
            <a:off x="1733575" y="-6016"/>
            <a:ext cx="10465859" cy="6858000"/>
          </a:xfrm>
          <a:prstGeom prst="rect">
            <a:avLst/>
          </a:prstGeom>
        </p:spPr>
      </p:pic>
      <p:sp>
        <p:nvSpPr>
          <p:cNvPr id="11" name="Titel 2">
            <a:extLst>
              <a:ext uri="{FF2B5EF4-FFF2-40B4-BE49-F238E27FC236}">
                <a16:creationId xmlns:a16="http://schemas.microsoft.com/office/drawing/2014/main" id="{F3CC8A4E-DD42-3359-871D-736513372237}"/>
              </a:ext>
            </a:extLst>
          </p:cNvPr>
          <p:cNvSpPr>
            <a:spLocks noGrp="1"/>
          </p:cNvSpPr>
          <p:nvPr>
            <p:ph type="ctrTitle" hasCustomPrompt="1"/>
          </p:nvPr>
        </p:nvSpPr>
        <p:spPr>
          <a:xfrm>
            <a:off x="0" y="691815"/>
            <a:ext cx="5959476" cy="5474035"/>
          </a:xfrm>
          <a:blipFill>
            <a:blip r:embed="rId3"/>
            <a:stretch>
              <a:fillRect/>
            </a:stretch>
          </a:blipFill>
        </p:spPr>
        <p:txBody>
          <a:bodyPr lIns="540000" tIns="468000" rIns="360000" bIns="3384000" anchor="b" anchorCtr="0">
            <a:noAutofit/>
          </a:bodyPr>
          <a:lstStyle>
            <a:lvl1pPr algn="l">
              <a:lnSpc>
                <a:spcPct val="900000"/>
              </a:lnSpc>
              <a:defRPr sz="3600">
                <a:solidFill>
                  <a:schemeClr val="bg1"/>
                </a:solidFill>
              </a:defRPr>
            </a:lvl1pPr>
          </a:lstStyle>
          <a:p>
            <a:r>
              <a:rPr lang="en-GB" dirty="0"/>
              <a:t>master</a:t>
            </a:r>
          </a:p>
        </p:txBody>
      </p:sp>
      <p:sp>
        <p:nvSpPr>
          <p:cNvPr id="12" name="Titel 1"/>
          <p:cNvSpPr>
            <a:spLocks noGrp="1"/>
          </p:cNvSpPr>
          <p:nvPr>
            <p:ph type="body" sz="quarter" idx="14" hasCustomPrompt="1"/>
          </p:nvPr>
        </p:nvSpPr>
        <p:spPr>
          <a:xfrm>
            <a:off x="587375" y="1020200"/>
            <a:ext cx="4946649" cy="1345417"/>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37" name="Undertitel 2"/>
          <p:cNvSpPr>
            <a:spLocks noGrp="1"/>
          </p:cNvSpPr>
          <p:nvPr>
            <p:ph type="subTitle" idx="1" hasCustomPrompt="1"/>
          </p:nvPr>
        </p:nvSpPr>
        <p:spPr>
          <a:xfrm>
            <a:off x="588964" y="3007285"/>
            <a:ext cx="4946648" cy="726435"/>
          </a:xfrm>
        </p:spPr>
        <p:txBody>
          <a:bodyPr rIns="0">
            <a:no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38" name="Pladsholder til tekst 14"/>
          <p:cNvSpPr>
            <a:spLocks noGrp="1"/>
          </p:cNvSpPr>
          <p:nvPr>
            <p:ph type="body" sz="quarter" idx="13" hasCustomPrompt="1"/>
          </p:nvPr>
        </p:nvSpPr>
        <p:spPr>
          <a:xfrm>
            <a:off x="588963" y="4053600"/>
            <a:ext cx="4946649"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p>
        </p:txBody>
      </p:sp>
      <p:sp>
        <p:nvSpPr>
          <p:cNvPr id="4" name="Pladsholder til dato 3" hidden="1"/>
          <p:cNvSpPr>
            <a:spLocks noGrp="1"/>
          </p:cNvSpPr>
          <p:nvPr>
            <p:ph type="dt" sz="half" idx="10"/>
          </p:nvPr>
        </p:nvSpPr>
        <p:spPr>
          <a:xfrm>
            <a:off x="0" y="6858000"/>
            <a:ext cx="0" cy="0"/>
          </a:xfrm>
        </p:spPr>
        <p:txBody>
          <a:bodyPr/>
          <a:lstStyle>
            <a:lvl1pPr>
              <a:defRPr sz="100">
                <a:noFill/>
              </a:defRPr>
            </a:lvl1pPr>
          </a:lstStyle>
          <a:p>
            <a:fld id="{41282B6A-0E05-4999-B083-B58431580830}" type="datetime1">
              <a:rPr lang="en-GB" smtClean="0"/>
              <a:t>24/06/2026</a:t>
            </a:fld>
            <a:endParaRPr lang="en-GB" dirty="0"/>
          </a:p>
        </p:txBody>
      </p:sp>
      <p:sp>
        <p:nvSpPr>
          <p:cNvPr id="5" name="Pladsholder til sidefod 4" hidden="1"/>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hidden="1"/>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428179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image small righ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blipFill>
            <a:blip r:embed="rId2"/>
            <a:stretch>
              <a:fillRect/>
            </a:stretch>
          </a:blipFill>
        </p:spPr>
        <p:txBody>
          <a:bodyPr lIns="1080000" tIns="0" rIns="6408000" anchor="ctr" anchorCtr="0"/>
          <a:lstStyle>
            <a:lvl1pPr marL="0" indent="0" algn="r">
              <a:buNone/>
              <a:defRPr sz="2400" b="1" i="0" baseline="0">
                <a:solidFill>
                  <a:schemeClr val="bg1"/>
                </a:solidFill>
                <a:sym typeface="Wingdings" panose="05000000000000000000" pitchFamily="2" charset="2"/>
              </a:defRPr>
            </a:lvl1pPr>
          </a:lstStyle>
          <a:p>
            <a:r>
              <a:rPr lang="en-GB" dirty="0"/>
              <a:t>Click icon to insert image  </a:t>
            </a:r>
          </a:p>
        </p:txBody>
      </p:sp>
      <p:sp>
        <p:nvSpPr>
          <p:cNvPr id="11" name="Titel 2">
            <a:extLst>
              <a:ext uri="{FF2B5EF4-FFF2-40B4-BE49-F238E27FC236}">
                <a16:creationId xmlns:a16="http://schemas.microsoft.com/office/drawing/2014/main" id="{A35AA5B6-111C-4735-AFC4-EBC2CB1BF4A3}"/>
              </a:ext>
            </a:extLst>
          </p:cNvPr>
          <p:cNvSpPr>
            <a:spLocks noGrp="1"/>
          </p:cNvSpPr>
          <p:nvPr>
            <p:ph type="ctrTitle"/>
          </p:nvPr>
        </p:nvSpPr>
        <p:spPr>
          <a:xfrm>
            <a:off x="6243638" y="2271092"/>
            <a:ext cx="5948362" cy="3895200"/>
          </a:xfrm>
          <a:blipFill>
            <a:blip r:embed="rId3"/>
            <a:stretch>
              <a:fillRect/>
            </a:stretch>
          </a:blipFill>
        </p:spPr>
        <p:txBody>
          <a:bodyPr lIns="360000" tIns="468000" rIns="540000" bIns="2448000" anchor="b" anchorCtr="0">
            <a:noAutofit/>
          </a:bodyPr>
          <a:lstStyle>
            <a:lvl1pPr algn="l">
              <a:lnSpc>
                <a:spcPts val="4000"/>
              </a:lnSpc>
              <a:defRPr sz="3600">
                <a:solidFill>
                  <a:schemeClr val="bg1"/>
                </a:solidFill>
              </a:defRPr>
            </a:lvl1pPr>
          </a:lstStyle>
          <a:p>
            <a:r>
              <a:rPr lang="da-DK"/>
              <a:t>Klik for at redigere titeltypografien i masteren</a:t>
            </a:r>
            <a:endParaRPr lang="en-GB" dirty="0"/>
          </a:p>
        </p:txBody>
      </p:sp>
      <p:sp>
        <p:nvSpPr>
          <p:cNvPr id="10" name="Titel 1"/>
          <p:cNvSpPr>
            <a:spLocks noGrp="1"/>
          </p:cNvSpPr>
          <p:nvPr>
            <p:ph type="body" sz="quarter" idx="15" hasCustomPrompt="1"/>
          </p:nvPr>
        </p:nvSpPr>
        <p:spPr>
          <a:xfrm>
            <a:off x="6622258" y="2610941"/>
            <a:ext cx="4962920" cy="1109335"/>
          </a:xfrm>
        </p:spPr>
        <p:txBody>
          <a:bodyPr rIns="0">
            <a:noAutofit/>
          </a:bodyPr>
          <a:lstStyle>
            <a:lvl1pPr marL="0" indent="0">
              <a:lnSpc>
                <a:spcPct val="100000"/>
              </a:lnSpc>
              <a:spcBef>
                <a:spcPts val="0"/>
              </a:spcBef>
              <a:buNone/>
              <a:defRPr sz="3600" b="0" i="0" baseline="0">
                <a:solidFill>
                  <a:schemeClr val="accent1"/>
                </a:solidFill>
                <a:latin typeface="+mj-lt"/>
              </a:defRPr>
            </a:lvl1pPr>
          </a:lstStyle>
          <a:p>
            <a:pPr lvl="0"/>
            <a:r>
              <a:rPr lang="en-GB" dirty="0"/>
              <a:t>Click to add title</a:t>
            </a:r>
          </a:p>
        </p:txBody>
      </p:sp>
      <p:sp>
        <p:nvSpPr>
          <p:cNvPr id="9" name="Pladsholder til tekst 14"/>
          <p:cNvSpPr>
            <a:spLocks noGrp="1"/>
          </p:cNvSpPr>
          <p:nvPr>
            <p:ph type="body" sz="quarter" idx="13" hasCustomPrompt="1"/>
          </p:nvPr>
        </p:nvSpPr>
        <p:spPr>
          <a:xfrm>
            <a:off x="6622257" y="4053600"/>
            <a:ext cx="4979193" cy="899766"/>
          </a:xfrm>
        </p:spPr>
        <p:txBody>
          <a:bodyPr r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b="0" i="0" baseline="0"/>
            </a:lvl1pPr>
          </a:lstStyle>
          <a:p>
            <a:pPr lvl="0"/>
            <a:r>
              <a:rPr lang="en-GB" dirty="0"/>
              <a:t>Name of speaker, UCPH unit, place and date</a:t>
            </a:r>
          </a:p>
        </p:txBody>
      </p:sp>
      <p:sp>
        <p:nvSpPr>
          <p:cNvPr id="4" name="Pladsholder til dato 3"/>
          <p:cNvSpPr>
            <a:spLocks noGrp="1"/>
          </p:cNvSpPr>
          <p:nvPr>
            <p:ph type="dt" sz="half" idx="10"/>
          </p:nvPr>
        </p:nvSpPr>
        <p:spPr>
          <a:xfrm>
            <a:off x="0" y="6858000"/>
            <a:ext cx="0" cy="0"/>
          </a:xfrm>
        </p:spPr>
        <p:txBody>
          <a:bodyPr/>
          <a:lstStyle>
            <a:lvl1pPr>
              <a:defRPr sz="100">
                <a:noFill/>
              </a:defRPr>
            </a:lvl1pPr>
          </a:lstStyle>
          <a:p>
            <a:fld id="{3ECB2203-00D5-4F87-8F9D-D0B17AC42B67}" type="datetime1">
              <a:rPr lang="en-GB" smtClean="0"/>
              <a:t>24/06/2026</a:t>
            </a:fld>
            <a:endParaRPr lang="en-GB" dirty="0"/>
          </a:p>
        </p:txBody>
      </p:sp>
      <p:sp>
        <p:nvSpPr>
          <p:cNvPr id="5" name="Pladsholder til sidefod 4"/>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629679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image large righ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blipFill>
            <a:blip r:embed="rId2"/>
            <a:stretch>
              <a:fillRect/>
            </a:stretch>
          </a:blipFill>
        </p:spPr>
        <p:txBody>
          <a:bodyPr lIns="1080000" tIns="0" rIns="6408000" anchor="ctr" anchorCtr="0"/>
          <a:lstStyle>
            <a:lvl1pPr marL="0" indent="0" algn="r">
              <a:buNone/>
              <a:defRPr sz="2400" b="1" i="0" baseline="0">
                <a:solidFill>
                  <a:schemeClr val="bg1"/>
                </a:solidFill>
                <a:sym typeface="Wingdings" panose="05000000000000000000" pitchFamily="2" charset="2"/>
              </a:defRPr>
            </a:lvl1pPr>
          </a:lstStyle>
          <a:p>
            <a:r>
              <a:rPr lang="en-GB" dirty="0"/>
              <a:t>Click icon to insert image   </a:t>
            </a:r>
          </a:p>
        </p:txBody>
      </p:sp>
      <p:sp>
        <p:nvSpPr>
          <p:cNvPr id="17" name="Titel 2">
            <a:extLst>
              <a:ext uri="{FF2B5EF4-FFF2-40B4-BE49-F238E27FC236}">
                <a16:creationId xmlns:a16="http://schemas.microsoft.com/office/drawing/2014/main" id="{5841F5BD-07B0-188F-6A65-1A9CB9107526}"/>
              </a:ext>
            </a:extLst>
          </p:cNvPr>
          <p:cNvSpPr>
            <a:spLocks noGrp="1"/>
          </p:cNvSpPr>
          <p:nvPr>
            <p:ph type="ctrTitle" hasCustomPrompt="1"/>
          </p:nvPr>
        </p:nvSpPr>
        <p:spPr>
          <a:xfrm>
            <a:off x="6243638" y="691815"/>
            <a:ext cx="5948362" cy="5474035"/>
          </a:xfrm>
          <a:blipFill>
            <a:blip r:embed="rId3"/>
            <a:stretch>
              <a:fillRect/>
            </a:stretch>
          </a:blipFill>
        </p:spPr>
        <p:txBody>
          <a:bodyPr lIns="360000" tIns="468000" rIns="540000" bIns="3384000" anchor="b" anchorCtr="0">
            <a:noAutofit/>
          </a:bodyPr>
          <a:lstStyle>
            <a:lvl1pPr algn="l">
              <a:lnSpc>
                <a:spcPts val="4000"/>
              </a:lnSpc>
              <a:defRPr sz="3600">
                <a:solidFill>
                  <a:schemeClr val="bg1"/>
                </a:solidFill>
              </a:defRPr>
            </a:lvl1pPr>
          </a:lstStyle>
          <a:p>
            <a:r>
              <a:rPr lang="en-GB" dirty="0"/>
              <a:t>master</a:t>
            </a:r>
          </a:p>
        </p:txBody>
      </p:sp>
      <p:sp>
        <p:nvSpPr>
          <p:cNvPr id="12" name="Pladsholder til tekst 14">
            <a:extLst>
              <a:ext uri="{FF2B5EF4-FFF2-40B4-BE49-F238E27FC236}">
                <a16:creationId xmlns:a16="http://schemas.microsoft.com/office/drawing/2014/main" id="{7AF680B5-5F7B-7C42-BF08-E9B604FEDFF4}"/>
              </a:ext>
            </a:extLst>
          </p:cNvPr>
          <p:cNvSpPr>
            <a:spLocks noGrp="1"/>
          </p:cNvSpPr>
          <p:nvPr>
            <p:ph type="body" sz="quarter" idx="13" hasCustomPrompt="1"/>
          </p:nvPr>
        </p:nvSpPr>
        <p:spPr>
          <a:xfrm>
            <a:off x="6622257" y="4053600"/>
            <a:ext cx="4979193" cy="899766"/>
          </a:xfrm>
        </p:spPr>
        <p:txBody>
          <a:bodyPr rIns="0">
            <a:noAutofit/>
          </a:bodyPr>
          <a:lstStyle>
            <a:lvl1pPr marL="0" indent="0">
              <a:spcBef>
                <a:spcPts val="0"/>
              </a:spcBef>
              <a:buNone/>
              <a:defRPr sz="1800" b="0" i="0" baseline="0"/>
            </a:lvl1pPr>
          </a:lstStyle>
          <a:p>
            <a:pPr lvl="0"/>
            <a:r>
              <a:rPr lang="en-GB" dirty="0"/>
              <a:t>Name of speaker, UCPH unit, place and date</a:t>
            </a:r>
          </a:p>
        </p:txBody>
      </p:sp>
      <p:sp>
        <p:nvSpPr>
          <p:cNvPr id="13" name="Undertitel 2">
            <a:extLst>
              <a:ext uri="{FF2B5EF4-FFF2-40B4-BE49-F238E27FC236}">
                <a16:creationId xmlns:a16="http://schemas.microsoft.com/office/drawing/2014/main" id="{E8639E81-1331-644F-9855-3A9C253754AE}"/>
              </a:ext>
            </a:extLst>
          </p:cNvPr>
          <p:cNvSpPr>
            <a:spLocks noGrp="1"/>
          </p:cNvSpPr>
          <p:nvPr>
            <p:ph type="subTitle" idx="1" hasCustomPrompt="1"/>
          </p:nvPr>
        </p:nvSpPr>
        <p:spPr>
          <a:xfrm>
            <a:off x="6622257" y="3007285"/>
            <a:ext cx="4979193" cy="726435"/>
          </a:xfrm>
        </p:spPr>
        <p:txBody>
          <a:bodyPr>
            <a:noAutofit/>
          </a:bodyPr>
          <a:lstStyle>
            <a:lvl1pPr marL="0" indent="0" algn="l">
              <a:lnSpc>
                <a:spcPct val="100000"/>
              </a:lnSpc>
              <a:buNone/>
              <a:defRPr sz="24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14" name="Titel 1">
            <a:extLst>
              <a:ext uri="{FF2B5EF4-FFF2-40B4-BE49-F238E27FC236}">
                <a16:creationId xmlns:a16="http://schemas.microsoft.com/office/drawing/2014/main" id="{B7A6A120-00EE-3144-9AB3-0695A4240B49}"/>
              </a:ext>
            </a:extLst>
          </p:cNvPr>
          <p:cNvSpPr>
            <a:spLocks noGrp="1"/>
          </p:cNvSpPr>
          <p:nvPr>
            <p:ph type="body" sz="quarter" idx="15" hasCustomPrompt="1"/>
          </p:nvPr>
        </p:nvSpPr>
        <p:spPr>
          <a:xfrm>
            <a:off x="6622257" y="1020200"/>
            <a:ext cx="4977606" cy="1345417"/>
          </a:xfrm>
        </p:spPr>
        <p:txBody>
          <a:bodyPr rIns="0">
            <a:noAutofit/>
          </a:bodyPr>
          <a:lstStyle>
            <a:lvl1pPr marL="0" indent="0">
              <a:lnSpc>
                <a:spcPct val="100000"/>
              </a:lnSpc>
              <a:spcBef>
                <a:spcPts val="0"/>
              </a:spcBef>
              <a:buNone/>
              <a:defRPr sz="3600" b="0" i="0" baseline="0">
                <a:solidFill>
                  <a:schemeClr val="accent1"/>
                </a:solidFill>
                <a:latin typeface="+mj-lt"/>
              </a:defRPr>
            </a:lvl1pPr>
          </a:lstStyle>
          <a:p>
            <a:pPr lvl="0"/>
            <a:r>
              <a:rPr lang="en-GB" dirty="0"/>
              <a:t>Click to add title</a:t>
            </a:r>
          </a:p>
        </p:txBody>
      </p:sp>
      <p:sp>
        <p:nvSpPr>
          <p:cNvPr id="10" name="Pladsholder til dato 3" hidden="1">
            <a:extLst>
              <a:ext uri="{FF2B5EF4-FFF2-40B4-BE49-F238E27FC236}">
                <a16:creationId xmlns:a16="http://schemas.microsoft.com/office/drawing/2014/main" id="{5D6F800E-E8DB-D1E9-A292-CDCB828E80AD}"/>
              </a:ext>
            </a:extLst>
          </p:cNvPr>
          <p:cNvSpPr>
            <a:spLocks noGrp="1"/>
          </p:cNvSpPr>
          <p:nvPr>
            <p:ph type="dt" sz="half" idx="10"/>
          </p:nvPr>
        </p:nvSpPr>
        <p:spPr>
          <a:xfrm>
            <a:off x="0" y="6858000"/>
            <a:ext cx="0" cy="0"/>
          </a:xfrm>
        </p:spPr>
        <p:txBody>
          <a:bodyPr/>
          <a:lstStyle>
            <a:lvl1pPr>
              <a:defRPr sz="100">
                <a:noFill/>
              </a:defRPr>
            </a:lvl1pPr>
          </a:lstStyle>
          <a:p>
            <a:fld id="{D700EDC7-A33F-4ACB-87EF-882B537199F0}" type="datetime1">
              <a:rPr lang="en-GB" smtClean="0"/>
              <a:t>24/06/2026</a:t>
            </a:fld>
            <a:endParaRPr lang="en-GB" dirty="0"/>
          </a:p>
        </p:txBody>
      </p:sp>
      <p:sp>
        <p:nvSpPr>
          <p:cNvPr id="15" name="Pladsholder til sidefod 4" hidden="1">
            <a:extLst>
              <a:ext uri="{FF2B5EF4-FFF2-40B4-BE49-F238E27FC236}">
                <a16:creationId xmlns:a16="http://schemas.microsoft.com/office/drawing/2014/main" id="{75F96715-1FD5-51ED-7CC1-42E30D0821E3}"/>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6" name="Pladsholder til slidenummer 5" hidden="1">
            <a:extLst>
              <a:ext uri="{FF2B5EF4-FFF2-40B4-BE49-F238E27FC236}">
                <a16:creationId xmlns:a16="http://schemas.microsoft.com/office/drawing/2014/main" id="{FF7B57F8-B201-8F25-4597-86F1EE0AFA0C}"/>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1709872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image small lef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solidFill>
            <a:schemeClr val="bg1">
              <a:lumMod val="75000"/>
            </a:schemeClr>
          </a:solidFill>
        </p:spPr>
        <p:txBody>
          <a:bodyPr lIns="6408000" tIns="0" rIns="720000" anchor="ctr" anchorCtr="0"/>
          <a:lstStyle>
            <a:lvl1pPr marL="0" indent="0" algn="l" defTabSz="914400" rtl="0" eaLnBrk="1" latinLnBrk="0" hangingPunct="1">
              <a:lnSpc>
                <a:spcPct val="100000"/>
              </a:lnSpc>
              <a:spcBef>
                <a:spcPts val="1000"/>
              </a:spcBef>
              <a:buFont typeface="Arial" panose="020B0604020202020204" pitchFamily="34" charset="0"/>
              <a:buNone/>
              <a:defRPr lang="da-DK" sz="2400" kern="1200" baseline="0" dirty="0">
                <a:solidFill>
                  <a:schemeClr val="bg1"/>
                </a:solidFill>
                <a:latin typeface="+mn-lt"/>
                <a:ea typeface="+mn-ea"/>
                <a:cs typeface="+mn-cs"/>
                <a:sym typeface="Wingdings" panose="05000000000000000000" pitchFamily="2" charset="2"/>
              </a:defRPr>
            </a:lvl1pPr>
          </a:lstStyle>
          <a:p>
            <a:r>
              <a:rPr lang="en-GB" dirty="0"/>
              <a:t> Click icon to insert image</a:t>
            </a:r>
          </a:p>
        </p:txBody>
      </p:sp>
      <p:sp>
        <p:nvSpPr>
          <p:cNvPr id="13" name="Titel 2">
            <a:extLst>
              <a:ext uri="{FF2B5EF4-FFF2-40B4-BE49-F238E27FC236}">
                <a16:creationId xmlns:a16="http://schemas.microsoft.com/office/drawing/2014/main" id="{A98E7E85-8DE3-687D-4837-DB9872BFCE68}"/>
              </a:ext>
            </a:extLst>
          </p:cNvPr>
          <p:cNvSpPr>
            <a:spLocks noGrp="1"/>
          </p:cNvSpPr>
          <p:nvPr>
            <p:ph type="ctrTitle"/>
          </p:nvPr>
        </p:nvSpPr>
        <p:spPr>
          <a:xfrm>
            <a:off x="0" y="2271092"/>
            <a:ext cx="5959476" cy="3895200"/>
          </a:xfrm>
          <a:blipFill>
            <a:blip r:embed="rId2"/>
            <a:stretch>
              <a:fillRect/>
            </a:stretch>
          </a:blipFill>
        </p:spPr>
        <p:txBody>
          <a:bodyPr lIns="540000" tIns="468000" rIns="360000" bIns="2340000" anchor="b" anchorCtr="0">
            <a:noAutofit/>
          </a:bodyPr>
          <a:lstStyle>
            <a:lvl1pPr algn="l">
              <a:lnSpc>
                <a:spcPts val="4000"/>
              </a:lnSpc>
              <a:defRPr sz="3600">
                <a:solidFill>
                  <a:schemeClr val="bg1"/>
                </a:solidFill>
              </a:defRPr>
            </a:lvl1pPr>
          </a:lstStyle>
          <a:p>
            <a:r>
              <a:rPr lang="da-DK"/>
              <a:t>Klik for at redigere titeltypografien i masteren</a:t>
            </a:r>
            <a:endParaRPr lang="en-GB" dirty="0"/>
          </a:p>
        </p:txBody>
      </p:sp>
      <p:sp>
        <p:nvSpPr>
          <p:cNvPr id="9" name="Titel 1"/>
          <p:cNvSpPr>
            <a:spLocks noGrp="1"/>
          </p:cNvSpPr>
          <p:nvPr>
            <p:ph type="body" sz="quarter" idx="15" hasCustomPrompt="1"/>
          </p:nvPr>
        </p:nvSpPr>
        <p:spPr>
          <a:xfrm>
            <a:off x="587375" y="2610941"/>
            <a:ext cx="4946649" cy="1109335"/>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26" name="Pladsholder til tekst 14"/>
          <p:cNvSpPr>
            <a:spLocks noGrp="1"/>
          </p:cNvSpPr>
          <p:nvPr>
            <p:ph type="body" sz="quarter" idx="13" hasCustomPrompt="1"/>
          </p:nvPr>
        </p:nvSpPr>
        <p:spPr>
          <a:xfrm>
            <a:off x="588963" y="4042705"/>
            <a:ext cx="4983162" cy="899766"/>
          </a:xfrm>
        </p:spPr>
        <p:txBody>
          <a:bodyPr rIns="0">
            <a:noAutofit/>
          </a:bodyPr>
          <a:lstStyle>
            <a:lvl1pPr marL="0" indent="0">
              <a:spcBef>
                <a:spcPts val="0"/>
              </a:spcBef>
              <a:buNone/>
              <a:defRPr sz="1800" baseline="0"/>
            </a:lvl1pPr>
          </a:lstStyle>
          <a:p>
            <a:pPr lvl="0"/>
            <a:r>
              <a:rPr lang="en-GB" dirty="0"/>
              <a:t>Name of speaker, UCPH unit, place and date</a:t>
            </a:r>
          </a:p>
        </p:txBody>
      </p:sp>
      <p:sp>
        <p:nvSpPr>
          <p:cNvPr id="10" name="Pladsholder til dato 3" hidden="1">
            <a:extLst>
              <a:ext uri="{FF2B5EF4-FFF2-40B4-BE49-F238E27FC236}">
                <a16:creationId xmlns:a16="http://schemas.microsoft.com/office/drawing/2014/main" id="{1570F19F-11E9-F8A1-DCD4-0B2BD4223DC2}"/>
              </a:ext>
            </a:extLst>
          </p:cNvPr>
          <p:cNvSpPr>
            <a:spLocks noGrp="1"/>
          </p:cNvSpPr>
          <p:nvPr>
            <p:ph type="dt" sz="half" idx="10"/>
          </p:nvPr>
        </p:nvSpPr>
        <p:spPr>
          <a:xfrm>
            <a:off x="0" y="6858000"/>
            <a:ext cx="0" cy="0"/>
          </a:xfrm>
        </p:spPr>
        <p:txBody>
          <a:bodyPr/>
          <a:lstStyle>
            <a:lvl1pPr>
              <a:defRPr sz="100">
                <a:noFill/>
              </a:defRPr>
            </a:lvl1pPr>
          </a:lstStyle>
          <a:p>
            <a:fld id="{6732F916-FBB8-40A8-BEA6-3A387B65F474}" type="datetime1">
              <a:rPr lang="en-GB" smtClean="0"/>
              <a:t>24/06/2026</a:t>
            </a:fld>
            <a:endParaRPr lang="en-GB" dirty="0"/>
          </a:p>
        </p:txBody>
      </p:sp>
      <p:sp>
        <p:nvSpPr>
          <p:cNvPr id="11" name="Pladsholder til sidefod 4" hidden="1">
            <a:extLst>
              <a:ext uri="{FF2B5EF4-FFF2-40B4-BE49-F238E27FC236}">
                <a16:creationId xmlns:a16="http://schemas.microsoft.com/office/drawing/2014/main" id="{B7D930ED-6F01-0E90-6740-D9E50AA5B833}"/>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2" name="Pladsholder til slidenummer 5" hidden="1">
            <a:extLst>
              <a:ext uri="{FF2B5EF4-FFF2-40B4-BE49-F238E27FC236}">
                <a16:creationId xmlns:a16="http://schemas.microsoft.com/office/drawing/2014/main" id="{ADD5A7A0-1930-6FDD-F270-B46368D36A8B}"/>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2967803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image large left">
    <p:spTree>
      <p:nvGrpSpPr>
        <p:cNvPr id="1" name=""/>
        <p:cNvGrpSpPr/>
        <p:nvPr/>
      </p:nvGrpSpPr>
      <p:grpSpPr>
        <a:xfrm>
          <a:off x="0" y="0"/>
          <a:ext cx="0" cy="0"/>
          <a:chOff x="0" y="0"/>
          <a:chExt cx="0" cy="0"/>
        </a:xfrm>
      </p:grpSpPr>
      <p:sp>
        <p:nvSpPr>
          <p:cNvPr id="10" name="Pladsholder til billede 9"/>
          <p:cNvSpPr>
            <a:spLocks noGrp="1"/>
          </p:cNvSpPr>
          <p:nvPr>
            <p:ph type="pic" sz="quarter" idx="14" hasCustomPrompt="1"/>
          </p:nvPr>
        </p:nvSpPr>
        <p:spPr>
          <a:xfrm>
            <a:off x="0" y="0"/>
            <a:ext cx="12192000" cy="6858000"/>
          </a:xfrm>
          <a:solidFill>
            <a:schemeClr val="bg1">
              <a:lumMod val="75000"/>
            </a:schemeClr>
          </a:solidFill>
        </p:spPr>
        <p:txBody>
          <a:bodyPr lIns="6408000" tIns="0" rIns="720000" anchor="ctr" anchorCtr="0"/>
          <a:lstStyle>
            <a:lvl1pPr marL="0" indent="0" algn="l">
              <a:buNone/>
              <a:defRPr sz="2400" baseline="0">
                <a:solidFill>
                  <a:schemeClr val="bg1"/>
                </a:solidFill>
                <a:sym typeface="Wingdings" panose="05000000000000000000" pitchFamily="2" charset="2"/>
              </a:defRPr>
            </a:lvl1pPr>
          </a:lstStyle>
          <a:p>
            <a:r>
              <a:rPr lang="en-GB" dirty="0"/>
              <a:t> Click icon to insert image</a:t>
            </a:r>
          </a:p>
        </p:txBody>
      </p:sp>
      <p:sp>
        <p:nvSpPr>
          <p:cNvPr id="16" name="Titel 2">
            <a:extLst>
              <a:ext uri="{FF2B5EF4-FFF2-40B4-BE49-F238E27FC236}">
                <a16:creationId xmlns:a16="http://schemas.microsoft.com/office/drawing/2014/main" id="{92A049D1-BE16-6369-9C11-6D9136DAE0D9}"/>
              </a:ext>
            </a:extLst>
          </p:cNvPr>
          <p:cNvSpPr>
            <a:spLocks noGrp="1"/>
          </p:cNvSpPr>
          <p:nvPr>
            <p:ph type="ctrTitle" hasCustomPrompt="1"/>
          </p:nvPr>
        </p:nvSpPr>
        <p:spPr>
          <a:xfrm>
            <a:off x="0" y="691815"/>
            <a:ext cx="5959476" cy="5474035"/>
          </a:xfrm>
          <a:blipFill>
            <a:blip r:embed="rId2"/>
            <a:stretch>
              <a:fillRect/>
            </a:stretch>
          </a:blipFill>
        </p:spPr>
        <p:txBody>
          <a:bodyPr lIns="540000" tIns="468000" rIns="360000" bIns="3384000" anchor="b" anchorCtr="0">
            <a:noAutofit/>
          </a:bodyPr>
          <a:lstStyle>
            <a:lvl1pPr algn="l">
              <a:lnSpc>
                <a:spcPct val="900000"/>
              </a:lnSpc>
              <a:defRPr sz="3600">
                <a:solidFill>
                  <a:schemeClr val="bg1"/>
                </a:solidFill>
              </a:defRPr>
            </a:lvl1pPr>
          </a:lstStyle>
          <a:p>
            <a:r>
              <a:rPr lang="en-GB" dirty="0"/>
              <a:t>master</a:t>
            </a:r>
          </a:p>
        </p:txBody>
      </p:sp>
      <p:sp>
        <p:nvSpPr>
          <p:cNvPr id="12" name="Titel 1"/>
          <p:cNvSpPr>
            <a:spLocks noGrp="1"/>
          </p:cNvSpPr>
          <p:nvPr>
            <p:ph type="body" sz="quarter" idx="15" hasCustomPrompt="1"/>
          </p:nvPr>
        </p:nvSpPr>
        <p:spPr>
          <a:xfrm>
            <a:off x="587375" y="1020200"/>
            <a:ext cx="4946649" cy="1345417"/>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9" name="Undertitel 2"/>
          <p:cNvSpPr>
            <a:spLocks noGrp="1"/>
          </p:cNvSpPr>
          <p:nvPr>
            <p:ph type="subTitle" idx="1" hasCustomPrompt="1"/>
          </p:nvPr>
        </p:nvSpPr>
        <p:spPr>
          <a:xfrm>
            <a:off x="588962" y="3007285"/>
            <a:ext cx="4946649" cy="726435"/>
          </a:xfrm>
        </p:spPr>
        <p:txBody>
          <a:bodyPr rIns="0">
            <a:no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11" name="Pladsholder til tekst 14"/>
          <p:cNvSpPr>
            <a:spLocks noGrp="1"/>
          </p:cNvSpPr>
          <p:nvPr>
            <p:ph type="body" sz="quarter" idx="13" hasCustomPrompt="1"/>
          </p:nvPr>
        </p:nvSpPr>
        <p:spPr>
          <a:xfrm>
            <a:off x="588962" y="4053600"/>
            <a:ext cx="4946650"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p>
        </p:txBody>
      </p:sp>
      <p:sp>
        <p:nvSpPr>
          <p:cNvPr id="13" name="Pladsholder til dato 3" hidden="1">
            <a:extLst>
              <a:ext uri="{FF2B5EF4-FFF2-40B4-BE49-F238E27FC236}">
                <a16:creationId xmlns:a16="http://schemas.microsoft.com/office/drawing/2014/main" id="{B280A661-856C-E622-1331-CDB60AB08622}"/>
              </a:ext>
            </a:extLst>
          </p:cNvPr>
          <p:cNvSpPr>
            <a:spLocks noGrp="1"/>
          </p:cNvSpPr>
          <p:nvPr>
            <p:ph type="dt" sz="half" idx="10"/>
          </p:nvPr>
        </p:nvSpPr>
        <p:spPr>
          <a:xfrm>
            <a:off x="0" y="6858000"/>
            <a:ext cx="0" cy="0"/>
          </a:xfrm>
        </p:spPr>
        <p:txBody>
          <a:bodyPr/>
          <a:lstStyle>
            <a:lvl1pPr>
              <a:defRPr sz="100">
                <a:noFill/>
              </a:defRPr>
            </a:lvl1pPr>
          </a:lstStyle>
          <a:p>
            <a:fld id="{6C2548D2-4180-4C59-97F2-D3D2E14098F1}" type="datetime1">
              <a:rPr lang="en-GB" smtClean="0"/>
              <a:t>24/06/2026</a:t>
            </a:fld>
            <a:endParaRPr lang="en-GB" dirty="0"/>
          </a:p>
        </p:txBody>
      </p:sp>
      <p:sp>
        <p:nvSpPr>
          <p:cNvPr id="14" name="Pladsholder til sidefod 4" hidden="1">
            <a:extLst>
              <a:ext uri="{FF2B5EF4-FFF2-40B4-BE49-F238E27FC236}">
                <a16:creationId xmlns:a16="http://schemas.microsoft.com/office/drawing/2014/main" id="{82F7776B-57AF-971B-A75B-223AFE263EAC}"/>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5" name="Pladsholder til slidenummer 5" hidden="1">
            <a:extLst>
              <a:ext uri="{FF2B5EF4-FFF2-40B4-BE49-F238E27FC236}">
                <a16:creationId xmlns:a16="http://schemas.microsoft.com/office/drawing/2014/main" id="{EFF41101-1901-1836-D8DB-6C08E169D0B8}"/>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3829081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3" y="620714"/>
            <a:ext cx="11012488" cy="863599"/>
          </a:xfrm>
        </p:spPr>
        <p:txBody>
          <a:bodyPr/>
          <a:lstStyle>
            <a:lvl1pPr>
              <a:defRPr b="0" i="0" baseline="0"/>
            </a:lvl1pPr>
          </a:lstStyle>
          <a:p>
            <a:pPr lvl="0"/>
            <a:r>
              <a:rPr lang="en-GB" dirty="0"/>
              <a:t>Click to add title</a:t>
            </a:r>
          </a:p>
        </p:txBody>
      </p:sp>
      <p:sp>
        <p:nvSpPr>
          <p:cNvPr id="3" name="Pladsholder til indhold 2"/>
          <p:cNvSpPr>
            <a:spLocks noGrp="1"/>
          </p:cNvSpPr>
          <p:nvPr>
            <p:ph idx="1" hasCustomPrompt="1"/>
          </p:nvPr>
        </p:nvSpPr>
        <p:spPr>
          <a:xfrm>
            <a:off x="588963" y="1628775"/>
            <a:ext cx="11012488" cy="46736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marL="719138" indent="0">
              <a:buNone/>
              <a:defRPr/>
            </a:lvl4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4" name="Pladsholder til dato 3"/>
          <p:cNvSpPr>
            <a:spLocks noGrp="1"/>
          </p:cNvSpPr>
          <p:nvPr>
            <p:ph type="dt" sz="half" idx="10"/>
          </p:nvPr>
        </p:nvSpPr>
        <p:spPr/>
        <p:txBody>
          <a:bodyPr/>
          <a:lstStyle/>
          <a:p>
            <a:fld id="{544BA8A8-9DAA-499A-8FC3-E3166163C612}" type="datetime1">
              <a:rPr lang="en-GB" smtClean="0"/>
              <a:t>24/06/2026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2796859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 and two content objects">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4" y="620714"/>
            <a:ext cx="11012486" cy="865186"/>
          </a:xfrm>
        </p:spPr>
        <p:txBody>
          <a:bodyPr/>
          <a:lstStyle>
            <a:lvl1pPr>
              <a:defRPr b="0" i="0" baseline="0"/>
            </a:lvl1pPr>
          </a:lstStyle>
          <a:p>
            <a:pPr lvl="0"/>
            <a:r>
              <a:rPr lang="en-GB" dirty="0"/>
              <a:t>Click to add title</a:t>
            </a:r>
          </a:p>
        </p:txBody>
      </p:sp>
      <p:sp>
        <p:nvSpPr>
          <p:cNvPr id="3" name="Pladsholder til indhold 2"/>
          <p:cNvSpPr>
            <a:spLocks noGrp="1"/>
          </p:cNvSpPr>
          <p:nvPr>
            <p:ph sz="half" idx="1" hasCustomPrompt="1"/>
          </p:nvPr>
        </p:nvSpPr>
        <p:spPr>
          <a:xfrm>
            <a:off x="588964" y="1628775"/>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a:defRPr lang="da-DK" b="0" i="0" baseline="0" dirty="0" smtClean="0"/>
            </a:lvl4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endParaRPr lang="en-GB" dirty="0"/>
          </a:p>
        </p:txBody>
      </p:sp>
      <p:sp>
        <p:nvSpPr>
          <p:cNvPr id="4" name="Pladsholder til indhold 3"/>
          <p:cNvSpPr>
            <a:spLocks noGrp="1"/>
          </p:cNvSpPr>
          <p:nvPr>
            <p:ph sz="half" idx="2" hasCustomPrompt="1"/>
          </p:nvPr>
        </p:nvSpPr>
        <p:spPr>
          <a:xfrm>
            <a:off x="6246000" y="1628776"/>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marL="719138" indent="0">
              <a:buNone/>
              <a:defRPr lang="da-DK" dirty="0" smtClean="0"/>
            </a:lvl4pPr>
            <a:lvl5pPr>
              <a:defRPr lang="da-DK" dirty="0"/>
            </a:lvl5pPr>
            <a:lvl8pPr marL="719138" indent="0">
              <a:buNone/>
              <a:defRPr/>
            </a:lvl8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BAE4B30B-D853-4AE6-9B99-718FF91CCB22}" type="datetime1">
              <a:rPr lang="en-GB" smtClean="0"/>
              <a:t>24/06/2026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754967976"/>
      </p:ext>
    </p:extLst>
  </p:cSld>
  <p:clrMapOvr>
    <a:masterClrMapping/>
  </p:clrMapOvr>
  <p:extLst>
    <p:ext uri="{DCECCB84-F9BA-43D5-87BE-67443E8EF086}">
      <p15:sldGuideLst xmlns:p15="http://schemas.microsoft.com/office/powerpoint/2012/main">
        <p15:guide id="1" pos="3934" userDrawn="1">
          <p15:clr>
            <a:srgbClr val="F26B43"/>
          </p15:clr>
        </p15:guide>
        <p15:guide id="2" pos="3746" userDrawn="1">
          <p15:clr>
            <a:srgbClr val="F26B43"/>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6244651" y="1628775"/>
            <a:ext cx="5356800" cy="4672800"/>
          </a:xfrm>
          <a:solidFill>
            <a:schemeClr val="bg1">
              <a:lumMod val="75000"/>
            </a:schemeClr>
          </a:solidFill>
        </p:spPr>
        <p:txBody>
          <a:bodyPr lIns="360000" tIns="1080000" rIns="360000" anchor="ctr" anchorCtr="0"/>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620712"/>
            <a:ext cx="11012486" cy="865187"/>
          </a:xfrm>
        </p:spPr>
        <p:txBody>
          <a:bodyPr/>
          <a:lstStyle>
            <a:lvl1pPr>
              <a:defRPr b="0" i="0" baseline="0"/>
            </a:lvl1pPr>
          </a:lstStyle>
          <a:p>
            <a:pPr lvl="0"/>
            <a:r>
              <a:rPr lang="en-GB" dirty="0"/>
              <a:t>Click to add title</a:t>
            </a:r>
          </a:p>
        </p:txBody>
      </p:sp>
      <p:sp>
        <p:nvSpPr>
          <p:cNvPr id="3" name="Pladsholder til indhold 2"/>
          <p:cNvSpPr>
            <a:spLocks noGrp="1"/>
          </p:cNvSpPr>
          <p:nvPr>
            <p:ph sz="half" idx="1" hasCustomPrompt="1"/>
          </p:nvPr>
        </p:nvSpPr>
        <p:spPr>
          <a:xfrm>
            <a:off x="588964" y="1628775"/>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a:defRPr lang="da-DK" dirty="0" smtClean="0"/>
            </a:lvl4pPr>
            <a:lvl5pPr>
              <a:defRPr lang="da-DK" dirty="0"/>
            </a:lvl5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782CEA36-139A-4E3F-B6A0-7BD657AD45E8}" type="datetime1">
              <a:rPr lang="en-GB" smtClean="0"/>
              <a:t>24/06/2026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017783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588963" y="1628775"/>
            <a:ext cx="11012487" cy="4673600"/>
          </a:xfrm>
          <a:solidFill>
            <a:schemeClr val="bg1">
              <a:lumMod val="75000"/>
            </a:schemeClr>
          </a:solidFill>
        </p:spPr>
        <p:txBody>
          <a:bodyPr lIns="0" tIns="1080000" rIns="0" anchor="ctr" anchorCtr="0"/>
          <a:lstStyle>
            <a:lvl1pPr marL="0" indent="0" algn="ctr">
              <a:buNone/>
              <a:defRPr sz="2400" b="0" i="0" baseline="0">
                <a:solidFill>
                  <a:schemeClr val="bg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4" y="620712"/>
            <a:ext cx="11012486" cy="865187"/>
          </a:xfrm>
        </p:spPr>
        <p:txBody>
          <a:bodyPr/>
          <a:lstStyle/>
          <a:p>
            <a:r>
              <a:rPr lang="en-GB" dirty="0"/>
              <a:t>Click to add title</a:t>
            </a:r>
          </a:p>
        </p:txBody>
      </p:sp>
      <p:sp>
        <p:nvSpPr>
          <p:cNvPr id="5" name="Pladsholder til dato 4"/>
          <p:cNvSpPr>
            <a:spLocks noGrp="1"/>
          </p:cNvSpPr>
          <p:nvPr>
            <p:ph type="dt" sz="half" idx="10"/>
          </p:nvPr>
        </p:nvSpPr>
        <p:spPr/>
        <p:txBody>
          <a:bodyPr/>
          <a:lstStyle/>
          <a:p>
            <a:fld id="{1337CCA8-EEC6-4184-AB5B-DDB10B05E1AF}" type="datetime1">
              <a:rPr lang="en-GB" smtClean="0"/>
              <a:t>24/06/2026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619167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0" i="0" baseline="0"/>
            </a:lvl1pPr>
          </a:lstStyle>
          <a:p>
            <a:r>
              <a:rPr lang="en-GB" dirty="0"/>
              <a:t>Click to add title</a:t>
            </a:r>
          </a:p>
        </p:txBody>
      </p:sp>
      <p:sp>
        <p:nvSpPr>
          <p:cNvPr id="3" name="Pladsholder til dato 2"/>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Pladsholder til sidefod 3"/>
          <p:cNvSpPr>
            <a:spLocks noGrp="1"/>
          </p:cNvSpPr>
          <p:nvPr>
            <p:ph type="ftr" sz="quarter" idx="11"/>
          </p:nvPr>
        </p:nvSpPr>
        <p:spPr/>
        <p:txBody>
          <a:bodyPr/>
          <a:lstStyle/>
          <a:p>
            <a:endParaRPr lang="en-GB" dirty="0"/>
          </a:p>
        </p:txBody>
      </p:sp>
      <p:sp>
        <p:nvSpPr>
          <p:cNvPr id="5" name="Pladsholder til slidenummer 4"/>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760930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dsholder til dato 1"/>
          <p:cNvSpPr>
            <a:spLocks noGrp="1"/>
          </p:cNvSpPr>
          <p:nvPr>
            <p:ph type="dt" sz="half" idx="10"/>
          </p:nvPr>
        </p:nvSpPr>
        <p:spPr/>
        <p:txBody>
          <a:bodyPr/>
          <a:lstStyle/>
          <a:p>
            <a:fld id="{5B3D2672-5B44-4DB0-8EDF-4BB4CF579FAA}" type="datetime1">
              <a:rPr lang="en-GB" smtClean="0"/>
              <a:t>24/06/2026</a:t>
            </a:fld>
            <a:endParaRPr lang="en-GB" dirty="0"/>
          </a:p>
        </p:txBody>
      </p:sp>
      <p:sp>
        <p:nvSpPr>
          <p:cNvPr id="3" name="Pladsholder til sidefod 2"/>
          <p:cNvSpPr>
            <a:spLocks noGrp="1"/>
          </p:cNvSpPr>
          <p:nvPr>
            <p:ph type="ftr" sz="quarter" idx="11"/>
          </p:nvPr>
        </p:nvSpPr>
        <p:spPr/>
        <p:txBody>
          <a:bodyPr/>
          <a:lstStyle/>
          <a:p>
            <a:endParaRPr lang="en-GB" dirty="0"/>
          </a:p>
        </p:txBody>
      </p:sp>
      <p:sp>
        <p:nvSpPr>
          <p:cNvPr id="4" name="Pladsholder til slidenummer 3"/>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631545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om">
    <p:spTree>
      <p:nvGrpSpPr>
        <p:cNvPr id="1" name=""/>
        <p:cNvGrpSpPr/>
        <p:nvPr/>
      </p:nvGrpSpPr>
      <p:grpSpPr>
        <a:xfrm>
          <a:off x="0" y="0"/>
          <a:ext cx="0" cy="0"/>
          <a:chOff x="0" y="0"/>
          <a:chExt cx="0" cy="0"/>
        </a:xfrm>
      </p:grpSpPr>
      <p:sp>
        <p:nvSpPr>
          <p:cNvPr id="3" name="Pladsholder til dato 3" hidden="1">
            <a:extLst>
              <a:ext uri="{FF2B5EF4-FFF2-40B4-BE49-F238E27FC236}">
                <a16:creationId xmlns:a16="http://schemas.microsoft.com/office/drawing/2014/main" id="{619D26E9-5B2E-9EAD-7ADF-91C2F6F527BC}"/>
              </a:ext>
            </a:extLst>
          </p:cNvPr>
          <p:cNvSpPr>
            <a:spLocks noGrp="1"/>
          </p:cNvSpPr>
          <p:nvPr>
            <p:ph type="dt" sz="half" idx="10"/>
          </p:nvPr>
        </p:nvSpPr>
        <p:spPr>
          <a:xfrm>
            <a:off x="0" y="6858000"/>
            <a:ext cx="0" cy="0"/>
          </a:xfrm>
        </p:spPr>
        <p:txBody>
          <a:bodyPr/>
          <a:lstStyle>
            <a:lvl1pPr>
              <a:defRPr sz="100">
                <a:noFill/>
              </a:defRPr>
            </a:lvl1pPr>
          </a:lstStyle>
          <a:p>
            <a:fld id="{E3466E77-7984-4F3B-92EF-834A85591B11}" type="datetime1">
              <a:rPr lang="en-GB" smtClean="0"/>
              <a:t>24/06/2026</a:t>
            </a:fld>
            <a:endParaRPr lang="en-GB" dirty="0"/>
          </a:p>
        </p:txBody>
      </p:sp>
      <p:sp>
        <p:nvSpPr>
          <p:cNvPr id="4" name="Pladsholder til sidefod 4" hidden="1">
            <a:extLst>
              <a:ext uri="{FF2B5EF4-FFF2-40B4-BE49-F238E27FC236}">
                <a16:creationId xmlns:a16="http://schemas.microsoft.com/office/drawing/2014/main" id="{8A951072-2ED2-FF27-14A1-979FCDF1E51B}"/>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5" name="Pladsholder til slidenummer 5" hidden="1">
            <a:extLst>
              <a:ext uri="{FF2B5EF4-FFF2-40B4-BE49-F238E27FC236}">
                <a16:creationId xmlns:a16="http://schemas.microsoft.com/office/drawing/2014/main" id="{E8D58753-B44C-E044-E735-982626059E24}"/>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4267575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wo bullet list">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4" y="620714"/>
            <a:ext cx="11012486" cy="1008062"/>
          </a:xfrm>
        </p:spPr>
        <p:txBody>
          <a:bodyPr tIns="154800"/>
          <a:lstStyle>
            <a:lvl1pPr>
              <a:defRPr sz="6600" b="1" i="0" cap="all" baseline="0">
                <a:solidFill>
                  <a:schemeClr val="tx1"/>
                </a:solidFill>
              </a:defRPr>
            </a:lvl1pPr>
          </a:lstStyle>
          <a:p>
            <a:pPr lvl="0"/>
            <a:r>
              <a:rPr lang="en-GB" dirty="0"/>
              <a:t>Click to add title</a:t>
            </a:r>
          </a:p>
        </p:txBody>
      </p:sp>
      <p:sp>
        <p:nvSpPr>
          <p:cNvPr id="3" name="Pladsholder til indhold 2"/>
          <p:cNvSpPr>
            <a:spLocks noGrp="1"/>
          </p:cNvSpPr>
          <p:nvPr>
            <p:ph sz="half" idx="1" hasCustomPrompt="1"/>
          </p:nvPr>
        </p:nvSpPr>
        <p:spPr>
          <a:xfrm>
            <a:off x="588964" y="2239315"/>
            <a:ext cx="5356800" cy="4063060"/>
          </a:xfrm>
        </p:spPr>
        <p:txBody>
          <a:bodyPr vert="horz" lIns="0" tIns="0" rIns="0" bIns="0" rtlCol="0">
            <a:noAutofit/>
          </a:bodyPr>
          <a:lstStyle>
            <a:lvl1pPr marL="363600" marR="0" indent="-363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lang="da-DK" b="0" i="0" baseline="0" dirty="0" smtClean="0">
                <a:solidFill>
                  <a:schemeClr val="tx1"/>
                </a:solidFill>
              </a:defRPr>
            </a:lvl1pPr>
            <a:lvl2pPr>
              <a:defRPr lang="da-DK" b="0" i="0" baseline="0" dirty="0" smtClean="0">
                <a:solidFill>
                  <a:schemeClr val="tx1"/>
                </a:solidFill>
              </a:defRPr>
            </a:lvl2pPr>
            <a:lvl3pPr>
              <a:defRPr lang="da-DK" b="0" i="0" baseline="0" dirty="0" smtClean="0">
                <a:solidFill>
                  <a:schemeClr val="tx1"/>
                </a:solidFill>
              </a:defRPr>
            </a:lvl3pPr>
            <a:lvl4pPr marL="1072800" indent="-352800">
              <a:lnSpc>
                <a:spcPct val="90000"/>
              </a:lnSpc>
              <a:buFont typeface="Arial" panose="020B0604020202020204" pitchFamily="34" charset="0"/>
              <a:buChar char="•"/>
              <a:defRPr lang="da-DK" b="0" i="0" baseline="0" dirty="0" smtClean="0">
                <a:solidFill>
                  <a:schemeClr val="tx1"/>
                </a:solidFill>
              </a:defRPr>
            </a:lvl4pPr>
            <a:lvl5pPr marL="1072800" indent="-352800">
              <a:lnSpc>
                <a:spcPct val="90000"/>
              </a:lnSpc>
              <a:defRPr>
                <a:solidFill>
                  <a:schemeClr val="tx1"/>
                </a:solidFill>
              </a:defRPr>
            </a:lvl5pPr>
            <a:lvl6pPr marL="1072800" indent="-352800">
              <a:lnSpc>
                <a:spcPct val="90000"/>
              </a:lnSpc>
              <a:defRPr>
                <a:solidFill>
                  <a:schemeClr val="tx1"/>
                </a:solidFill>
              </a:defRPr>
            </a:lvl6pPr>
            <a:lvl7pPr marL="1072800" indent="-352800">
              <a:lnSpc>
                <a:spcPct val="90000"/>
              </a:lnSpc>
              <a:defRPr>
                <a:solidFill>
                  <a:schemeClr val="tx1"/>
                </a:solidFill>
              </a:defRPr>
            </a:lvl7pPr>
            <a:lvl8pPr marL="1072800" indent="-352800">
              <a:lnSpc>
                <a:spcPct val="90000"/>
              </a:lnSpc>
              <a:defRPr>
                <a:solidFill>
                  <a:schemeClr val="tx1"/>
                </a:solidFill>
              </a:defRPr>
            </a:lvl8pPr>
            <a:lvl9pPr marL="1072800" indent="-352800">
              <a:lnSpc>
                <a:spcPct val="90000"/>
              </a:lnSpc>
              <a:defRPr>
                <a:solidFill>
                  <a:schemeClr val="tx1"/>
                </a:solidFill>
              </a:defRPr>
            </a:lvl9pPr>
          </a:lstStyle>
          <a:p>
            <a:pPr marL="363600" marR="0" lvl="0" indent="-363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14" name="Pladsholder til indhold 3">
            <a:extLst>
              <a:ext uri="{FF2B5EF4-FFF2-40B4-BE49-F238E27FC236}">
                <a16:creationId xmlns:a16="http://schemas.microsoft.com/office/drawing/2014/main" id="{D13A21B6-F7F5-D15B-402D-6C21868F8788}"/>
              </a:ext>
            </a:extLst>
          </p:cNvPr>
          <p:cNvSpPr>
            <a:spLocks noGrp="1"/>
          </p:cNvSpPr>
          <p:nvPr>
            <p:ph sz="half" idx="2" hasCustomPrompt="1"/>
          </p:nvPr>
        </p:nvSpPr>
        <p:spPr>
          <a:xfrm>
            <a:off x="6246000" y="2239315"/>
            <a:ext cx="5356800" cy="4063061"/>
          </a:xfrm>
        </p:spPr>
        <p:txBody>
          <a:bodyPr vert="horz" lIns="0" tIns="0" rIns="0" bIns="0" rtlCol="0">
            <a:noAutofit/>
          </a:bodyPr>
          <a:lstStyle>
            <a:lvl1pPr>
              <a:defRPr lang="da-DK" b="0" i="0" baseline="0" dirty="0" smtClean="0"/>
            </a:lvl1pPr>
            <a:lvl2pPr>
              <a:defRPr lang="da-DK" b="0" i="0" baseline="0" dirty="0" smtClean="0"/>
            </a:lvl2pPr>
            <a:lvl3pPr marL="1072800" indent="-352800">
              <a:lnSpc>
                <a:spcPct val="90000"/>
              </a:lnSpc>
              <a:defRPr lang="da-DK" b="0" i="0" baseline="0" dirty="0" smtClean="0"/>
            </a:lvl3pPr>
            <a:lvl4pPr marL="1072800" indent="-352800">
              <a:lnSpc>
                <a:spcPct val="90000"/>
              </a:lnSpc>
              <a:buFont typeface="Arial" panose="020B0604020202020204" pitchFamily="34" charset="0"/>
              <a:buChar char="•"/>
              <a:defRPr lang="da-DK" dirty="0" smtClean="0"/>
            </a:lvl4pPr>
            <a:lvl5pPr marL="1072800" indent="-352800">
              <a:lnSpc>
                <a:spcPct val="90000"/>
              </a:lnSpc>
              <a:defRPr lang="da-DK" dirty="0"/>
            </a:lvl5pPr>
            <a:lvl6pPr marL="1072800" indent="-352800">
              <a:lnSpc>
                <a:spcPct val="90000"/>
              </a:lnSpc>
              <a:defRPr/>
            </a:lvl6pPr>
            <a:lvl7pPr marL="1072800" indent="-352800">
              <a:lnSpc>
                <a:spcPct val="90000"/>
              </a:lnSpc>
              <a:defRPr/>
            </a:lvl7pPr>
            <a:lvl8pPr marL="1072800" indent="-352800">
              <a:lnSpc>
                <a:spcPct val="90000"/>
              </a:lnSpc>
              <a:buFont typeface="Arial" panose="020B0604020202020204" pitchFamily="34" charset="0"/>
              <a:buChar char="•"/>
              <a:defRPr/>
            </a:lvl8pPr>
            <a:lvl9pPr marL="1072800" indent="-352800">
              <a:lnSpc>
                <a:spcPct val="90000"/>
              </a:lnSpc>
              <a:defRPr/>
            </a:lvl9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5" name="Pladsholder til dato 4"/>
          <p:cNvSpPr>
            <a:spLocks noGrp="1"/>
          </p:cNvSpPr>
          <p:nvPr>
            <p:ph type="dt" sz="half" idx="10"/>
          </p:nvPr>
        </p:nvSpPr>
        <p:spPr/>
        <p:txBody>
          <a:bodyPr/>
          <a:lstStyle/>
          <a:p>
            <a:fld id="{2FC8E691-BE0D-4934-9C30-12FC42105A2C}" type="datetime1">
              <a:rPr lang="en-GB" smtClean="0"/>
              <a:t>24/06/2026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8" name="TextBox 1">
            <a:extLst>
              <a:ext uri="{FF2B5EF4-FFF2-40B4-BE49-F238E27FC236}">
                <a16:creationId xmlns:a16="http://schemas.microsoft.com/office/drawing/2014/main" id="{C25972C5-CAD7-9DDE-E435-195811719418}"/>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42638169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934" userDrawn="1">
          <p15:clr>
            <a:srgbClr val="F26B43"/>
          </p15:clr>
        </p15:guide>
        <p15:guide id="2" pos="3746" userDrawn="1">
          <p15:clr>
            <a:srgbClr val="F26B43"/>
          </p15:clr>
        </p15:guide>
        <p15:guide id="3" orient="horz" pos="1410" userDrawn="1">
          <p15:clr>
            <a:srgbClr val="F26B43"/>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one bullet list">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3" y="620714"/>
            <a:ext cx="11012488" cy="863599"/>
          </a:xfrm>
        </p:spPr>
        <p:txBody>
          <a:bodyPr/>
          <a:lstStyle>
            <a:lvl1pPr>
              <a:defRPr sz="3200" b="1" i="0" baseline="0">
                <a:solidFill>
                  <a:schemeClr val="tx1"/>
                </a:solidFill>
              </a:defRPr>
            </a:lvl1pPr>
          </a:lstStyle>
          <a:p>
            <a:pPr lvl="0"/>
            <a:r>
              <a:rPr lang="en-GB" dirty="0"/>
              <a:t>Click to add title</a:t>
            </a:r>
          </a:p>
        </p:txBody>
      </p:sp>
      <p:sp>
        <p:nvSpPr>
          <p:cNvPr id="3" name="Pladsholder til indhold 3"/>
          <p:cNvSpPr>
            <a:spLocks noGrp="1"/>
          </p:cNvSpPr>
          <p:nvPr>
            <p:ph idx="1" hasCustomPrompt="1"/>
          </p:nvPr>
        </p:nvSpPr>
        <p:spPr>
          <a:xfrm>
            <a:off x="588963" y="1628775"/>
            <a:ext cx="11012488" cy="4673600"/>
          </a:xfrm>
        </p:spPr>
        <p:txBody>
          <a:bodyPr vert="horz" lIns="0" tIns="0" rIns="0" bIns="0" rtlCol="0">
            <a:noAutofit/>
          </a:bodyPr>
          <a:lstStyle>
            <a:lvl1pPr marL="342900" indent="-342900">
              <a:buFont typeface="Arial" panose="020B0604020202020204" pitchFamily="34" charset="0"/>
              <a:buChar char="•"/>
              <a:defRPr lang="da-DK" sz="3200" b="0" i="0" baseline="0" dirty="0" smtClean="0">
                <a:solidFill>
                  <a:schemeClr val="tx1"/>
                </a:solidFill>
              </a:defRPr>
            </a:lvl1pPr>
            <a:lvl2pPr>
              <a:defRPr lang="da-DK" b="0" i="0" baseline="0" dirty="0" smtClean="0">
                <a:solidFill>
                  <a:schemeClr val="tx1"/>
                </a:solidFill>
              </a:defRPr>
            </a:lvl2pPr>
            <a:lvl3pPr>
              <a:defRPr lang="da-DK" b="0" i="0" baseline="0" dirty="0" smtClean="0">
                <a:solidFill>
                  <a:schemeClr val="tx1"/>
                </a:solidFill>
              </a:defRPr>
            </a:lvl3pPr>
            <a:lvl4pPr marL="1072800" indent="-352800">
              <a:buFont typeface="Arial" panose="020B0604020202020204" pitchFamily="34" charset="0"/>
              <a:buChar char="•"/>
              <a:defRPr/>
            </a:lvl4pPr>
          </a:lstStyle>
          <a:p>
            <a:pPr lvl="0"/>
            <a:r>
              <a:rPr lang="en-GB" dirty="0"/>
              <a:t>Click to add text</a:t>
            </a:r>
          </a:p>
        </p:txBody>
      </p:sp>
      <p:sp>
        <p:nvSpPr>
          <p:cNvPr id="4" name="Pladsholder til dato 3"/>
          <p:cNvSpPr>
            <a:spLocks noGrp="1"/>
          </p:cNvSpPr>
          <p:nvPr>
            <p:ph type="dt" sz="half" idx="10"/>
          </p:nvPr>
        </p:nvSpPr>
        <p:spPr/>
        <p:txBody>
          <a:bodyPr/>
          <a:lstStyle/>
          <a:p>
            <a:fld id="{833ABE37-F289-4BB8-B1E0-101EB4AC95E3}" type="datetime1">
              <a:rPr lang="en-GB" smtClean="0"/>
              <a:t>24/06/2026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411748873"/>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10" name="Tekstfelt 8">
            <a:extLst>
              <a:ext uri="{FF2B5EF4-FFF2-40B4-BE49-F238E27FC236}">
                <a16:creationId xmlns:a16="http://schemas.microsoft.com/office/drawing/2014/main" id="{3E866D85-79EE-184D-80E1-3ED545621736}"/>
              </a:ext>
            </a:extLst>
          </p:cNvPr>
          <p:cNvSpPr txBox="1"/>
          <p:nvPr userDrawn="1"/>
        </p:nvSpPr>
        <p:spPr>
          <a:xfrm>
            <a:off x="421280" y="612884"/>
            <a:ext cx="1167618" cy="871429"/>
          </a:xfrm>
          <a:prstGeom prst="rect">
            <a:avLst/>
          </a:prstGeom>
          <a:noFill/>
        </p:spPr>
        <p:txBody>
          <a:bodyPr wrap="square" rtlCol="0">
            <a:noAutofit/>
          </a:bodyPr>
          <a:lstStyle/>
          <a:p>
            <a:r>
              <a:rPr lang="en-GB" sz="15000" b="1" dirty="0">
                <a:solidFill>
                  <a:schemeClr val="tx1"/>
                </a:solidFill>
              </a:rPr>
              <a:t>”</a:t>
            </a:r>
          </a:p>
        </p:txBody>
      </p:sp>
      <p:sp>
        <p:nvSpPr>
          <p:cNvPr id="11" name="Pladsholder til tekst 9">
            <a:extLst>
              <a:ext uri="{FF2B5EF4-FFF2-40B4-BE49-F238E27FC236}">
                <a16:creationId xmlns:a16="http://schemas.microsoft.com/office/drawing/2014/main" id="{1B53F7DA-513D-4E4A-A901-E83A56F29ACB}"/>
              </a:ext>
            </a:extLst>
          </p:cNvPr>
          <p:cNvSpPr>
            <a:spLocks noGrp="1"/>
          </p:cNvSpPr>
          <p:nvPr>
            <p:ph type="body" sz="quarter" idx="15" hasCustomPrompt="1"/>
          </p:nvPr>
        </p:nvSpPr>
        <p:spPr>
          <a:xfrm>
            <a:off x="588963" y="1628775"/>
            <a:ext cx="11012487" cy="4114799"/>
          </a:xfrm>
          <a:noFill/>
        </p:spPr>
        <p:txBody>
          <a:bodyPr lIns="0" tIns="0" rIns="0" bIns="0" anchor="t" anchorCtr="0"/>
          <a:lstStyle>
            <a:lvl1pPr marL="0" indent="0" algn="l" defTabSz="914400" rtl="0" eaLnBrk="1" latinLnBrk="0" hangingPunct="1">
              <a:lnSpc>
                <a:spcPct val="90000"/>
              </a:lnSpc>
              <a:buFont typeface="Arial" panose="020B0604020202020204" pitchFamily="34" charset="0"/>
              <a:buNone/>
              <a:defRPr lang="da-DK" sz="4800" b="0" kern="1200" cap="none" baseline="0" dirty="0" smtClean="0">
                <a:solidFill>
                  <a:schemeClr val="tx1"/>
                </a:solidFill>
                <a:latin typeface="+mn-lt"/>
                <a:ea typeface="+mn-ea"/>
                <a:cs typeface="+mn-cs"/>
              </a:defRPr>
            </a:lvl1pPr>
            <a:lvl2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2pPr>
            <a:lvl3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3pPr>
            <a:lvl4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4pPr>
            <a:lvl5pPr marL="0" indent="0" algn="l" defTabSz="914400" rtl="0" eaLnBrk="1" latinLnBrk="0" hangingPunct="1">
              <a:lnSpc>
                <a:spcPct val="90000"/>
              </a:lnSpc>
              <a:buFont typeface="Arial" panose="020B0604020202020204" pitchFamily="34" charset="0"/>
              <a:buNone/>
              <a:defRPr lang="da-DK" sz="4800" b="1" kern="1200" cap="all" baseline="0" dirty="0">
                <a:solidFill>
                  <a:schemeClr val="bg1"/>
                </a:solidFill>
                <a:latin typeface="+mn-lt"/>
                <a:ea typeface="+mn-ea"/>
                <a:cs typeface="+mn-cs"/>
              </a:defRPr>
            </a:lvl5pPr>
          </a:lstStyle>
          <a:p>
            <a:pPr lvl="0"/>
            <a:r>
              <a:rPr lang="en-GB" dirty="0"/>
              <a:t>Click to add text</a:t>
            </a:r>
          </a:p>
        </p:txBody>
      </p:sp>
      <p:sp>
        <p:nvSpPr>
          <p:cNvPr id="12" name="Pladsholder til tekst 14">
            <a:extLst>
              <a:ext uri="{FF2B5EF4-FFF2-40B4-BE49-F238E27FC236}">
                <a16:creationId xmlns:a16="http://schemas.microsoft.com/office/drawing/2014/main" id="{E095D626-8544-1B49-AD85-894AF4011815}"/>
              </a:ext>
            </a:extLst>
          </p:cNvPr>
          <p:cNvSpPr>
            <a:spLocks noGrp="1"/>
          </p:cNvSpPr>
          <p:nvPr>
            <p:ph type="body" sz="quarter" idx="13" hasCustomPrompt="1"/>
          </p:nvPr>
        </p:nvSpPr>
        <p:spPr>
          <a:xfrm>
            <a:off x="590400" y="5934971"/>
            <a:ext cx="11012400" cy="367404"/>
          </a:xfrm>
        </p:spPr>
        <p:txBody>
          <a:bodyPr anchor="b" anchorCtr="0">
            <a:noAutofit/>
          </a:bodyPr>
          <a:lstStyle>
            <a:lvl1pPr marL="0" indent="0">
              <a:spcBef>
                <a:spcPts val="500"/>
              </a:spcBef>
              <a:buNone/>
              <a:defRPr sz="2400" b="0" baseline="0">
                <a:solidFill>
                  <a:schemeClr val="tx1"/>
                </a:solidFill>
              </a:defRPr>
            </a:lvl1pPr>
          </a:lstStyle>
          <a:p>
            <a:pPr lvl="0"/>
            <a:r>
              <a:rPr lang="en-GB" dirty="0"/>
              <a:t>Name, source</a:t>
            </a:r>
          </a:p>
        </p:txBody>
      </p:sp>
      <p:sp>
        <p:nvSpPr>
          <p:cNvPr id="4" name="Pladsholder til dato 3"/>
          <p:cNvSpPr>
            <a:spLocks noGrp="1"/>
          </p:cNvSpPr>
          <p:nvPr>
            <p:ph type="dt" sz="half" idx="10"/>
          </p:nvPr>
        </p:nvSpPr>
        <p:spPr/>
        <p:txBody>
          <a:bodyPr/>
          <a:lstStyle/>
          <a:p>
            <a:fld id="{B5674BC4-6516-49EF-A62A-EB81A07AF391}" type="datetime1">
              <a:rPr lang="en-GB" smtClean="0"/>
              <a:t>24/06/2026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809868431"/>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ing">
    <p:bg>
      <p:bgPr>
        <a:solidFill>
          <a:schemeClr val="accent4"/>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B606056-13C4-B341-9D8B-68EA38303651}"/>
              </a:ext>
            </a:extLst>
          </p:cNvPr>
          <p:cNvSpPr>
            <a:spLocks noGrp="1"/>
          </p:cNvSpPr>
          <p:nvPr>
            <p:ph type="body" sz="quarter" idx="13" hasCustomPrompt="1"/>
          </p:nvPr>
        </p:nvSpPr>
        <p:spPr>
          <a:xfrm>
            <a:off x="0" y="2527812"/>
            <a:ext cx="12192000" cy="955506"/>
          </a:xfrm>
          <a:noFill/>
        </p:spPr>
        <p:txBody>
          <a:bodyPr anchor="b" anchorCtr="0"/>
          <a:lstStyle>
            <a:lvl1pPr marL="0" indent="0" algn="ctr">
              <a:buFontTx/>
              <a:buNone/>
              <a:defRPr sz="6600" b="1" baseline="0">
                <a:solidFill>
                  <a:schemeClr val="tx1"/>
                </a:solidFill>
              </a:defRPr>
            </a:lvl1pPr>
          </a:lstStyle>
          <a:p>
            <a:pPr lvl="0"/>
            <a:r>
              <a:rPr lang="en-GB" dirty="0"/>
              <a:t>Click to add text</a:t>
            </a:r>
          </a:p>
        </p:txBody>
      </p:sp>
      <p:sp>
        <p:nvSpPr>
          <p:cNvPr id="10" name="Text Placeholder 4">
            <a:extLst>
              <a:ext uri="{FF2B5EF4-FFF2-40B4-BE49-F238E27FC236}">
                <a16:creationId xmlns:a16="http://schemas.microsoft.com/office/drawing/2014/main" id="{9FA67884-B97F-CB46-AABC-75F5273BB984}"/>
              </a:ext>
            </a:extLst>
          </p:cNvPr>
          <p:cNvSpPr>
            <a:spLocks noGrp="1"/>
          </p:cNvSpPr>
          <p:nvPr>
            <p:ph type="body" sz="quarter" idx="15" hasCustomPrompt="1"/>
          </p:nvPr>
        </p:nvSpPr>
        <p:spPr>
          <a:xfrm>
            <a:off x="0" y="3559852"/>
            <a:ext cx="12192000" cy="955506"/>
          </a:xfrm>
          <a:noFill/>
        </p:spPr>
        <p:txBody>
          <a:bodyPr/>
          <a:lstStyle>
            <a:lvl1pPr marL="0" indent="0" algn="ctr">
              <a:buFontTx/>
              <a:buNone/>
              <a:defRPr sz="6600" b="0" baseline="0">
                <a:solidFill>
                  <a:schemeClr val="tx1"/>
                </a:solidFill>
              </a:defRPr>
            </a:lvl1pPr>
          </a:lstStyle>
          <a:p>
            <a:pPr lvl="0"/>
            <a:r>
              <a:rPr lang="en-GB" dirty="0"/>
              <a:t>Click to add text</a:t>
            </a:r>
          </a:p>
        </p:txBody>
      </p:sp>
      <p:sp>
        <p:nvSpPr>
          <p:cNvPr id="4" name="Pladsholder til dato 3"/>
          <p:cNvSpPr>
            <a:spLocks noGrp="1"/>
          </p:cNvSpPr>
          <p:nvPr>
            <p:ph type="dt" sz="half" idx="10"/>
          </p:nvPr>
        </p:nvSpPr>
        <p:spPr/>
        <p:txBody>
          <a:bodyPr/>
          <a:lstStyle/>
          <a:p>
            <a:fld id="{C7ED15D5-9A7E-477A-A544-9723531FD0FA}" type="datetime1">
              <a:rPr lang="en-GB" smtClean="0"/>
              <a:t>24/06/2026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88545311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mbers">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BDF7CB8-A29D-FD7D-E01C-9FA290029336}"/>
              </a:ext>
            </a:extLst>
          </p:cNvPr>
          <p:cNvSpPr>
            <a:spLocks noGrp="1" noChangeAspect="1"/>
          </p:cNvSpPr>
          <p:nvPr>
            <p:ph type="body" sz="quarter" idx="38" hasCustomPrompt="1"/>
          </p:nvPr>
        </p:nvSpPr>
        <p:spPr>
          <a:xfrm>
            <a:off x="593043" y="992701"/>
            <a:ext cx="1162800" cy="1162800"/>
          </a:xfrm>
          <a:prstGeom prst="ellipse">
            <a:avLst/>
          </a:prstGeom>
          <a:solidFill>
            <a:schemeClr val="tx1">
              <a:alpha val="20000"/>
            </a:schemeClr>
          </a:solidFill>
        </p:spPr>
        <p:txBody>
          <a:bodyPr tIns="72000" anchor="ctr" anchorCtr="0"/>
          <a:lstStyle>
            <a:lvl1pPr marL="0" indent="0" algn="ctr">
              <a:spcBef>
                <a:spcPts val="0"/>
              </a:spcBef>
              <a:buNone/>
              <a:defRPr sz="6000" b="1"/>
            </a:lvl1pPr>
          </a:lstStyle>
          <a:p>
            <a:pPr lvl="0"/>
            <a:r>
              <a:rPr lang="en-GB" dirty="0"/>
              <a:t>1</a:t>
            </a:r>
          </a:p>
        </p:txBody>
      </p:sp>
      <p:sp>
        <p:nvSpPr>
          <p:cNvPr id="9" name="Text Placeholder 8">
            <a:extLst>
              <a:ext uri="{FF2B5EF4-FFF2-40B4-BE49-F238E27FC236}">
                <a16:creationId xmlns:a16="http://schemas.microsoft.com/office/drawing/2014/main" id="{80999F43-7DCD-0386-4C37-C66F637D75F4}"/>
              </a:ext>
            </a:extLst>
          </p:cNvPr>
          <p:cNvSpPr>
            <a:spLocks noGrp="1"/>
          </p:cNvSpPr>
          <p:nvPr>
            <p:ph type="body" sz="quarter" idx="39" hasCustomPrompt="1"/>
          </p:nvPr>
        </p:nvSpPr>
        <p:spPr>
          <a:xfrm>
            <a:off x="1935309" y="992701"/>
            <a:ext cx="3590534" cy="1162800"/>
          </a:xfrm>
        </p:spPr>
        <p:txBody>
          <a:bodyPr anchor="ctr" anchorCtr="0"/>
          <a:lstStyle>
            <a:lvl1pPr marL="0" indent="0">
              <a:spcBef>
                <a:spcPts val="0"/>
              </a:spcBef>
              <a:buNone/>
              <a:defRPr sz="2800" b="1"/>
            </a:lvl1pPr>
            <a:lvl2pPr marL="0" indent="0">
              <a:buNone/>
              <a:defRPr sz="2800" b="1"/>
            </a:lvl2pPr>
            <a:lvl3pPr marL="0" indent="0">
              <a:buNone/>
              <a:defRPr sz="2800" b="1"/>
            </a:lvl3pPr>
            <a:lvl4pPr marL="0" indent="0">
              <a:buNone/>
              <a:defRPr sz="2800" b="1"/>
            </a:lvl4pPr>
            <a:lvl5pPr marL="0" indent="0">
              <a:buNone/>
              <a:defRPr sz="2800" b="1"/>
            </a:lvl5pPr>
          </a:lstStyle>
          <a:p>
            <a:pPr lvl="0"/>
            <a:r>
              <a:rPr lang="en-GB" dirty="0"/>
              <a:t>Click to add text</a:t>
            </a:r>
          </a:p>
        </p:txBody>
      </p:sp>
      <p:sp>
        <p:nvSpPr>
          <p:cNvPr id="13" name="Text Placeholder 12">
            <a:extLst>
              <a:ext uri="{FF2B5EF4-FFF2-40B4-BE49-F238E27FC236}">
                <a16:creationId xmlns:a16="http://schemas.microsoft.com/office/drawing/2014/main" id="{5A0FE321-409A-CB41-0D2F-3A239A66393D}"/>
              </a:ext>
            </a:extLst>
          </p:cNvPr>
          <p:cNvSpPr>
            <a:spLocks noGrp="1" noChangeAspect="1"/>
          </p:cNvSpPr>
          <p:nvPr>
            <p:ph type="body" sz="quarter" idx="40" hasCustomPrompt="1"/>
          </p:nvPr>
        </p:nvSpPr>
        <p:spPr>
          <a:xfrm>
            <a:off x="6092802" y="911224"/>
            <a:ext cx="1162800" cy="1162800"/>
          </a:xfrm>
          <a:prstGeom prst="ellipse">
            <a:avLst/>
          </a:prstGeom>
          <a:solidFill>
            <a:schemeClr val="tx1">
              <a:alpha val="20000"/>
            </a:schemeClr>
          </a:solidFill>
        </p:spPr>
        <p:txBody>
          <a:bodyPr tIns="72000" anchor="ctr" anchorCtr="0"/>
          <a:lstStyle>
            <a:lvl1pPr marL="0" indent="0" algn="ctr">
              <a:buNone/>
              <a:defRPr sz="6000" b="1"/>
            </a:lvl1pPr>
          </a:lstStyle>
          <a:p>
            <a:pPr lvl="0"/>
            <a:r>
              <a:rPr lang="en-GB" dirty="0"/>
              <a:t>2</a:t>
            </a:r>
          </a:p>
        </p:txBody>
      </p:sp>
      <p:sp>
        <p:nvSpPr>
          <p:cNvPr id="16" name="Text Placeholder 15">
            <a:extLst>
              <a:ext uri="{FF2B5EF4-FFF2-40B4-BE49-F238E27FC236}">
                <a16:creationId xmlns:a16="http://schemas.microsoft.com/office/drawing/2014/main" id="{E85D9037-4808-3FB4-8291-164C228C83E2}"/>
              </a:ext>
            </a:extLst>
          </p:cNvPr>
          <p:cNvSpPr>
            <a:spLocks noGrp="1"/>
          </p:cNvSpPr>
          <p:nvPr>
            <p:ph type="body" sz="quarter" idx="41" hasCustomPrompt="1"/>
          </p:nvPr>
        </p:nvSpPr>
        <p:spPr>
          <a:xfrm>
            <a:off x="7438265" y="911224"/>
            <a:ext cx="3705822"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18" name="Text Placeholder 17">
            <a:extLst>
              <a:ext uri="{FF2B5EF4-FFF2-40B4-BE49-F238E27FC236}">
                <a16:creationId xmlns:a16="http://schemas.microsoft.com/office/drawing/2014/main" id="{34F98610-1AA8-ED76-CB97-422A1761A39E}"/>
              </a:ext>
            </a:extLst>
          </p:cNvPr>
          <p:cNvSpPr>
            <a:spLocks noGrp="1"/>
          </p:cNvSpPr>
          <p:nvPr>
            <p:ph type="body" sz="quarter" idx="42" hasCustomPrompt="1"/>
          </p:nvPr>
        </p:nvSpPr>
        <p:spPr>
          <a:xfrm>
            <a:off x="2272868" y="2409825"/>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3</a:t>
            </a:r>
          </a:p>
        </p:txBody>
      </p:sp>
      <p:sp>
        <p:nvSpPr>
          <p:cNvPr id="20" name="Text Placeholder 19">
            <a:extLst>
              <a:ext uri="{FF2B5EF4-FFF2-40B4-BE49-F238E27FC236}">
                <a16:creationId xmlns:a16="http://schemas.microsoft.com/office/drawing/2014/main" id="{04C99C31-A019-EB05-99AD-9B5C4892C3E5}"/>
              </a:ext>
            </a:extLst>
          </p:cNvPr>
          <p:cNvSpPr>
            <a:spLocks noGrp="1"/>
          </p:cNvSpPr>
          <p:nvPr>
            <p:ph type="body" sz="quarter" idx="43" hasCustomPrompt="1"/>
          </p:nvPr>
        </p:nvSpPr>
        <p:spPr>
          <a:xfrm>
            <a:off x="3620656" y="2409825"/>
            <a:ext cx="3113087" cy="1162800"/>
          </a:xfrm>
        </p:spPr>
        <p:txBody>
          <a:bodyPr anchor="ctr" anchorCtr="0"/>
          <a:lstStyle>
            <a:lvl1pPr marL="0" indent="0">
              <a:lnSpc>
                <a:spcPct val="100000"/>
              </a:lnSpc>
              <a:spcBef>
                <a:spcPts val="0"/>
              </a:spcBef>
              <a:spcAft>
                <a:spcPts val="0"/>
              </a:spcAft>
              <a:buNone/>
              <a:defRPr sz="2800" b="1"/>
            </a:lvl1pPr>
            <a:lvl2pPr marL="0" indent="0">
              <a:buNone/>
              <a:defRPr sz="2800" b="1"/>
            </a:lvl2pPr>
            <a:lvl3pPr marL="0" indent="0">
              <a:buNone/>
              <a:defRPr sz="2800" b="1"/>
            </a:lvl3pPr>
            <a:lvl4pPr marL="0" indent="0">
              <a:buNone/>
              <a:defRPr sz="2800" b="1"/>
            </a:lvl4pPr>
            <a:lvl5pPr marL="0" indent="0">
              <a:buNone/>
              <a:defRPr sz="2800" b="1"/>
            </a:lvl5pPr>
          </a:lstStyle>
          <a:p>
            <a:pPr lvl="0"/>
            <a:r>
              <a:rPr lang="en-GB" dirty="0"/>
              <a:t>Click to add text</a:t>
            </a:r>
          </a:p>
        </p:txBody>
      </p:sp>
      <p:sp>
        <p:nvSpPr>
          <p:cNvPr id="22" name="Text Placeholder 21">
            <a:extLst>
              <a:ext uri="{FF2B5EF4-FFF2-40B4-BE49-F238E27FC236}">
                <a16:creationId xmlns:a16="http://schemas.microsoft.com/office/drawing/2014/main" id="{DA112A83-1D6E-E31B-3869-56E056FE8E0E}"/>
              </a:ext>
            </a:extLst>
          </p:cNvPr>
          <p:cNvSpPr>
            <a:spLocks noGrp="1"/>
          </p:cNvSpPr>
          <p:nvPr>
            <p:ph type="body" sz="quarter" idx="44" hasCustomPrompt="1"/>
          </p:nvPr>
        </p:nvSpPr>
        <p:spPr>
          <a:xfrm>
            <a:off x="7188200" y="2970213"/>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4</a:t>
            </a:r>
          </a:p>
        </p:txBody>
      </p:sp>
      <p:sp>
        <p:nvSpPr>
          <p:cNvPr id="24" name="Text Placeholder 23">
            <a:extLst>
              <a:ext uri="{FF2B5EF4-FFF2-40B4-BE49-F238E27FC236}">
                <a16:creationId xmlns:a16="http://schemas.microsoft.com/office/drawing/2014/main" id="{F5507CD6-BB87-26DA-1CB3-C86DBC2ACD10}"/>
              </a:ext>
            </a:extLst>
          </p:cNvPr>
          <p:cNvSpPr>
            <a:spLocks noGrp="1"/>
          </p:cNvSpPr>
          <p:nvPr>
            <p:ph type="body" sz="quarter" idx="45" hasCustomPrompt="1"/>
          </p:nvPr>
        </p:nvSpPr>
        <p:spPr>
          <a:xfrm>
            <a:off x="8535988" y="2970213"/>
            <a:ext cx="3065462"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31" name="Text Placeholder 30">
            <a:extLst>
              <a:ext uri="{FF2B5EF4-FFF2-40B4-BE49-F238E27FC236}">
                <a16:creationId xmlns:a16="http://schemas.microsoft.com/office/drawing/2014/main" id="{2EED4611-1BCD-13B0-4F45-DAEAB3529025}"/>
              </a:ext>
            </a:extLst>
          </p:cNvPr>
          <p:cNvSpPr>
            <a:spLocks noGrp="1"/>
          </p:cNvSpPr>
          <p:nvPr>
            <p:ph type="body" sz="quarter" idx="46" hasCustomPrompt="1"/>
          </p:nvPr>
        </p:nvSpPr>
        <p:spPr>
          <a:xfrm>
            <a:off x="1458913" y="4498975"/>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5</a:t>
            </a:r>
          </a:p>
        </p:txBody>
      </p:sp>
      <p:sp>
        <p:nvSpPr>
          <p:cNvPr id="33" name="Text Placeholder 32">
            <a:extLst>
              <a:ext uri="{FF2B5EF4-FFF2-40B4-BE49-F238E27FC236}">
                <a16:creationId xmlns:a16="http://schemas.microsoft.com/office/drawing/2014/main" id="{B3B6A4E6-E617-BAD1-0112-A96754231B66}"/>
              </a:ext>
            </a:extLst>
          </p:cNvPr>
          <p:cNvSpPr>
            <a:spLocks noGrp="1"/>
          </p:cNvSpPr>
          <p:nvPr>
            <p:ph type="body" sz="quarter" idx="47" hasCustomPrompt="1"/>
          </p:nvPr>
        </p:nvSpPr>
        <p:spPr>
          <a:xfrm>
            <a:off x="2814435" y="4498975"/>
            <a:ext cx="2938665"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35" name="Text Placeholder 34">
            <a:extLst>
              <a:ext uri="{FF2B5EF4-FFF2-40B4-BE49-F238E27FC236}">
                <a16:creationId xmlns:a16="http://schemas.microsoft.com/office/drawing/2014/main" id="{0135649F-22C1-794A-F31C-7DC6EA04B2E5}"/>
              </a:ext>
            </a:extLst>
          </p:cNvPr>
          <p:cNvSpPr>
            <a:spLocks noGrp="1"/>
          </p:cNvSpPr>
          <p:nvPr>
            <p:ph type="body" sz="quarter" idx="48" hasCustomPrompt="1"/>
          </p:nvPr>
        </p:nvSpPr>
        <p:spPr>
          <a:xfrm>
            <a:off x="6372225" y="5138044"/>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6</a:t>
            </a:r>
          </a:p>
        </p:txBody>
      </p:sp>
      <p:sp>
        <p:nvSpPr>
          <p:cNvPr id="37" name="Text Placeholder 36">
            <a:extLst>
              <a:ext uri="{FF2B5EF4-FFF2-40B4-BE49-F238E27FC236}">
                <a16:creationId xmlns:a16="http://schemas.microsoft.com/office/drawing/2014/main" id="{35999C3D-9DB2-8B28-1D0E-EDC2C950F687}"/>
              </a:ext>
            </a:extLst>
          </p:cNvPr>
          <p:cNvSpPr>
            <a:spLocks noGrp="1"/>
          </p:cNvSpPr>
          <p:nvPr>
            <p:ph type="body" sz="quarter" idx="49" hasCustomPrompt="1"/>
          </p:nvPr>
        </p:nvSpPr>
        <p:spPr>
          <a:xfrm>
            <a:off x="7720013" y="5138044"/>
            <a:ext cx="3343275"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4" name="Pladsholder til dato 3"/>
          <p:cNvSpPr>
            <a:spLocks noGrp="1"/>
          </p:cNvSpPr>
          <p:nvPr>
            <p:ph type="dt" sz="half" idx="10"/>
          </p:nvPr>
        </p:nvSpPr>
        <p:spPr/>
        <p:txBody>
          <a:bodyPr/>
          <a:lstStyle/>
          <a:p>
            <a:fld id="{73B240AC-C468-4DBB-AF86-AC5724FDA50F}" type="datetime1">
              <a:rPr lang="en-GB" smtClean="0"/>
              <a:t>24/06/2026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3" name="TextBox 1">
            <a:extLst>
              <a:ext uri="{FF2B5EF4-FFF2-40B4-BE49-F238E27FC236}">
                <a16:creationId xmlns:a16="http://schemas.microsoft.com/office/drawing/2014/main" id="{7268BAA3-AF98-A946-16EB-29ED74D4E93C}"/>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text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2784342020"/>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rrow">
    <p:bg>
      <p:bgPr>
        <a:solidFill>
          <a:schemeClr val="accent6"/>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E66547F2-18C7-4623-927B-09989FC5CA4D}" type="datetime1">
              <a:rPr lang="en-GB" smtClean="0"/>
              <a:t>24/06/2026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2" name="TextBox 1">
            <a:extLst>
              <a:ext uri="{FF2B5EF4-FFF2-40B4-BE49-F238E27FC236}">
                <a16:creationId xmlns:a16="http://schemas.microsoft.com/office/drawing/2014/main" id="{2556C2CA-F7BC-1643-99E7-A7AF34D16F06}"/>
              </a:ext>
            </a:extLst>
          </p:cNvPr>
          <p:cNvSpPr txBox="1"/>
          <p:nvPr userDrawn="1"/>
        </p:nvSpPr>
        <p:spPr>
          <a:xfrm>
            <a:off x="-1219200" y="-222738"/>
            <a:ext cx="0" cy="0"/>
          </a:xfrm>
          <a:prstGeom prst="rect">
            <a:avLst/>
          </a:prstGeom>
        </p:spPr>
        <p:txBody>
          <a:bodyPr vert="horz" wrap="non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10" name="TextBox 9">
            <a:extLst>
              <a:ext uri="{FF2B5EF4-FFF2-40B4-BE49-F238E27FC236}">
                <a16:creationId xmlns:a16="http://schemas.microsoft.com/office/drawing/2014/main" id="{8C392B83-0AC6-A343-9007-FC3430F06E87}"/>
              </a:ext>
            </a:extLst>
          </p:cNvPr>
          <p:cNvSpPr txBox="1"/>
          <p:nvPr userDrawn="1"/>
        </p:nvSpPr>
        <p:spPr>
          <a:xfrm>
            <a:off x="4531540" y="2322414"/>
            <a:ext cx="0" cy="0"/>
          </a:xfrm>
          <a:prstGeom prst="rect">
            <a:avLst/>
          </a:prstGeom>
        </p:spPr>
        <p:txBody>
          <a:bodyPr vert="horz" wrap="non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3" name="Title 2">
            <a:extLst>
              <a:ext uri="{FF2B5EF4-FFF2-40B4-BE49-F238E27FC236}">
                <a16:creationId xmlns:a16="http://schemas.microsoft.com/office/drawing/2014/main" id="{2B0ACD76-9286-81DA-B95A-33C567818DB3}"/>
              </a:ext>
            </a:extLst>
          </p:cNvPr>
          <p:cNvSpPr>
            <a:spLocks noGrp="1"/>
          </p:cNvSpPr>
          <p:nvPr>
            <p:ph type="title" hasCustomPrompt="1"/>
          </p:nvPr>
        </p:nvSpPr>
        <p:spPr>
          <a:xfrm>
            <a:off x="588963" y="620712"/>
            <a:ext cx="11012488" cy="864859"/>
          </a:xfrm>
        </p:spPr>
        <p:txBody>
          <a:bodyPr/>
          <a:lstStyle>
            <a:lvl1pPr>
              <a:defRPr b="1">
                <a:solidFill>
                  <a:schemeClr val="tx1"/>
                </a:solidFill>
              </a:defRPr>
            </a:lvl1pPr>
          </a:lstStyle>
          <a:p>
            <a:pPr lvl="0"/>
            <a:r>
              <a:rPr lang="en-GB" dirty="0"/>
              <a:t>Click to add text</a:t>
            </a:r>
          </a:p>
        </p:txBody>
      </p:sp>
      <p:sp>
        <p:nvSpPr>
          <p:cNvPr id="39" name="Text Placeholder 6">
            <a:extLst>
              <a:ext uri="{FF2B5EF4-FFF2-40B4-BE49-F238E27FC236}">
                <a16:creationId xmlns:a16="http://schemas.microsoft.com/office/drawing/2014/main" id="{79DDD350-47B3-3DAF-DDC1-39725F8B959E}"/>
              </a:ext>
            </a:extLst>
          </p:cNvPr>
          <p:cNvSpPr>
            <a:spLocks noGrp="1" noChangeAspect="1"/>
          </p:cNvSpPr>
          <p:nvPr>
            <p:ph type="body" sz="quarter" idx="38" hasCustomPrompt="1"/>
          </p:nvPr>
        </p:nvSpPr>
        <p:spPr>
          <a:xfrm>
            <a:off x="1478044" y="1850705"/>
            <a:ext cx="701479" cy="701479"/>
          </a:xfrm>
          <a:prstGeom prst="ellipse">
            <a:avLst/>
          </a:prstGeom>
          <a:blipFill>
            <a:blip>
              <a:extLst>
                <a:ext uri="{96DAC541-7B7A-43D3-8B79-37D633B846F1}">
                  <asvg:svgBlip xmlns:asvg="http://schemas.microsoft.com/office/drawing/2016/SVG/main" r:embed="rId2"/>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0" name="Text Placeholder 6">
            <a:extLst>
              <a:ext uri="{FF2B5EF4-FFF2-40B4-BE49-F238E27FC236}">
                <a16:creationId xmlns:a16="http://schemas.microsoft.com/office/drawing/2014/main" id="{D6F92D26-3C4A-BE86-A701-D767C111FE07}"/>
              </a:ext>
            </a:extLst>
          </p:cNvPr>
          <p:cNvSpPr>
            <a:spLocks noGrp="1" noChangeAspect="1"/>
          </p:cNvSpPr>
          <p:nvPr>
            <p:ph type="body" sz="quarter" idx="39" hasCustomPrompt="1"/>
          </p:nvPr>
        </p:nvSpPr>
        <p:spPr>
          <a:xfrm>
            <a:off x="5358802" y="2416707"/>
            <a:ext cx="701479" cy="701479"/>
          </a:xfrm>
          <a:prstGeom prst="ellipse">
            <a:avLst/>
          </a:prstGeom>
          <a:blipFill>
            <a:blip>
              <a:extLst>
                <a:ext uri="{96DAC541-7B7A-43D3-8B79-37D633B846F1}">
                  <asvg:svgBlip xmlns:asvg="http://schemas.microsoft.com/office/drawing/2016/SVG/main" r:embed="rId2"/>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1" name="Text Placeholder 6">
            <a:extLst>
              <a:ext uri="{FF2B5EF4-FFF2-40B4-BE49-F238E27FC236}">
                <a16:creationId xmlns:a16="http://schemas.microsoft.com/office/drawing/2014/main" id="{376900F8-7802-5F50-6A9A-E75ED0B3EC0B}"/>
              </a:ext>
            </a:extLst>
          </p:cNvPr>
          <p:cNvSpPr>
            <a:spLocks noGrp="1" noChangeAspect="1"/>
          </p:cNvSpPr>
          <p:nvPr>
            <p:ph type="body" sz="quarter" idx="40" hasCustomPrompt="1"/>
          </p:nvPr>
        </p:nvSpPr>
        <p:spPr>
          <a:xfrm>
            <a:off x="2869616" y="3779962"/>
            <a:ext cx="701479" cy="701479"/>
          </a:xfrm>
          <a:prstGeom prst="ellipse">
            <a:avLst/>
          </a:prstGeom>
          <a:blipFill>
            <a:blip>
              <a:extLst>
                <a:ext uri="{96DAC541-7B7A-43D3-8B79-37D633B846F1}">
                  <asvg:svgBlip xmlns:asvg="http://schemas.microsoft.com/office/drawing/2016/SVG/main" r:embed="rId2"/>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2" name="Text Placeholder 6">
            <a:extLst>
              <a:ext uri="{FF2B5EF4-FFF2-40B4-BE49-F238E27FC236}">
                <a16:creationId xmlns:a16="http://schemas.microsoft.com/office/drawing/2014/main" id="{246C4547-72A6-0EEC-A5AF-48DBCE377E13}"/>
              </a:ext>
            </a:extLst>
          </p:cNvPr>
          <p:cNvSpPr>
            <a:spLocks noGrp="1" noChangeAspect="1"/>
          </p:cNvSpPr>
          <p:nvPr>
            <p:ph type="body" sz="quarter" idx="41" hasCustomPrompt="1"/>
          </p:nvPr>
        </p:nvSpPr>
        <p:spPr>
          <a:xfrm>
            <a:off x="7101336" y="4168447"/>
            <a:ext cx="701479" cy="701479"/>
          </a:xfrm>
          <a:prstGeom prst="ellipse">
            <a:avLst/>
          </a:prstGeom>
          <a:blipFill>
            <a:blip>
              <a:extLst>
                <a:ext uri="{96DAC541-7B7A-43D3-8B79-37D633B846F1}">
                  <asvg:svgBlip xmlns:asvg="http://schemas.microsoft.com/office/drawing/2016/SVG/main" r:embed="rId2"/>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16" name="Text Placeholder 15">
            <a:extLst>
              <a:ext uri="{FF2B5EF4-FFF2-40B4-BE49-F238E27FC236}">
                <a16:creationId xmlns:a16="http://schemas.microsoft.com/office/drawing/2014/main" id="{EC0FCDE3-3080-15ED-F757-BF51628B67D5}"/>
              </a:ext>
            </a:extLst>
          </p:cNvPr>
          <p:cNvSpPr>
            <a:spLocks noGrp="1"/>
          </p:cNvSpPr>
          <p:nvPr>
            <p:ph type="body" sz="quarter" idx="42" hasCustomPrompt="1"/>
          </p:nvPr>
        </p:nvSpPr>
        <p:spPr>
          <a:xfrm>
            <a:off x="588964" y="5623418"/>
            <a:ext cx="11012486" cy="678958"/>
          </a:xfrm>
        </p:spPr>
        <p:txBody>
          <a:bodyPr anchor="b" anchorCtr="0"/>
          <a:lstStyle>
            <a:lvl1pPr marL="0" indent="0" algn="r">
              <a:lnSpc>
                <a:spcPct val="100000"/>
              </a:lnSpc>
              <a:spcBef>
                <a:spcPts val="500"/>
              </a:spcBef>
              <a:spcAft>
                <a:spcPts val="0"/>
              </a:spcAft>
              <a:buFont typeface="Arial" panose="020B0604020202020204" pitchFamily="34" charset="0"/>
              <a:buNone/>
              <a:defRPr sz="2800"/>
            </a:lvl1pPr>
            <a:lvl2pPr marL="0" indent="0">
              <a:lnSpc>
                <a:spcPct val="100000"/>
              </a:lnSpc>
              <a:spcBef>
                <a:spcPts val="1000"/>
              </a:spcBef>
              <a:spcAft>
                <a:spcPts val="0"/>
              </a:spcAft>
              <a:buFont typeface="Arial" panose="020B0604020202020204" pitchFamily="34" charset="0"/>
              <a:buNone/>
              <a:defRPr sz="2800"/>
            </a:lvl2pPr>
            <a:lvl3pPr marL="0" indent="0">
              <a:lnSpc>
                <a:spcPct val="100000"/>
              </a:lnSpc>
              <a:spcBef>
                <a:spcPts val="1000"/>
              </a:spcBef>
              <a:spcAft>
                <a:spcPts val="0"/>
              </a:spcAft>
              <a:buFont typeface="Arial" panose="020B0604020202020204" pitchFamily="34" charset="0"/>
              <a:buNone/>
              <a:defRPr sz="2800"/>
            </a:lvl3pPr>
            <a:lvl4pPr marL="0" indent="0">
              <a:lnSpc>
                <a:spcPct val="100000"/>
              </a:lnSpc>
              <a:spcBef>
                <a:spcPts val="1000"/>
              </a:spcBef>
              <a:spcAft>
                <a:spcPts val="0"/>
              </a:spcAft>
              <a:buFont typeface="Arial" panose="020B0604020202020204" pitchFamily="34" charset="0"/>
              <a:buNone/>
              <a:defRPr sz="2800"/>
            </a:lvl4pPr>
            <a:lvl5pPr marL="0" indent="0">
              <a:lnSpc>
                <a:spcPct val="100000"/>
              </a:lnSpc>
              <a:spcBef>
                <a:spcPts val="1000"/>
              </a:spcBef>
              <a:spcAft>
                <a:spcPts val="0"/>
              </a:spcAft>
              <a:buFont typeface="Arial" panose="020B0604020202020204" pitchFamily="34" charset="0"/>
              <a:buNone/>
              <a:defRPr sz="2800"/>
            </a:lvl5pPr>
            <a:lvl6pPr marL="0" indent="0">
              <a:lnSpc>
                <a:spcPct val="100000"/>
              </a:lnSpc>
              <a:spcBef>
                <a:spcPts val="1000"/>
              </a:spcBef>
              <a:spcAft>
                <a:spcPts val="0"/>
              </a:spcAft>
              <a:buNone/>
              <a:defRPr sz="2800"/>
            </a:lvl6pPr>
            <a:lvl7pPr marL="0" indent="0">
              <a:lnSpc>
                <a:spcPct val="100000"/>
              </a:lnSpc>
              <a:spcBef>
                <a:spcPts val="1000"/>
              </a:spcBef>
              <a:spcAft>
                <a:spcPts val="0"/>
              </a:spcAft>
              <a:buNone/>
              <a:defRPr sz="2800"/>
            </a:lvl7pPr>
            <a:lvl8pPr marL="0" indent="0">
              <a:lnSpc>
                <a:spcPct val="100000"/>
              </a:lnSpc>
              <a:spcBef>
                <a:spcPts val="1000"/>
              </a:spcBef>
              <a:spcAft>
                <a:spcPts val="0"/>
              </a:spcAft>
              <a:buNone/>
              <a:defRPr sz="2800"/>
            </a:lvl8pPr>
            <a:lvl9pPr marL="0" indent="0">
              <a:lnSpc>
                <a:spcPct val="100000"/>
              </a:lnSpc>
              <a:spcBef>
                <a:spcPts val="1000"/>
              </a:spcBef>
              <a:spcAft>
                <a:spcPts val="0"/>
              </a:spcAft>
              <a:buNone/>
              <a:defRPr sz="2800"/>
            </a:lvl9pPr>
          </a:lstStyle>
          <a:p>
            <a:pPr lvl="0"/>
            <a:r>
              <a:rPr lang="en-GB" dirty="0"/>
              <a:t>...click to add text</a:t>
            </a:r>
          </a:p>
        </p:txBody>
      </p:sp>
      <p:sp>
        <p:nvSpPr>
          <p:cNvPr id="7" name="TextBox 1">
            <a:extLst>
              <a:ext uri="{FF2B5EF4-FFF2-40B4-BE49-F238E27FC236}">
                <a16:creationId xmlns:a16="http://schemas.microsoft.com/office/drawing/2014/main" id="{74B0C9B8-9199-DB66-C3E1-5BCBE19EE6D9}"/>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720734107"/>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images">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9757" y="842657"/>
            <a:ext cx="11012486" cy="1141268"/>
          </a:xfrm>
        </p:spPr>
        <p:txBody>
          <a:bodyPr/>
          <a:lstStyle>
            <a:lvl1pPr>
              <a:lnSpc>
                <a:spcPct val="90000"/>
              </a:lnSpc>
              <a:defRPr sz="6600" b="1" i="0" cap="all" baseline="0">
                <a:solidFill>
                  <a:schemeClr val="bg1"/>
                </a:solidFill>
              </a:defRPr>
            </a:lvl1pPr>
          </a:lstStyle>
          <a:p>
            <a:pPr lvl="0"/>
            <a:r>
              <a:rPr lang="en-GB" dirty="0"/>
              <a:t>Click to add title</a:t>
            </a:r>
          </a:p>
        </p:txBody>
      </p:sp>
      <p:sp>
        <p:nvSpPr>
          <p:cNvPr id="5" name="Pladsholder til dato 4"/>
          <p:cNvSpPr>
            <a:spLocks noGrp="1"/>
          </p:cNvSpPr>
          <p:nvPr>
            <p:ph type="dt" sz="half" idx="10"/>
          </p:nvPr>
        </p:nvSpPr>
        <p:spPr/>
        <p:txBody>
          <a:bodyPr/>
          <a:lstStyle/>
          <a:p>
            <a:fld id="{9F325BB6-14D6-4C5D-A392-87B2F024F171}" type="datetime1">
              <a:rPr lang="en-GB" smtClean="0"/>
              <a:t>24/06/2026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8" name="Pladsholder til billede 9">
            <a:extLst>
              <a:ext uri="{FF2B5EF4-FFF2-40B4-BE49-F238E27FC236}">
                <a16:creationId xmlns:a16="http://schemas.microsoft.com/office/drawing/2014/main" id="{EE1B35E0-A5B1-1748-D054-2575D7411CC7}"/>
              </a:ext>
            </a:extLst>
          </p:cNvPr>
          <p:cNvSpPr>
            <a:spLocks noGrp="1"/>
          </p:cNvSpPr>
          <p:nvPr>
            <p:ph type="pic" sz="quarter" idx="14" hasCustomPrompt="1"/>
          </p:nvPr>
        </p:nvSpPr>
        <p:spPr>
          <a:xfrm rot="21402571">
            <a:off x="985914" y="2449156"/>
            <a:ext cx="4115489" cy="2817262"/>
          </a:xfrm>
          <a:solidFill>
            <a:schemeClr val="bg1">
              <a:lumMod val="65000"/>
            </a:schemeClr>
          </a:solidFill>
          <a:ln w="146050" cap="flat">
            <a:solidFill>
              <a:schemeClr val="bg1"/>
            </a:solidFill>
            <a:miter lim="800000"/>
          </a:ln>
        </p:spPr>
        <p:txBody>
          <a:bodyPr lIns="0" tIns="1080000" rIns="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9" name="Pladsholder til billede 9">
            <a:extLst>
              <a:ext uri="{FF2B5EF4-FFF2-40B4-BE49-F238E27FC236}">
                <a16:creationId xmlns:a16="http://schemas.microsoft.com/office/drawing/2014/main" id="{E815A343-B052-E851-8FDF-17976A3957D9}"/>
              </a:ext>
            </a:extLst>
          </p:cNvPr>
          <p:cNvSpPr>
            <a:spLocks noGrp="1"/>
          </p:cNvSpPr>
          <p:nvPr>
            <p:ph type="pic" sz="quarter" idx="15" hasCustomPrompt="1"/>
          </p:nvPr>
        </p:nvSpPr>
        <p:spPr>
          <a:xfrm rot="533356">
            <a:off x="5893725" y="2510306"/>
            <a:ext cx="5462634" cy="3596788"/>
          </a:xfrm>
          <a:solidFill>
            <a:schemeClr val="bg1">
              <a:lumMod val="65000"/>
            </a:schemeClr>
          </a:solidFill>
          <a:ln w="146050" cap="flat">
            <a:solidFill>
              <a:schemeClr val="bg1"/>
            </a:solidFill>
            <a:miter lim="800000"/>
          </a:ln>
        </p:spPr>
        <p:txBody>
          <a:bodyPr lIns="360000" tIns="1080000" rIns="36000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3" name="TextBox 2">
            <a:extLst>
              <a:ext uri="{FF2B5EF4-FFF2-40B4-BE49-F238E27FC236}">
                <a16:creationId xmlns:a16="http://schemas.microsoft.com/office/drawing/2014/main" id="{3D5F33A7-1D81-AB36-A3BB-FC35AF2B3579}"/>
              </a:ext>
            </a:extLst>
          </p:cNvPr>
          <p:cNvSpPr txBox="1"/>
          <p:nvPr userDrawn="1"/>
        </p:nvSpPr>
        <p:spPr>
          <a:xfrm>
            <a:off x="0" y="-310243"/>
            <a:ext cx="6825343" cy="310243"/>
          </a:xfrm>
          <a:prstGeom prst="rect">
            <a:avLst/>
          </a:prstGeom>
        </p:spPr>
        <p:txBody>
          <a:bodyPr vert="horz" wrap="squar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4" name="TextBox 1">
            <a:extLst>
              <a:ext uri="{FF2B5EF4-FFF2-40B4-BE49-F238E27FC236}">
                <a16:creationId xmlns:a16="http://schemas.microsoft.com/office/drawing/2014/main" id="{B102B45B-BE10-0955-7D2B-71607E79FE0D}"/>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tx1"/>
                </a:solidFill>
                <a:latin typeface="Microsoft New Tai Lue"/>
              </a:rPr>
              <a:t>Highlight words </a:t>
            </a:r>
            <a:r>
              <a:rPr lang="en-GB" sz="1400" b="0" dirty="0">
                <a:solidFill>
                  <a:schemeClr val="tx1"/>
                </a:solidFill>
                <a:latin typeface="Microsoft New Tai Lue"/>
              </a:rPr>
              <a:t>in headline using </a:t>
            </a:r>
            <a:r>
              <a:rPr lang="en-GB" sz="1400" b="1" dirty="0">
                <a:solidFill>
                  <a:schemeClr val="tx1"/>
                </a:solidFill>
                <a:latin typeface="Microsoft New Tai Lue"/>
              </a:rPr>
              <a:t>bold   </a:t>
            </a:r>
            <a:endParaRPr lang="en-GB" sz="1400" b="0" dirty="0">
              <a:solidFill>
                <a:schemeClr val="tx1"/>
              </a:solidFill>
              <a:latin typeface="Microsoft New Tai Lue"/>
            </a:endParaRPr>
          </a:p>
        </p:txBody>
      </p:sp>
    </p:spTree>
    <p:extLst>
      <p:ext uri="{BB962C8B-B14F-4D97-AF65-F5344CB8AC3E}">
        <p14:creationId xmlns:p14="http://schemas.microsoft.com/office/powerpoint/2010/main" val="42610652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images">
    <p:bg>
      <p:bgPr>
        <a:solidFill>
          <a:schemeClr val="accent1"/>
        </a:solidFill>
        <a:effectLst/>
      </p:bgPr>
    </p:bg>
    <p:spTree>
      <p:nvGrpSpPr>
        <p:cNvPr id="1" name=""/>
        <p:cNvGrpSpPr/>
        <p:nvPr/>
      </p:nvGrpSpPr>
      <p:grpSpPr>
        <a:xfrm>
          <a:off x="0" y="0"/>
          <a:ext cx="0" cy="0"/>
          <a:chOff x="0" y="0"/>
          <a:chExt cx="0" cy="0"/>
        </a:xfrm>
      </p:grpSpPr>
      <p:sp>
        <p:nvSpPr>
          <p:cNvPr id="5" name="Pladsholder til dato 4"/>
          <p:cNvSpPr>
            <a:spLocks noGrp="1"/>
          </p:cNvSpPr>
          <p:nvPr>
            <p:ph type="dt" sz="half" idx="10"/>
          </p:nvPr>
        </p:nvSpPr>
        <p:spPr/>
        <p:txBody>
          <a:bodyPr/>
          <a:lstStyle/>
          <a:p>
            <a:fld id="{C81AEE70-9EF6-4011-9FEC-8E4C1B37B6E7}" type="datetime1">
              <a:rPr lang="en-GB" smtClean="0"/>
              <a:t>24/06/2026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8" name="Pladsholder til billede 9">
            <a:extLst>
              <a:ext uri="{FF2B5EF4-FFF2-40B4-BE49-F238E27FC236}">
                <a16:creationId xmlns:a16="http://schemas.microsoft.com/office/drawing/2014/main" id="{EE1B35E0-A5B1-1748-D054-2575D7411CC7}"/>
              </a:ext>
            </a:extLst>
          </p:cNvPr>
          <p:cNvSpPr>
            <a:spLocks noGrp="1"/>
          </p:cNvSpPr>
          <p:nvPr>
            <p:ph type="pic" sz="quarter" idx="14" hasCustomPrompt="1"/>
          </p:nvPr>
        </p:nvSpPr>
        <p:spPr>
          <a:xfrm>
            <a:off x="589757" y="2890520"/>
            <a:ext cx="3433685" cy="3403600"/>
          </a:xfrm>
          <a:solidFill>
            <a:schemeClr val="bg1">
              <a:lumMod val="65000"/>
            </a:schemeClr>
          </a:solidFill>
          <a:ln w="76200" cap="flat">
            <a:noFill/>
            <a:miter lim="800000"/>
          </a:ln>
          <a:effectLst>
            <a:outerShdw blurRad="50800" dist="38100" dir="2700000" algn="tl" rotWithShape="0">
              <a:prstClr val="black">
                <a:alpha val="40000"/>
              </a:prstClr>
            </a:outerShdw>
          </a:effectLst>
        </p:spPr>
        <p:txBody>
          <a:bodyPr lIns="0" tIns="1188000" rIns="0" anchor="ctr" anchorCtr="1"/>
          <a:lstStyle>
            <a:lvl1pPr marL="0" indent="0" algn="ctr">
              <a:buNone/>
              <a:defRPr sz="2000" baseline="0">
                <a:solidFill>
                  <a:schemeClr val="bg1"/>
                </a:solidFill>
                <a:sym typeface="Wingdings" panose="05000000000000000000" pitchFamily="2" charset="2"/>
              </a:defRPr>
            </a:lvl1pPr>
          </a:lstStyle>
          <a:p>
            <a:r>
              <a:rPr lang="en-GB" dirty="0"/>
              <a:t>Click icon to insert image</a:t>
            </a:r>
          </a:p>
        </p:txBody>
      </p:sp>
      <p:sp>
        <p:nvSpPr>
          <p:cNvPr id="9" name="Pladsholder til billede 9">
            <a:extLst>
              <a:ext uri="{FF2B5EF4-FFF2-40B4-BE49-F238E27FC236}">
                <a16:creationId xmlns:a16="http://schemas.microsoft.com/office/drawing/2014/main" id="{E815A343-B052-E851-8FDF-17976A3957D9}"/>
              </a:ext>
            </a:extLst>
          </p:cNvPr>
          <p:cNvSpPr>
            <a:spLocks noGrp="1"/>
          </p:cNvSpPr>
          <p:nvPr>
            <p:ph type="pic" sz="quarter" idx="15" hasCustomPrompt="1"/>
          </p:nvPr>
        </p:nvSpPr>
        <p:spPr>
          <a:xfrm>
            <a:off x="5852160" y="612233"/>
            <a:ext cx="5749290" cy="5681887"/>
          </a:xfrm>
          <a:solidFill>
            <a:schemeClr val="bg1">
              <a:lumMod val="75000"/>
            </a:schemeClr>
          </a:solidFill>
          <a:ln w="76200" cap="flat">
            <a:noFill/>
            <a:miter lim="800000"/>
          </a:ln>
          <a:effectLst>
            <a:outerShdw blurRad="50800" dist="38100" dir="2700000" algn="tl" rotWithShape="0">
              <a:prstClr val="black">
                <a:alpha val="40000"/>
              </a:prstClr>
            </a:outerShdw>
          </a:effectLst>
        </p:spPr>
        <p:txBody>
          <a:bodyPr lIns="540000" tIns="1080000" rIns="54000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10" name="Pladsholder til billede 9">
            <a:extLst>
              <a:ext uri="{FF2B5EF4-FFF2-40B4-BE49-F238E27FC236}">
                <a16:creationId xmlns:a16="http://schemas.microsoft.com/office/drawing/2014/main" id="{43FCB96B-CD6D-B9F3-A688-74E5893485CB}"/>
              </a:ext>
            </a:extLst>
          </p:cNvPr>
          <p:cNvSpPr>
            <a:spLocks noGrp="1"/>
          </p:cNvSpPr>
          <p:nvPr>
            <p:ph type="pic" sz="quarter" idx="16" hasCustomPrompt="1"/>
          </p:nvPr>
        </p:nvSpPr>
        <p:spPr>
          <a:xfrm>
            <a:off x="2855041" y="1961476"/>
            <a:ext cx="2336801" cy="2294929"/>
          </a:xfrm>
          <a:solidFill>
            <a:schemeClr val="bg1">
              <a:lumMod val="85000"/>
            </a:schemeClr>
          </a:solidFill>
          <a:ln w="76200" cap="flat">
            <a:noFill/>
            <a:miter lim="800000"/>
          </a:ln>
          <a:effectLst>
            <a:outerShdw blurRad="50800" dist="38100" dir="2700000" algn="tl" rotWithShape="0">
              <a:prstClr val="black">
                <a:alpha val="40000"/>
              </a:prstClr>
            </a:outerShdw>
          </a:effectLst>
        </p:spPr>
        <p:txBody>
          <a:bodyPr lIns="0" tIns="1188000" rIns="0" anchor="ctr" anchorCtr="1"/>
          <a:lstStyle>
            <a:lvl1pPr marL="0" indent="0" algn="ctr">
              <a:buNone/>
              <a:defRPr sz="1800" baseline="0">
                <a:solidFill>
                  <a:schemeClr val="bg1"/>
                </a:solidFill>
                <a:sym typeface="Wingdings" panose="05000000000000000000" pitchFamily="2" charset="2"/>
              </a:defRPr>
            </a:lvl1pPr>
          </a:lstStyle>
          <a:p>
            <a:r>
              <a:rPr lang="en-GB" dirty="0"/>
              <a:t>Click icon                       to insert image</a:t>
            </a:r>
          </a:p>
        </p:txBody>
      </p:sp>
      <p:sp>
        <p:nvSpPr>
          <p:cNvPr id="3" name="Title 2">
            <a:extLst>
              <a:ext uri="{FF2B5EF4-FFF2-40B4-BE49-F238E27FC236}">
                <a16:creationId xmlns:a16="http://schemas.microsoft.com/office/drawing/2014/main" id="{D623C8CB-D006-2AF2-DF37-08254005FBC6}"/>
              </a:ext>
            </a:extLst>
          </p:cNvPr>
          <p:cNvSpPr>
            <a:spLocks noGrp="1"/>
          </p:cNvSpPr>
          <p:nvPr>
            <p:ph type="title" hasCustomPrompt="1"/>
          </p:nvPr>
        </p:nvSpPr>
        <p:spPr>
          <a:xfrm>
            <a:off x="588965" y="620713"/>
            <a:ext cx="4602877" cy="1008061"/>
          </a:xfrm>
        </p:spPr>
        <p:txBody>
          <a:bodyPr/>
          <a:lstStyle>
            <a:lvl1pPr>
              <a:defRPr b="1">
                <a:solidFill>
                  <a:schemeClr val="bg1"/>
                </a:solidFill>
              </a:defRPr>
            </a:lvl1pPr>
          </a:lstStyle>
          <a:p>
            <a:r>
              <a:rPr lang="en-GB" dirty="0"/>
              <a:t>Click to add title</a:t>
            </a:r>
          </a:p>
        </p:txBody>
      </p:sp>
    </p:spTree>
    <p:extLst>
      <p:ext uri="{BB962C8B-B14F-4D97-AF65-F5344CB8AC3E}">
        <p14:creationId xmlns:p14="http://schemas.microsoft.com/office/powerpoint/2010/main" val="29057143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with text right">
    <p:bg>
      <p:bgPr>
        <a:solidFill>
          <a:schemeClr val="accent1"/>
        </a:solidFill>
        <a:effectLst/>
      </p:bgPr>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rot="20891566">
            <a:off x="1018941" y="1976793"/>
            <a:ext cx="3832754" cy="3749640"/>
          </a:xfrm>
          <a:solidFill>
            <a:schemeClr val="tx1">
              <a:lumMod val="65000"/>
            </a:schemeClr>
          </a:solidFill>
          <a:ln w="146050" cap="flat">
            <a:solidFill>
              <a:schemeClr val="tx1"/>
            </a:solidFill>
            <a:miter lim="800000"/>
          </a:ln>
        </p:spPr>
        <p:txBody>
          <a:bodyPr lIns="0" tIns="1224000" rIns="0" anchor="ctr" anchorCtr="1"/>
          <a:lstStyle>
            <a:lvl1pPr marL="0" indent="0" algn="ctr">
              <a:buNone/>
              <a:defRPr sz="240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620712"/>
            <a:ext cx="11012486" cy="865187"/>
          </a:xfrm>
        </p:spPr>
        <p:txBody>
          <a:bodyPr/>
          <a:lstStyle>
            <a:lvl1pPr>
              <a:defRPr b="1">
                <a:solidFill>
                  <a:schemeClr val="tx1"/>
                </a:solidFill>
              </a:defRPr>
            </a:lvl1pPr>
          </a:lstStyle>
          <a:p>
            <a:pPr lvl="0"/>
            <a:r>
              <a:rPr lang="en-GB" dirty="0"/>
              <a:t>Click to add title</a:t>
            </a:r>
          </a:p>
        </p:txBody>
      </p:sp>
      <p:sp>
        <p:nvSpPr>
          <p:cNvPr id="3" name="Pladsholder til indhold 2"/>
          <p:cNvSpPr>
            <a:spLocks noGrp="1"/>
          </p:cNvSpPr>
          <p:nvPr>
            <p:ph sz="half" idx="1" hasCustomPrompt="1"/>
          </p:nvPr>
        </p:nvSpPr>
        <p:spPr>
          <a:xfrm>
            <a:off x="5783580" y="2097067"/>
            <a:ext cx="5817869" cy="4205308"/>
          </a:xfrm>
        </p:spPr>
        <p:txBody>
          <a:bodyPr vert="horz" lIns="0" tIns="0" rIns="0" bIns="0" rtlCol="0">
            <a:noAutofit/>
          </a:bodyPr>
          <a:lstStyle>
            <a:lvl1pPr>
              <a:defRPr lang="da-DK" sz="3600" b="1" dirty="0" smtClean="0">
                <a:solidFill>
                  <a:schemeClr val="tx1"/>
                </a:solidFill>
              </a:defRPr>
            </a:lvl1pPr>
            <a:lvl2pPr>
              <a:defRPr lang="da-DK" sz="3200" b="1" dirty="0" smtClean="0">
                <a:solidFill>
                  <a:schemeClr val="tx1"/>
                </a:solidFill>
              </a:defRPr>
            </a:lvl2pPr>
            <a:lvl3pPr>
              <a:defRPr lang="da-DK" sz="2400" b="1" dirty="0" smtClean="0">
                <a:solidFill>
                  <a:schemeClr val="tx1"/>
                </a:solidFill>
              </a:defRPr>
            </a:lvl3pPr>
            <a:lvl4pPr>
              <a:defRPr lang="da-DK" b="1" dirty="0" smtClean="0">
                <a:solidFill>
                  <a:schemeClr val="tx1"/>
                </a:solidFill>
              </a:defRPr>
            </a:lvl4pPr>
            <a:lvl5pPr>
              <a:defRPr lang="da-DK" b="1" dirty="0">
                <a:solidFill>
                  <a:schemeClr val="tx1"/>
                </a:solidFill>
              </a:defRPr>
            </a:lvl5pPr>
            <a:lvl6pPr>
              <a:defRPr b="1">
                <a:solidFill>
                  <a:schemeClr val="tx1"/>
                </a:solidFill>
              </a:defRPr>
            </a:lvl6pPr>
            <a:lvl7pPr>
              <a:defRPr b="1">
                <a:solidFill>
                  <a:schemeClr val="tx1"/>
                </a:solidFill>
              </a:defRPr>
            </a:lvl7pPr>
            <a:lvl8pPr>
              <a:defRPr b="1">
                <a:solidFill>
                  <a:schemeClr val="tx1"/>
                </a:solidFill>
              </a:defRPr>
            </a:lvl8pPr>
            <a:lvl9pPr>
              <a:defRPr b="1">
                <a:solidFill>
                  <a:schemeClr val="tx1"/>
                </a:solidFill>
              </a:defRPr>
            </a:lvl9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27F698F8-8127-4186-B6E0-5A9DB8590659}" type="datetime1">
              <a:rPr lang="en-GB" smtClean="0"/>
              <a:t>24/06/2026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2960968685"/>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with text left">
    <p:bg>
      <p:bgPr>
        <a:solidFill>
          <a:schemeClr val="accent1"/>
        </a:solidFill>
        <a:effectLst/>
      </p:bgPr>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rot="496878">
            <a:off x="6504534" y="1615672"/>
            <a:ext cx="4653097" cy="4640373"/>
          </a:xfrm>
          <a:solidFill>
            <a:schemeClr val="bg1">
              <a:lumMod val="65000"/>
            </a:schemeClr>
          </a:solidFill>
          <a:ln w="146050" cap="flat">
            <a:solidFill>
              <a:schemeClr val="bg1"/>
            </a:solidFill>
            <a:miter lim="800000"/>
          </a:ln>
        </p:spPr>
        <p:txBody>
          <a:bodyPr lIns="0" tIns="1188000" rIns="0" anchor="ctr" anchorCtr="1"/>
          <a:lstStyle>
            <a:lvl1pPr marL="0" indent="0" algn="ctr">
              <a:buNone/>
              <a:defRPr sz="2400" b="0" baseline="0">
                <a:solidFill>
                  <a:schemeClr val="bg1"/>
                </a:solidFill>
                <a:sym typeface="Wingdings" panose="05000000000000000000" pitchFamily="2" charset="2"/>
              </a:defRPr>
            </a:lvl1pPr>
          </a:lstStyle>
          <a:p>
            <a:r>
              <a:rPr lang="en-GB" dirty="0"/>
              <a:t>Click icon to insert image</a:t>
            </a:r>
          </a:p>
        </p:txBody>
      </p:sp>
      <p:sp>
        <p:nvSpPr>
          <p:cNvPr id="5" name="Pladsholder til dato 4"/>
          <p:cNvSpPr>
            <a:spLocks noGrp="1"/>
          </p:cNvSpPr>
          <p:nvPr>
            <p:ph type="dt" sz="half" idx="10"/>
          </p:nvPr>
        </p:nvSpPr>
        <p:spPr/>
        <p:txBody>
          <a:bodyPr/>
          <a:lstStyle/>
          <a:p>
            <a:fld id="{DCA0C55F-A06C-4D12-9FE7-11486C7072EC}" type="datetime1">
              <a:rPr lang="en-GB" smtClean="0"/>
              <a:t>24/06/2026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9" name="Titel 1">
            <a:extLst>
              <a:ext uri="{FF2B5EF4-FFF2-40B4-BE49-F238E27FC236}">
                <a16:creationId xmlns:a16="http://schemas.microsoft.com/office/drawing/2014/main" id="{44AE573B-1000-D841-B8B4-F927523899D7}"/>
              </a:ext>
            </a:extLst>
          </p:cNvPr>
          <p:cNvSpPr>
            <a:spLocks noGrp="1"/>
          </p:cNvSpPr>
          <p:nvPr>
            <p:ph type="title" hasCustomPrompt="1"/>
          </p:nvPr>
        </p:nvSpPr>
        <p:spPr>
          <a:xfrm>
            <a:off x="588965" y="620712"/>
            <a:ext cx="11012486" cy="865187"/>
          </a:xfrm>
        </p:spPr>
        <p:txBody>
          <a:bodyPr/>
          <a:lstStyle>
            <a:lvl1pPr>
              <a:defRPr b="1">
                <a:solidFill>
                  <a:schemeClr val="bg1"/>
                </a:solidFill>
              </a:defRPr>
            </a:lvl1pPr>
          </a:lstStyle>
          <a:p>
            <a:pPr lvl="0"/>
            <a:r>
              <a:rPr lang="en-GB" dirty="0"/>
              <a:t>Click to add title</a:t>
            </a:r>
          </a:p>
        </p:txBody>
      </p:sp>
      <p:sp>
        <p:nvSpPr>
          <p:cNvPr id="11" name="Pladsholder til indhold 2">
            <a:extLst>
              <a:ext uri="{FF2B5EF4-FFF2-40B4-BE49-F238E27FC236}">
                <a16:creationId xmlns:a16="http://schemas.microsoft.com/office/drawing/2014/main" id="{9B691B69-65AA-9748-80BF-996C89344BB5}"/>
              </a:ext>
            </a:extLst>
          </p:cNvPr>
          <p:cNvSpPr>
            <a:spLocks noGrp="1"/>
          </p:cNvSpPr>
          <p:nvPr>
            <p:ph sz="half" idx="1" hasCustomPrompt="1"/>
          </p:nvPr>
        </p:nvSpPr>
        <p:spPr>
          <a:xfrm>
            <a:off x="588963" y="2097067"/>
            <a:ext cx="5818682" cy="4205308"/>
          </a:xfrm>
        </p:spPr>
        <p:txBody>
          <a:bodyPr vert="horz" lIns="0" tIns="0" rIns="0" bIns="0" rtlCol="0">
            <a:noAutofit/>
          </a:bodyPr>
          <a:lstStyle>
            <a:lvl1pPr>
              <a:defRPr lang="da-DK" sz="3600" b="1" dirty="0" smtClean="0">
                <a:solidFill>
                  <a:schemeClr val="bg1"/>
                </a:solidFill>
              </a:defRPr>
            </a:lvl1pPr>
            <a:lvl2pPr>
              <a:defRPr lang="da-DK" sz="3200" b="1" dirty="0" smtClean="0">
                <a:solidFill>
                  <a:schemeClr val="bg1"/>
                </a:solidFill>
              </a:defRPr>
            </a:lvl2pPr>
            <a:lvl3pPr>
              <a:defRPr lang="da-DK" sz="2400" b="1" dirty="0" smtClean="0">
                <a:solidFill>
                  <a:schemeClr val="bg1"/>
                </a:solidFill>
              </a:defRPr>
            </a:lvl3pPr>
            <a:lvl4pPr>
              <a:defRPr lang="da-DK" dirty="0" smtClean="0"/>
            </a:lvl4pPr>
            <a:lvl5pPr>
              <a:defRPr lang="da-DK" dirty="0"/>
            </a:lvl5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Tree>
    <p:extLst>
      <p:ext uri="{BB962C8B-B14F-4D97-AF65-F5344CB8AC3E}">
        <p14:creationId xmlns:p14="http://schemas.microsoft.com/office/powerpoint/2010/main" val="1441065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image A">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1" y="331200"/>
            <a:ext cx="12191999" cy="6526800"/>
          </a:xfrm>
          <a:solidFill>
            <a:schemeClr val="tx1">
              <a:lumMod val="75000"/>
            </a:schemeClr>
          </a:solidFill>
        </p:spPr>
        <p:txBody>
          <a:bodyPr lIns="0" tIns="1080000" rIns="0" anchor="ctr"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756000"/>
            <a:ext cx="6822000" cy="1065828"/>
          </a:xfrm>
          <a:solidFill>
            <a:schemeClr val="accent1">
              <a:alpha val="99950"/>
            </a:schemeClr>
          </a:solidFill>
        </p:spPr>
        <p:txBody>
          <a:bodyPr wrap="square" lIns="252000" tIns="216000" rIns="252000" bIns="108000">
            <a:spAutoFit/>
          </a:bodyPr>
          <a:lstStyle>
            <a:lvl1pPr>
              <a:spcAft>
                <a:spcPts val="600"/>
              </a:spcAft>
              <a:defRPr sz="48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2CC73FB4-74ED-479B-AC3F-D58B1D2996E2}" type="datetime1">
              <a:rPr lang="en-GB" smtClean="0"/>
              <a:t>24/06/2026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4" name="TextBox 1">
            <a:extLst>
              <a:ext uri="{FF2B5EF4-FFF2-40B4-BE49-F238E27FC236}">
                <a16:creationId xmlns:a16="http://schemas.microsoft.com/office/drawing/2014/main" id="{BC22F958-FB17-66E4-EB45-75E15E5E3F80}"/>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317485895"/>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image B">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1" y="4962214"/>
            <a:ext cx="4173870" cy="1340161"/>
          </a:xfrm>
          <a:solidFill>
            <a:schemeClr val="accent4">
              <a:alpha val="99950"/>
            </a:schemeClr>
          </a:solidFill>
        </p:spPr>
        <p:txBody>
          <a:bodyPr wrap="square" lIns="252000" tIns="108000" rIns="252000" bIns="0" anchor="t" anchorCtr="0">
            <a:spAutoFit/>
          </a:bodyPr>
          <a:lstStyle>
            <a:lvl1pPr>
              <a:defRPr sz="40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C0156FC0-1C68-46A1-95BA-D879D9D7980D}" type="datetime1">
              <a:rPr lang="en-GB" smtClean="0"/>
              <a:t>24/06/2026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3" name="TextBox 1">
            <a:extLst>
              <a:ext uri="{FF2B5EF4-FFF2-40B4-BE49-F238E27FC236}">
                <a16:creationId xmlns:a16="http://schemas.microsoft.com/office/drawing/2014/main" id="{E6BCCAFF-7E95-0536-8297-4959B0CA01D7}"/>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3200445437"/>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image C">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4779450" y="4497883"/>
            <a:ext cx="6822000" cy="1065828"/>
          </a:xfrm>
          <a:solidFill>
            <a:schemeClr val="bg1">
              <a:alpha val="99950"/>
            </a:schemeClr>
          </a:solidFill>
        </p:spPr>
        <p:txBody>
          <a:bodyPr wrap="square" lIns="252000" tIns="216000" rIns="252000" bIns="108000">
            <a:spAutoFit/>
          </a:bodyPr>
          <a:lstStyle>
            <a:lvl1pPr>
              <a:defRPr sz="48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2911EE2D-5BB7-4858-806B-E9B8121B6310}" type="datetime1">
              <a:rPr lang="en-GB" smtClean="0"/>
              <a:t>24/06/2026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4" name="TextBox 1">
            <a:extLst>
              <a:ext uri="{FF2B5EF4-FFF2-40B4-BE49-F238E27FC236}">
                <a16:creationId xmlns:a16="http://schemas.microsoft.com/office/drawing/2014/main" id="{DA49A202-D2D5-25B6-2F32-60A741CCF725}"/>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202118592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image D">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1080000" rIns="0" anchor="ctr"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3" y="1017402"/>
            <a:ext cx="11012487" cy="917513"/>
          </a:xfrm>
          <a:solidFill>
            <a:schemeClr val="bg2">
              <a:alpha val="99950"/>
            </a:schemeClr>
          </a:solidFill>
        </p:spPr>
        <p:txBody>
          <a:bodyPr wrap="square" lIns="180000" tIns="180000" rIns="180000" bIns="180000">
            <a:spAutoFit/>
          </a:bodyPr>
          <a:lstStyle>
            <a:lvl1pPr>
              <a:defRPr sz="36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FE8D869E-E124-4C9B-86F5-EB1AF46F875F}" type="datetime1">
              <a:rPr lang="en-GB" smtClean="0"/>
              <a:t>24/06/2026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4" name="TextBox 1">
            <a:extLst>
              <a:ext uri="{FF2B5EF4-FFF2-40B4-BE49-F238E27FC236}">
                <a16:creationId xmlns:a16="http://schemas.microsoft.com/office/drawing/2014/main" id="{342F60A0-C020-A529-4A95-65C8AC9FA2C2}"/>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71716925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E">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3" y="4161995"/>
            <a:ext cx="11012487" cy="2140380"/>
          </a:xfrm>
          <a:solidFill>
            <a:schemeClr val="bg1">
              <a:alpha val="46000"/>
            </a:schemeClr>
          </a:solidFill>
        </p:spPr>
        <p:txBody>
          <a:bodyPr wrap="square" lIns="252000" tIns="108000" rIns="252000" bIns="0">
            <a:spAutoFit/>
          </a:bodyPr>
          <a:lstStyle>
            <a:lvl1pPr algn="ctr">
              <a:defRPr sz="6600" b="1" cap="all"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ECACFB06-9E5C-4DC0-BDE6-1E991C758329}" type="datetime1">
              <a:rPr lang="en-GB" smtClean="0"/>
              <a:t>24/06/2026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3" name="TextBox 1">
            <a:extLst>
              <a:ext uri="{FF2B5EF4-FFF2-40B4-BE49-F238E27FC236}">
                <a16:creationId xmlns:a16="http://schemas.microsoft.com/office/drawing/2014/main" id="{0AC6CF46-91DC-976D-9F2D-0F1B85D185F4}"/>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573279729"/>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estions and comments">
    <p:bg>
      <p:bgPr>
        <a:solidFill>
          <a:schemeClr val="accent1"/>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10C11D8F-85B9-4001-AF63-8B6D3CD2CF9F}" type="datetime1">
              <a:rPr lang="en-GB" smtClean="0"/>
              <a:t>24/06/2026</a:t>
            </a:fld>
            <a:endParaRPr lang="en-GB" dirty="0"/>
          </a:p>
        </p:txBody>
      </p:sp>
      <p:sp>
        <p:nvSpPr>
          <p:cNvPr id="7" name="?">
            <a:extLst>
              <a:ext uri="{FF2B5EF4-FFF2-40B4-BE49-F238E27FC236}">
                <a16:creationId xmlns:a16="http://schemas.microsoft.com/office/drawing/2014/main" id="{C9382B17-B390-C8C0-F5F8-7665434C718C}"/>
              </a:ext>
            </a:extLst>
          </p:cNvPr>
          <p:cNvSpPr/>
          <p:nvPr userDrawn="1"/>
        </p:nvSpPr>
        <p:spPr>
          <a:xfrm>
            <a:off x="3642413" y="900524"/>
            <a:ext cx="4787900" cy="5558804"/>
          </a:xfrm>
          <a:prstGeom prst="rect">
            <a:avLst/>
          </a:prstGeom>
        </p:spPr>
        <p:txBody>
          <a:bodyPr wrap="square" rtlCol="0" anchor="t" anchorCtr="0">
            <a:noAutofit/>
          </a:bodyPr>
          <a:lstStyle/>
          <a:p>
            <a:pPr algn="ctr">
              <a:lnSpc>
                <a:spcPct val="83000"/>
              </a:lnSpc>
            </a:pPr>
            <a:r>
              <a:rPr lang="en-GB" sz="59500" b="1" dirty="0">
                <a:solidFill>
                  <a:schemeClr val="tx1">
                    <a:alpha val="14559"/>
                  </a:schemeClr>
                </a:solidFill>
              </a:rPr>
              <a:t>?</a:t>
            </a:r>
          </a:p>
        </p:txBody>
      </p:sp>
      <p:sp>
        <p:nvSpPr>
          <p:cNvPr id="3" name="Title 2">
            <a:extLst>
              <a:ext uri="{FF2B5EF4-FFF2-40B4-BE49-F238E27FC236}">
                <a16:creationId xmlns:a16="http://schemas.microsoft.com/office/drawing/2014/main" id="{2E0714F6-6F11-9826-9767-37567B1EC5DC}"/>
              </a:ext>
            </a:extLst>
          </p:cNvPr>
          <p:cNvSpPr>
            <a:spLocks noGrp="1"/>
          </p:cNvSpPr>
          <p:nvPr>
            <p:ph type="title" hasCustomPrompt="1"/>
          </p:nvPr>
        </p:nvSpPr>
        <p:spPr>
          <a:xfrm>
            <a:off x="2139732" y="1628776"/>
            <a:ext cx="9461718" cy="3999626"/>
          </a:xfrm>
        </p:spPr>
        <p:txBody>
          <a:bodyPr anchor="ctr" anchorCtr="0"/>
          <a:lstStyle>
            <a:lvl1pPr>
              <a:lnSpc>
                <a:spcPct val="83000"/>
              </a:lnSpc>
              <a:defRPr sz="9600" b="1">
                <a:solidFill>
                  <a:schemeClr val="bg1"/>
                </a:solidFill>
              </a:defRPr>
            </a:lvl1pPr>
          </a:lstStyle>
          <a:p>
            <a:r>
              <a:rPr lang="en-GB" dirty="0"/>
              <a:t>Click to add text</a:t>
            </a:r>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2" name="TextBox 1">
            <a:extLst>
              <a:ext uri="{FF2B5EF4-FFF2-40B4-BE49-F238E27FC236}">
                <a16:creationId xmlns:a16="http://schemas.microsoft.com/office/drawing/2014/main" id="{01861DB2-11FB-99E1-B80B-1463133B9A24}"/>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tx1"/>
                </a:solidFill>
                <a:latin typeface="Microsoft New Tai Lue"/>
              </a:rPr>
              <a:t>Highlight words </a:t>
            </a:r>
            <a:r>
              <a:rPr lang="en-GB" sz="1400" b="0" dirty="0">
                <a:solidFill>
                  <a:schemeClr val="tx1"/>
                </a:solidFill>
                <a:latin typeface="Microsoft New Tai Lue"/>
              </a:rPr>
              <a:t>in headline using </a:t>
            </a:r>
            <a:r>
              <a:rPr lang="en-GB" sz="1400" b="1" dirty="0">
                <a:solidFill>
                  <a:schemeClr val="tx1"/>
                </a:solidFill>
                <a:latin typeface="Microsoft New Tai Lue"/>
              </a:rPr>
              <a:t>bold   </a:t>
            </a:r>
            <a:endParaRPr lang="en-GB" sz="1400" b="0" dirty="0">
              <a:solidFill>
                <a:schemeClr val="tx1"/>
              </a:solidFill>
              <a:latin typeface="Microsoft New Tai Lue"/>
            </a:endParaRPr>
          </a:p>
        </p:txBody>
      </p:sp>
    </p:spTree>
    <p:extLst>
      <p:ext uri="{BB962C8B-B14F-4D97-AF65-F5344CB8AC3E}">
        <p14:creationId xmlns:p14="http://schemas.microsoft.com/office/powerpoint/2010/main" val="30272847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sp>
        <p:nvSpPr>
          <p:cNvPr id="22" name="Pladsholder til dato 3" hidden="1">
            <a:extLst>
              <a:ext uri="{FF2B5EF4-FFF2-40B4-BE49-F238E27FC236}">
                <a16:creationId xmlns:a16="http://schemas.microsoft.com/office/drawing/2014/main" id="{79C6BA40-0A49-7673-45A9-7C4D3541BA07}"/>
              </a:ext>
            </a:extLst>
          </p:cNvPr>
          <p:cNvSpPr>
            <a:spLocks noGrp="1"/>
          </p:cNvSpPr>
          <p:nvPr>
            <p:ph type="dt" sz="half" idx="10"/>
          </p:nvPr>
        </p:nvSpPr>
        <p:spPr>
          <a:xfrm>
            <a:off x="0" y="6858000"/>
            <a:ext cx="0" cy="0"/>
          </a:xfrm>
        </p:spPr>
        <p:txBody>
          <a:bodyPr/>
          <a:lstStyle>
            <a:lvl1pPr>
              <a:defRPr sz="100">
                <a:noFill/>
              </a:defRPr>
            </a:lvl1pPr>
          </a:lstStyle>
          <a:p>
            <a:fld id="{6622F690-D5D4-4852-B56B-61A8F1BA299A}" type="datetime1">
              <a:rPr lang="en-GB" smtClean="0"/>
              <a:t>24/06/2026</a:t>
            </a:fld>
            <a:endParaRPr lang="en-GB" dirty="0"/>
          </a:p>
        </p:txBody>
      </p:sp>
      <p:sp>
        <p:nvSpPr>
          <p:cNvPr id="23" name="Pladsholder til sidefod 4" hidden="1">
            <a:extLst>
              <a:ext uri="{FF2B5EF4-FFF2-40B4-BE49-F238E27FC236}">
                <a16:creationId xmlns:a16="http://schemas.microsoft.com/office/drawing/2014/main" id="{F4D4719E-1E3F-B75D-AF75-C575C79D6C77}"/>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24" name="Pladsholder til slidenummer 5" hidden="1">
            <a:extLst>
              <a:ext uri="{FF2B5EF4-FFF2-40B4-BE49-F238E27FC236}">
                <a16:creationId xmlns:a16="http://schemas.microsoft.com/office/drawing/2014/main" id="{9434FDBC-E923-AFC0-E942-C956724548D0}"/>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
        <p:nvSpPr>
          <p:cNvPr id="2" name="Title 1">
            <a:extLst>
              <a:ext uri="{FF2B5EF4-FFF2-40B4-BE49-F238E27FC236}">
                <a16:creationId xmlns:a16="http://schemas.microsoft.com/office/drawing/2014/main" id="{C4994A88-BF4A-BF39-B835-B0C753B4C19A}"/>
              </a:ext>
            </a:extLst>
          </p:cNvPr>
          <p:cNvSpPr txBox="1">
            <a:spLocks/>
          </p:cNvSpPr>
          <p:nvPr userDrawn="1"/>
        </p:nvSpPr>
        <p:spPr>
          <a:xfrm>
            <a:off x="588964" y="613649"/>
            <a:ext cx="11012486" cy="879921"/>
          </a:xfrm>
          <a:prstGeom prst="rect">
            <a:avLst/>
          </a:prstGeom>
        </p:spPr>
        <p:txBody>
          <a:bodyPr vert="horz" lIns="0" tIns="0" rIns="0" bIns="0" rtlCol="0" anchor="t" anchorCtr="0">
            <a:noAutofit/>
          </a:bodyPr>
          <a:lstStyle>
            <a:lvl1pPr>
              <a:lnSpc>
                <a:spcPct val="100000"/>
              </a:lnSpc>
              <a:spcBef>
                <a:spcPct val="0"/>
              </a:spcBef>
              <a:buNone/>
              <a:defRPr sz="3200">
                <a:solidFill>
                  <a:schemeClr val="bg1"/>
                </a:solidFill>
                <a:latin typeface="+mj-lt"/>
                <a:ea typeface="+mj-ea"/>
                <a:cs typeface="+mj-cs"/>
              </a:defRPr>
            </a:lvl1pPr>
          </a:lstStyle>
          <a:p>
            <a:pPr lvl="0"/>
            <a:r>
              <a:rPr lang="en-GB" sz="3000" dirty="0">
                <a:solidFill>
                  <a:schemeClr val="tx1"/>
                </a:solidFill>
              </a:rPr>
              <a:t>User guide </a:t>
            </a:r>
            <a:r>
              <a:rPr lang="en-GB" sz="1800" dirty="0">
                <a:solidFill>
                  <a:schemeClr val="tx1"/>
                </a:solidFill>
              </a:rPr>
              <a:t>– delete before use</a:t>
            </a:r>
          </a:p>
        </p:txBody>
      </p:sp>
      <p:sp>
        <p:nvSpPr>
          <p:cNvPr id="18" name="Text Box 48">
            <a:extLst>
              <a:ext uri="{FF2B5EF4-FFF2-40B4-BE49-F238E27FC236}">
                <a16:creationId xmlns:a16="http://schemas.microsoft.com/office/drawing/2014/main" id="{91151374-92CC-87E1-F9AB-1D43CA0CBE4F}"/>
              </a:ext>
            </a:extLst>
          </p:cNvPr>
          <p:cNvSpPr txBox="1">
            <a:spLocks noChangeArrowheads="1"/>
          </p:cNvSpPr>
          <p:nvPr userDrawn="1"/>
        </p:nvSpPr>
        <p:spPr bwMode="auto">
          <a:xfrm>
            <a:off x="587376" y="1640495"/>
            <a:ext cx="1750290" cy="3876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UCPH PowerPoint templates</a:t>
            </a:r>
            <a:br>
              <a:rPr lang="en-GB" sz="1000" b="1" noProof="1">
                <a:solidFill>
                  <a:schemeClr val="tx1"/>
                </a:solidFill>
                <a:latin typeface="+mn-lt"/>
                <a:cs typeface="Arial" panose="020B0604020202020204" pitchFamily="34" charset="0"/>
              </a:rPr>
            </a:br>
            <a:r>
              <a:rPr lang="en-GB" sz="800" dirty="0">
                <a:effectLst/>
                <a:latin typeface="+mj-lt"/>
                <a:ea typeface="Calibri" panose="020F0502020204030204" pitchFamily="34" charset="0"/>
                <a:cs typeface="Times New Roman" panose="02020603050405020304" pitchFamily="18" charset="0"/>
              </a:rPr>
              <a:t>When you open PowerPoint on your UCPH computer, </a:t>
            </a:r>
            <a:r>
              <a:rPr lang="en-GB" sz="800" kern="1200" dirty="0">
                <a:solidFill>
                  <a:schemeClr val="tx1"/>
                </a:solidFill>
                <a:effectLst/>
                <a:latin typeface="Arial" charset="0"/>
                <a:ea typeface="Calibri" panose="020F0502020204030204" pitchFamily="34" charset="0"/>
                <a:cs typeface="Times New Roman" panose="02020603050405020304" pitchFamily="18" charset="0"/>
              </a:rPr>
              <a:t>PowerPoint opens </a:t>
            </a:r>
            <a:r>
              <a:rPr lang="en-GB" sz="800" dirty="0">
                <a:effectLst/>
                <a:latin typeface="+mj-lt"/>
                <a:ea typeface="Calibri" panose="020F0502020204030204" pitchFamily="34" charset="0"/>
                <a:cs typeface="Times New Roman" panose="02020603050405020304" pitchFamily="18" charset="0"/>
              </a:rPr>
              <a:t>a template in 16:9 format with an English UCPH logo.</a:t>
            </a:r>
          </a:p>
          <a:p>
            <a:pPr eaLnBrk="1" hangingPunct="1">
              <a:spcAft>
                <a:spcPts val="600"/>
              </a:spcAft>
              <a:defRPr/>
            </a:pPr>
            <a:r>
              <a:rPr lang="en-GB" sz="800" dirty="0">
                <a:effectLst/>
                <a:latin typeface="+mj-lt"/>
                <a:ea typeface="Calibri" panose="020F0502020204030204" pitchFamily="34" charset="0"/>
                <a:cs typeface="Times New Roman" panose="02020603050405020304" pitchFamily="18" charset="0"/>
              </a:rPr>
              <a:t>When you click on the UCPH tab in the toolbar, click "Select Template" to choose between templates</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Danish and English </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16:9 format</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"full" or “small" versions (in the full version there is an example of each slide type in the left-hand window)</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as well as an example slide with text in English.</a:t>
            </a:r>
          </a:p>
          <a:p>
            <a:pPr>
              <a:lnSpc>
                <a:spcPct val="115000"/>
              </a:lnSpc>
              <a:spcAft>
                <a:spcPts val="1000"/>
              </a:spcAft>
            </a:pPr>
            <a:r>
              <a:rPr lang="en-GB" sz="800" dirty="0">
                <a:effectLst/>
                <a:latin typeface="+mj-lt"/>
                <a:ea typeface="Calibri" panose="020F0502020204030204" pitchFamily="34" charset="0"/>
                <a:cs typeface="Times New Roman" panose="02020603050405020304" pitchFamily="18" charset="0"/>
              </a:rPr>
              <a:t>If you use a 'full' version, you must delete the slides you do not want to use.</a:t>
            </a:r>
            <a:br>
              <a:rPr lang="en-GB" sz="800" dirty="0">
                <a:effectLst/>
                <a:latin typeface="+mj-lt"/>
                <a:ea typeface="Calibri" panose="020F0502020204030204" pitchFamily="34" charset="0"/>
                <a:cs typeface="Times New Roman" panose="02020603050405020304" pitchFamily="18" charset="0"/>
              </a:rPr>
            </a:br>
            <a:br>
              <a:rPr lang="en-GB" sz="800" dirty="0">
                <a:effectLst/>
                <a:latin typeface="+mj-lt"/>
                <a:ea typeface="Calibri" panose="020F0502020204030204" pitchFamily="34" charset="0"/>
                <a:cs typeface="Times New Roman" panose="02020603050405020304" pitchFamily="18" charset="0"/>
              </a:rPr>
            </a:br>
            <a:r>
              <a:rPr lang="en-GB" sz="800" dirty="0">
                <a:effectLst/>
                <a:latin typeface="+mj-lt"/>
                <a:ea typeface="Calibri" panose="020F0502020204030204" pitchFamily="34" charset="0"/>
                <a:cs typeface="Times New Roman" panose="02020603050405020304" pitchFamily="18" charset="0"/>
              </a:rPr>
              <a:t>Mac users and others can download PowerPoint templates at</a:t>
            </a:r>
          </a:p>
          <a:p>
            <a:pPr>
              <a:lnSpc>
                <a:spcPct val="115000"/>
              </a:lnSpc>
              <a:spcAft>
                <a:spcPts val="1000"/>
              </a:spcAft>
            </a:pPr>
            <a:r>
              <a:rPr lang="en-GB" sz="800" dirty="0">
                <a:solidFill>
                  <a:schemeClr val="accent4"/>
                </a:solidFill>
                <a:effectLst/>
                <a:latin typeface="+mj-lt"/>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www.designguide.ku.dk/skabeloner/powerpoint/praesentationer/</a:t>
            </a:r>
            <a:endParaRPr lang="en-GB" sz="8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8" name="Text Box 48">
            <a:extLst>
              <a:ext uri="{FF2B5EF4-FFF2-40B4-BE49-F238E27FC236}">
                <a16:creationId xmlns:a16="http://schemas.microsoft.com/office/drawing/2014/main" id="{CC1000A9-67B6-3DBE-1556-907DFA8F39D9}"/>
              </a:ext>
            </a:extLst>
          </p:cNvPr>
          <p:cNvSpPr txBox="1">
            <a:spLocks noChangeArrowheads="1"/>
          </p:cNvSpPr>
          <p:nvPr userDrawn="1"/>
        </p:nvSpPr>
        <p:spPr bwMode="auto">
          <a:xfrm>
            <a:off x="2570384" y="3966227"/>
            <a:ext cx="1755548" cy="176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Insert your unit name (e.g. your department), page numbers and the date</a:t>
            </a:r>
            <a:br>
              <a:rPr lang="en-GB" sz="1000" b="1" noProof="1">
                <a:solidFill>
                  <a:schemeClr val="tx1"/>
                </a:solidFill>
                <a:latin typeface="+mj-lt"/>
                <a:cs typeface="Arial" panose="020B0604020202020204" pitchFamily="34" charset="0"/>
              </a:rPr>
            </a:br>
            <a:r>
              <a:rPr lang="en-GB" sz="800" b="1" dirty="0">
                <a:effectLst/>
                <a:latin typeface="+mj-lt"/>
                <a:ea typeface="Calibri" panose="020F0502020204030204" pitchFamily="34" charset="0"/>
                <a:cs typeface="Times New Roman" panose="02020603050405020304" pitchFamily="18" charset="0"/>
              </a:rPr>
              <a:t>1. </a:t>
            </a:r>
            <a:r>
              <a:rPr lang="en-GB" sz="800" dirty="0">
                <a:effectLst/>
                <a:latin typeface="+mj-lt"/>
                <a:ea typeface="Calibri" panose="020F0502020204030204" pitchFamily="34" charset="0"/>
                <a:cs typeface="Times New Roman" panose="02020603050405020304" pitchFamily="18" charset="0"/>
              </a:rPr>
              <a:t>Click on </a:t>
            </a:r>
            <a:r>
              <a:rPr lang="en-GB" sz="800" b="1" dirty="0">
                <a:effectLst/>
                <a:latin typeface="+mj-lt"/>
                <a:ea typeface="Calibri" panose="020F0502020204030204" pitchFamily="34" charset="0"/>
                <a:cs typeface="Times New Roman" panose="02020603050405020304" pitchFamily="18" charset="0"/>
              </a:rPr>
              <a:t>Insert</a:t>
            </a:r>
            <a:r>
              <a:rPr lang="en-GB" sz="800" dirty="0">
                <a:effectLst/>
                <a:latin typeface="+mj-lt"/>
                <a:ea typeface="Calibri" panose="020F0502020204030204" pitchFamily="34" charset="0"/>
                <a:cs typeface="Times New Roman" panose="02020603050405020304" pitchFamily="18" charset="0"/>
              </a:rPr>
              <a:t> in the top menu</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2. </a:t>
            </a:r>
            <a:r>
              <a:rPr lang="en-GB" sz="800" dirty="0">
                <a:effectLst/>
                <a:latin typeface="+mj-lt"/>
                <a:ea typeface="Calibri" panose="020F0502020204030204" pitchFamily="34" charset="0"/>
                <a:cs typeface="Times New Roman" panose="02020603050405020304" pitchFamily="18" charset="0"/>
              </a:rPr>
              <a:t>Select </a:t>
            </a:r>
            <a:r>
              <a:rPr lang="en-GB" sz="800" b="1" dirty="0">
                <a:effectLst/>
                <a:latin typeface="+mj-lt"/>
                <a:ea typeface="Calibri" panose="020F0502020204030204" pitchFamily="34" charset="0"/>
                <a:cs typeface="Times New Roman" panose="02020603050405020304" pitchFamily="18" charset="0"/>
              </a:rPr>
              <a:t>Header and Footer</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3. </a:t>
            </a:r>
            <a:r>
              <a:rPr lang="en-GB" sz="800" dirty="0">
                <a:effectLst/>
                <a:latin typeface="+mj-lt"/>
                <a:ea typeface="Calibri" panose="020F0502020204030204" pitchFamily="34" charset="0"/>
                <a:cs typeface="Times New Roman" panose="02020603050405020304" pitchFamily="18" charset="0"/>
              </a:rPr>
              <a:t>Fill in the fields</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4. </a:t>
            </a:r>
            <a:r>
              <a:rPr lang="en-GB" sz="800" dirty="0">
                <a:effectLst/>
                <a:latin typeface="+mj-lt"/>
                <a:ea typeface="Calibri" panose="020F0502020204030204" pitchFamily="34" charset="0"/>
                <a:cs typeface="Times New Roman" panose="02020603050405020304" pitchFamily="18" charset="0"/>
              </a:rPr>
              <a:t>Select </a:t>
            </a:r>
            <a:r>
              <a:rPr lang="en-GB" sz="800" b="1" dirty="0">
                <a:effectLst/>
                <a:latin typeface="+mj-lt"/>
                <a:ea typeface="Calibri" panose="020F0502020204030204" pitchFamily="34" charset="0"/>
                <a:cs typeface="Times New Roman" panose="02020603050405020304" pitchFamily="18" charset="0"/>
              </a:rPr>
              <a:t>Apply</a:t>
            </a:r>
            <a:r>
              <a:rPr lang="en-GB" sz="800" dirty="0">
                <a:effectLst/>
                <a:latin typeface="+mj-lt"/>
                <a:ea typeface="Calibri" panose="020F0502020204030204" pitchFamily="34" charset="0"/>
                <a:cs typeface="Times New Roman" panose="02020603050405020304" pitchFamily="18" charset="0"/>
              </a:rPr>
              <a:t> </a:t>
            </a:r>
            <a:r>
              <a:rPr lang="en-GB" sz="800" b="1" dirty="0">
                <a:effectLst/>
                <a:latin typeface="+mj-lt"/>
                <a:ea typeface="Calibri" panose="020F0502020204030204" pitchFamily="34" charset="0"/>
                <a:cs typeface="Times New Roman" panose="02020603050405020304" pitchFamily="18" charset="0"/>
              </a:rPr>
              <a:t>to all </a:t>
            </a:r>
            <a:r>
              <a:rPr lang="en-GB" sz="800" dirty="0">
                <a:effectLst/>
                <a:latin typeface="+mj-lt"/>
                <a:ea typeface="Calibri" panose="020F0502020204030204" pitchFamily="34" charset="0"/>
                <a:cs typeface="Times New Roman" panose="02020603050405020304" pitchFamily="18" charset="0"/>
              </a:rPr>
              <a:t>or </a:t>
            </a:r>
            <a:r>
              <a:rPr lang="en-GB" sz="800" b="1" dirty="0">
                <a:effectLst/>
                <a:latin typeface="+mj-lt"/>
                <a:ea typeface="Calibri" panose="020F0502020204030204" pitchFamily="34" charset="0"/>
                <a:cs typeface="Times New Roman" panose="02020603050405020304" pitchFamily="18" charset="0"/>
              </a:rPr>
              <a:t>Apply</a:t>
            </a:r>
            <a:r>
              <a:rPr lang="en-GB" sz="800" dirty="0">
                <a:effectLst/>
                <a:latin typeface="+mj-lt"/>
                <a:ea typeface="Calibri" panose="020F0502020204030204" pitchFamily="34" charset="0"/>
                <a:cs typeface="Times New Roman" panose="02020603050405020304" pitchFamily="18" charset="0"/>
              </a:rPr>
              <a:t> if it is only to be used on a single slide</a:t>
            </a:r>
          </a:p>
          <a:p>
            <a:pPr>
              <a:lnSpc>
                <a:spcPct val="90000"/>
              </a:lnSpc>
              <a:spcAft>
                <a:spcPts val="1000"/>
              </a:spcAft>
            </a:pPr>
            <a:r>
              <a:rPr lang="en-GB" sz="800" dirty="0">
                <a:effectLst/>
                <a:latin typeface="+mj-lt"/>
                <a:ea typeface="Calibri" panose="020F0502020204030204" pitchFamily="34" charset="0"/>
                <a:cs typeface="Times New Roman" panose="02020603050405020304" pitchFamily="18" charset="0"/>
              </a:rPr>
              <a:t>The information goes on the right-hand side of the page in the grey top bar.</a:t>
            </a:r>
          </a:p>
        </p:txBody>
      </p:sp>
      <p:sp>
        <p:nvSpPr>
          <p:cNvPr id="30" name="Text Box 48">
            <a:extLst>
              <a:ext uri="{FF2B5EF4-FFF2-40B4-BE49-F238E27FC236}">
                <a16:creationId xmlns:a16="http://schemas.microsoft.com/office/drawing/2014/main" id="{57AF5228-50BD-AF36-C290-EB6F54DA4AEB}"/>
              </a:ext>
            </a:extLst>
          </p:cNvPr>
          <p:cNvSpPr txBox="1">
            <a:spLocks noChangeArrowheads="1"/>
          </p:cNvSpPr>
          <p:nvPr userDrawn="1"/>
        </p:nvSpPr>
        <p:spPr bwMode="auto">
          <a:xfrm>
            <a:off x="587375" y="5688880"/>
            <a:ext cx="189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Create a new slide (2010 + 2013 and 2016 version) </a:t>
            </a:r>
            <a:br>
              <a:rPr lang="en-GB" sz="1000" b="1" noProof="1">
                <a:solidFill>
                  <a:schemeClr val="tx1"/>
                </a:solidFill>
                <a:latin typeface="+mn-lt"/>
                <a:cs typeface="Arial" panose="020B0604020202020204" pitchFamily="34" charset="0"/>
              </a:rPr>
            </a:br>
            <a:r>
              <a:rPr lang="en-GB" altLang="da-DK" sz="800" b="1" noProof="1">
                <a:solidFill>
                  <a:schemeClr val="tx1"/>
                </a:solidFill>
                <a:latin typeface="+mn-lt"/>
                <a:cs typeface="Arial" panose="020B0604020202020204" pitchFamily="34" charset="0"/>
              </a:rPr>
              <a:t>1. </a:t>
            </a:r>
            <a:r>
              <a:rPr lang="en-GB" altLang="da-DK" sz="800" b="0" noProof="1">
                <a:solidFill>
                  <a:schemeClr val="tx1"/>
                </a:solidFill>
                <a:latin typeface="+mn-lt"/>
                <a:cs typeface="Arial" panose="020B0604020202020204" pitchFamily="34" charset="0"/>
              </a:rPr>
              <a:t>Click on </a:t>
            </a:r>
            <a:r>
              <a:rPr lang="en-GB" altLang="da-DK" sz="800" b="1" noProof="1">
                <a:solidFill>
                  <a:schemeClr val="tx1"/>
                </a:solidFill>
                <a:latin typeface="+mn-lt"/>
                <a:cs typeface="Arial" panose="020B0604020202020204" pitchFamily="34" charset="0"/>
              </a:rPr>
              <a:t>Home</a:t>
            </a:r>
          </a:p>
        </p:txBody>
      </p:sp>
      <p:pic>
        <p:nvPicPr>
          <p:cNvPr id="32" name="Billede 40">
            <a:extLst>
              <a:ext uri="{FF2B5EF4-FFF2-40B4-BE49-F238E27FC236}">
                <a16:creationId xmlns:a16="http://schemas.microsoft.com/office/drawing/2014/main" id="{47DEC83E-2557-C64A-8710-5E90C5500CCC}"/>
              </a:ext>
            </a:extLst>
          </p:cNvPr>
          <p:cNvPicPr>
            <a:picLocks noChangeAspect="1"/>
          </p:cNvPicPr>
          <p:nvPr userDrawn="1"/>
        </p:nvPicPr>
        <p:blipFill rotWithShape="1">
          <a:blip r:embed="rId3"/>
          <a:srcRect l="36944" r="2272" b="69429"/>
          <a:stretch/>
        </p:blipFill>
        <p:spPr>
          <a:xfrm>
            <a:off x="4157637" y="2896656"/>
            <a:ext cx="395416" cy="126627"/>
          </a:xfrm>
          <a:prstGeom prst="rect">
            <a:avLst/>
          </a:prstGeom>
        </p:spPr>
      </p:pic>
      <p:sp>
        <p:nvSpPr>
          <p:cNvPr id="34" name="Text Box 48">
            <a:extLst>
              <a:ext uri="{FF2B5EF4-FFF2-40B4-BE49-F238E27FC236}">
                <a16:creationId xmlns:a16="http://schemas.microsoft.com/office/drawing/2014/main" id="{296B2A40-51DD-3C24-64B4-9C261EFED2FF}"/>
              </a:ext>
            </a:extLst>
          </p:cNvPr>
          <p:cNvSpPr txBox="1">
            <a:spLocks noChangeArrowheads="1"/>
          </p:cNvSpPr>
          <p:nvPr userDrawn="1"/>
        </p:nvSpPr>
        <p:spPr bwMode="auto">
          <a:xfrm>
            <a:off x="2570384" y="2582327"/>
            <a:ext cx="162424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Replace slide type</a:t>
            </a:r>
            <a:br>
              <a:rPr lang="en-GB" sz="1000" b="1" noProof="1">
                <a:solidFill>
                  <a:schemeClr val="tx1"/>
                </a:solidFill>
                <a:latin typeface="+mn-lt"/>
                <a:cs typeface="Arial" panose="020B0604020202020204" pitchFamily="34" charset="0"/>
              </a:rPr>
            </a:br>
            <a:r>
              <a:rPr lang="en-GB" altLang="da-DK" sz="800" b="1" noProof="1">
                <a:solidFill>
                  <a:schemeClr val="tx1"/>
                </a:solidFill>
                <a:latin typeface="+mn-lt"/>
                <a:cs typeface="Arial" panose="020B0604020202020204" pitchFamily="34" charset="0"/>
              </a:rPr>
              <a:t>1. </a:t>
            </a:r>
            <a:r>
              <a:rPr lang="en-GB" altLang="da-DK" sz="800" noProof="1">
                <a:solidFill>
                  <a:schemeClr val="tx1"/>
                </a:solidFill>
                <a:latin typeface="+mn-lt"/>
                <a:cs typeface="Arial" panose="020B0604020202020204" pitchFamily="34" charset="0"/>
              </a:rPr>
              <a:t>Click on </a:t>
            </a:r>
            <a:r>
              <a:rPr lang="en-GB" altLang="da-DK" sz="800" b="1" noProof="1">
                <a:solidFill>
                  <a:schemeClr val="tx1"/>
                </a:solidFill>
                <a:latin typeface="+mn-lt"/>
                <a:cs typeface="Arial" panose="020B0604020202020204" pitchFamily="34" charset="0"/>
              </a:rPr>
              <a:t>Home</a:t>
            </a:r>
          </a:p>
          <a:p>
            <a:pPr eaLnBrk="1" hangingPunct="1">
              <a:spcAft>
                <a:spcPts val="600"/>
              </a:spcAft>
              <a:defRPr/>
            </a:pPr>
            <a:r>
              <a:rPr lang="en-GB" altLang="da-DK" sz="800" b="1" noProof="1">
                <a:solidFill>
                  <a:schemeClr val="tx1"/>
                </a:solidFill>
                <a:latin typeface="+mn-lt"/>
                <a:cs typeface="Arial" panose="020B0604020202020204" pitchFamily="34" charset="0"/>
              </a:rPr>
              <a:t>2.</a:t>
            </a:r>
            <a:r>
              <a:rPr lang="en-GB" altLang="da-DK" sz="800" b="1" baseline="0" noProof="1">
                <a:solidFill>
                  <a:schemeClr val="tx1"/>
                </a:solidFill>
                <a:latin typeface="+mn-lt"/>
                <a:cs typeface="Arial" panose="020B0604020202020204" pitchFamily="34" charset="0"/>
              </a:rPr>
              <a:t> </a:t>
            </a:r>
            <a:r>
              <a:rPr lang="en-GB" altLang="da-DK" sz="800" baseline="0" noProof="1">
                <a:solidFill>
                  <a:schemeClr val="tx1"/>
                </a:solidFill>
                <a:latin typeface="+mn-lt"/>
                <a:cs typeface="Arial" panose="020B0604020202020204" pitchFamily="34" charset="0"/>
              </a:rPr>
              <a:t>Select </a:t>
            </a:r>
            <a:r>
              <a:rPr lang="en-GB" altLang="da-DK" sz="800" b="1" baseline="0" noProof="1">
                <a:solidFill>
                  <a:schemeClr val="tx1"/>
                </a:solidFill>
                <a:latin typeface="+mn-lt"/>
                <a:cs typeface="Arial" panose="020B0604020202020204" pitchFamily="34" charset="0"/>
              </a:rPr>
              <a:t>Layout</a:t>
            </a:r>
            <a:r>
              <a:rPr lang="en-GB" altLang="da-DK" sz="800" baseline="0" noProof="1">
                <a:solidFill>
                  <a:schemeClr val="tx1"/>
                </a:solidFill>
                <a:latin typeface="+mn-lt"/>
                <a:cs typeface="Arial" panose="020B0604020202020204" pitchFamily="34" charset="0"/>
              </a:rPr>
              <a:t> to change the layout of your current slide.</a:t>
            </a:r>
          </a:p>
        </p:txBody>
      </p:sp>
      <p:sp>
        <p:nvSpPr>
          <p:cNvPr id="36" name="Text Box 48">
            <a:extLst>
              <a:ext uri="{FF2B5EF4-FFF2-40B4-BE49-F238E27FC236}">
                <a16:creationId xmlns:a16="http://schemas.microsoft.com/office/drawing/2014/main" id="{26A5352B-2D88-0049-FF68-7A3677982A27}"/>
              </a:ext>
            </a:extLst>
          </p:cNvPr>
          <p:cNvSpPr txBox="1">
            <a:spLocks noChangeArrowheads="1"/>
          </p:cNvSpPr>
          <p:nvPr userDrawn="1"/>
        </p:nvSpPr>
        <p:spPr bwMode="auto">
          <a:xfrm>
            <a:off x="2570384" y="3315092"/>
            <a:ext cx="16346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Font</a:t>
            </a:r>
            <a:br>
              <a:rPr lang="en-GB" sz="1000" b="1" noProof="1">
                <a:solidFill>
                  <a:schemeClr val="tx1"/>
                </a:solidFill>
                <a:latin typeface="+mn-lt"/>
                <a:cs typeface="Arial" panose="020B0604020202020204" pitchFamily="34" charset="0"/>
              </a:rPr>
            </a:br>
            <a:r>
              <a:rPr lang="en-GB" altLang="da-DK" sz="800" b="0" noProof="1">
                <a:solidFill>
                  <a:schemeClr val="tx1"/>
                </a:solidFill>
                <a:latin typeface="+mn-lt"/>
                <a:cs typeface="Arial" panose="020B0604020202020204" pitchFamily="34" charset="0"/>
              </a:rPr>
              <a:t>UCPH uses the font Microsoft New Tai Lue in PowerPoint.</a:t>
            </a:r>
            <a:endParaRPr lang="en-GB" altLang="da-DK" sz="800" b="0" baseline="0" noProof="1">
              <a:solidFill>
                <a:schemeClr val="tx1"/>
              </a:solidFill>
              <a:latin typeface="+mn-lt"/>
              <a:cs typeface="Arial" panose="020B0604020202020204" pitchFamily="34" charset="0"/>
            </a:endParaRPr>
          </a:p>
        </p:txBody>
      </p:sp>
      <p:sp>
        <p:nvSpPr>
          <p:cNvPr id="38" name="Text Box 48">
            <a:extLst>
              <a:ext uri="{FF2B5EF4-FFF2-40B4-BE49-F238E27FC236}">
                <a16:creationId xmlns:a16="http://schemas.microsoft.com/office/drawing/2014/main" id="{F1FD1FCB-14AB-C8C8-E3B6-3A9C2354347E}"/>
              </a:ext>
            </a:extLst>
          </p:cNvPr>
          <p:cNvSpPr txBox="1">
            <a:spLocks noChangeArrowheads="1"/>
          </p:cNvSpPr>
          <p:nvPr userDrawn="1"/>
        </p:nvSpPr>
        <p:spPr bwMode="auto">
          <a:xfrm>
            <a:off x="4739114" y="1627125"/>
            <a:ext cx="1634624"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Gridliness and Guides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To see gridlines and guides</a:t>
            </a:r>
          </a:p>
          <a:p>
            <a:pPr marL="0" indent="0" eaLnBrk="1" hangingPunct="1">
              <a:lnSpc>
                <a:spcPct val="90000"/>
              </a:lnSpc>
              <a:spcAft>
                <a:spcPts val="600"/>
              </a:spcAft>
              <a:buNone/>
              <a:defRPr/>
            </a:pPr>
            <a:r>
              <a:rPr lang="en-GB" sz="800" b="1" noProof="1">
                <a:solidFill>
                  <a:schemeClr val="tx1"/>
                </a:solidFill>
                <a:latin typeface="+mj-lt"/>
                <a:cs typeface="Arial" panose="020B0604020202020204" pitchFamily="34" charset="0"/>
              </a:rPr>
              <a:t>1. </a:t>
            </a:r>
            <a:r>
              <a:rPr lang="en-GB" sz="800" b="0" noProof="1">
                <a:solidFill>
                  <a:schemeClr val="tx1"/>
                </a:solidFill>
                <a:latin typeface="+mj-lt"/>
                <a:cs typeface="Arial" panose="020B0604020202020204" pitchFamily="34" charset="0"/>
              </a:rPr>
              <a:t>Click on </a:t>
            </a:r>
            <a:r>
              <a:rPr lang="en-GB" sz="800" b="1" noProof="1">
                <a:solidFill>
                  <a:schemeClr val="tx1"/>
                </a:solidFill>
                <a:latin typeface="+mj-lt"/>
                <a:cs typeface="Arial" panose="020B0604020202020204" pitchFamily="34" charset="0"/>
              </a:rPr>
              <a:t>View</a:t>
            </a:r>
          </a:p>
          <a:p>
            <a:pPr marL="0" indent="0" eaLnBrk="1" hangingPunct="1">
              <a:lnSpc>
                <a:spcPct val="90000"/>
              </a:lnSpc>
              <a:spcAft>
                <a:spcPts val="600"/>
              </a:spcAft>
              <a:buNone/>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Select </a:t>
            </a:r>
            <a:r>
              <a:rPr lang="en-GB" sz="800" b="1" noProof="1">
                <a:solidFill>
                  <a:schemeClr val="tx1"/>
                </a:solidFill>
                <a:latin typeface="+mj-lt"/>
                <a:cs typeface="Arial" panose="020B0604020202020204" pitchFamily="34" charset="0"/>
              </a:rPr>
              <a:t>Gridlines</a:t>
            </a:r>
            <a:r>
              <a:rPr lang="en-GB" sz="800" b="0" noProof="1">
                <a:solidFill>
                  <a:schemeClr val="tx1"/>
                </a:solidFill>
                <a:latin typeface="+mj-lt"/>
                <a:cs typeface="Arial" panose="020B0604020202020204" pitchFamily="34" charset="0"/>
              </a:rPr>
              <a:t> and/or </a:t>
            </a:r>
            <a:r>
              <a:rPr lang="en-GB" sz="800" b="1" noProof="1">
                <a:solidFill>
                  <a:schemeClr val="tx1"/>
                </a:solidFill>
                <a:latin typeface="+mj-lt"/>
                <a:cs typeface="Arial" panose="020B0604020202020204" pitchFamily="34" charset="0"/>
              </a:rPr>
              <a:t>Guides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To establish additional gridlines and guides</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1. </a:t>
            </a:r>
            <a:r>
              <a:rPr lang="en-GB" sz="800" b="0" noProof="1">
                <a:solidFill>
                  <a:schemeClr val="tx1"/>
                </a:solidFill>
                <a:latin typeface="+mj-lt"/>
                <a:cs typeface="Arial" panose="020B0604020202020204" pitchFamily="34" charset="0"/>
              </a:rPr>
              <a:t>Hover the mouse over an existing gridline and click on the line (coordinates of the line are displayed)</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Hold down the </a:t>
            </a:r>
            <a:r>
              <a:rPr lang="en-GB" sz="800" b="1" noProof="1">
                <a:solidFill>
                  <a:schemeClr val="tx1"/>
                </a:solidFill>
                <a:latin typeface="+mj-lt"/>
                <a:cs typeface="Arial" panose="020B0604020202020204" pitchFamily="34" charset="0"/>
              </a:rPr>
              <a:t>CTRL key </a:t>
            </a:r>
            <a:r>
              <a:rPr lang="en-GB" sz="800" b="0" noProof="1">
                <a:solidFill>
                  <a:schemeClr val="tx1"/>
                </a:solidFill>
                <a:latin typeface="+mj-lt"/>
                <a:cs typeface="Arial" panose="020B0604020202020204" pitchFamily="34" charset="0"/>
              </a:rPr>
              <a:t>while you move the location of the line (adds a new line).</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Tip: </a:t>
            </a:r>
            <a:r>
              <a:rPr lang="en-GB" sz="800" b="0" noProof="1">
                <a:solidFill>
                  <a:schemeClr val="tx1"/>
                </a:solidFill>
                <a:latin typeface="+mj-lt"/>
                <a:cs typeface="Arial" panose="020B0604020202020204" pitchFamily="34" charset="0"/>
              </a:rPr>
              <a:t>Press Alt + F9 for a rapid display of gridlines</a:t>
            </a:r>
          </a:p>
        </p:txBody>
      </p:sp>
      <p:sp>
        <p:nvSpPr>
          <p:cNvPr id="40" name="Text Box 48">
            <a:extLst>
              <a:ext uri="{FF2B5EF4-FFF2-40B4-BE49-F238E27FC236}">
                <a16:creationId xmlns:a16="http://schemas.microsoft.com/office/drawing/2014/main" id="{C4D76095-C685-6F22-B51D-0AFAF348C4C3}"/>
              </a:ext>
            </a:extLst>
          </p:cNvPr>
          <p:cNvSpPr txBox="1">
            <a:spLocks noChangeArrowheads="1"/>
          </p:cNvSpPr>
          <p:nvPr userDrawn="1"/>
        </p:nvSpPr>
        <p:spPr bwMode="auto">
          <a:xfrm>
            <a:off x="4728822" y="4141417"/>
            <a:ext cx="1634624" cy="214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Insert picture</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On layouts with picture placeholders: Click the icon and select </a:t>
            </a:r>
            <a:r>
              <a:rPr lang="en-GB" sz="800" b="1" noProof="1">
                <a:solidFill>
                  <a:schemeClr val="tx1"/>
                </a:solidFill>
                <a:latin typeface="+mj-lt"/>
                <a:cs typeface="Arial" panose="020B0604020202020204" pitchFamily="34" charset="0"/>
              </a:rPr>
              <a:t>Insert</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The text  ”Clik here to insert image” will not be visible in presentation mode.</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You can find UCPH-images, which are adapted to and minimised to 16:9 format via this link: </a:t>
            </a:r>
            <a:br>
              <a:rPr lang="en-GB" sz="800" b="0"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 </a:t>
            </a:r>
            <a:r>
              <a:rPr lang="en-GB" sz="800" b="0" noProof="1">
                <a:solidFill>
                  <a:schemeClr val="accent4"/>
                </a:solidFill>
                <a:latin typeface="+mj-lt"/>
                <a:cs typeface="Arial" panose="020B0604020202020204" pitchFamily="34" charset="0"/>
                <a:hlinkClick r:id="rId4">
                  <a:extLst>
                    <a:ext uri="{A12FA001-AC4F-418D-AE19-62706E023703}">
                      <ahyp:hlinkClr xmlns:ahyp="http://schemas.microsoft.com/office/drawing/2018/hyperlinkcolor" val="tx"/>
                    </a:ext>
                  </a:extLst>
                </a:hlinkClick>
              </a:rPr>
              <a:t>https://image.ku.dk/shared/aZwD18034DnM3TYEw9XagEF6kxI6MLkV</a:t>
            </a:r>
            <a:endParaRPr lang="en-GB" sz="800" b="0" noProof="1">
              <a:solidFill>
                <a:schemeClr val="accent4"/>
              </a:solidFill>
              <a:latin typeface="+mj-lt"/>
              <a:cs typeface="Arial" panose="020B0604020202020204" pitchFamily="34" charset="0"/>
            </a:endParaRP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Select slide show-view to activate the link.</a:t>
            </a:r>
          </a:p>
        </p:txBody>
      </p:sp>
      <p:sp>
        <p:nvSpPr>
          <p:cNvPr id="42" name="Text Box 48">
            <a:extLst>
              <a:ext uri="{FF2B5EF4-FFF2-40B4-BE49-F238E27FC236}">
                <a16:creationId xmlns:a16="http://schemas.microsoft.com/office/drawing/2014/main" id="{449B76C2-6958-26C2-DD52-28127622EE08}"/>
              </a:ext>
            </a:extLst>
          </p:cNvPr>
          <p:cNvSpPr txBox="1">
            <a:spLocks noChangeArrowheads="1"/>
          </p:cNvSpPr>
          <p:nvPr userDrawn="1"/>
        </p:nvSpPr>
        <p:spPr bwMode="auto">
          <a:xfrm>
            <a:off x="6691561" y="1640495"/>
            <a:ext cx="163462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Image sizes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The optimal picture size is: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16:9-format: 1.500 x 818 pixels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Save the images in 72 dpi and in "jpg medium quality"</a:t>
            </a:r>
          </a:p>
        </p:txBody>
      </p:sp>
      <p:sp>
        <p:nvSpPr>
          <p:cNvPr id="44" name="Text Box 48">
            <a:extLst>
              <a:ext uri="{FF2B5EF4-FFF2-40B4-BE49-F238E27FC236}">
                <a16:creationId xmlns:a16="http://schemas.microsoft.com/office/drawing/2014/main" id="{B1B679C7-F81E-AF72-3832-BC2B20AF81E0}"/>
              </a:ext>
            </a:extLst>
          </p:cNvPr>
          <p:cNvSpPr txBox="1">
            <a:spLocks noChangeArrowheads="1"/>
          </p:cNvSpPr>
          <p:nvPr userDrawn="1"/>
        </p:nvSpPr>
        <p:spPr bwMode="auto">
          <a:xfrm>
            <a:off x="6691561" y="2720006"/>
            <a:ext cx="1634624"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Trimming pictures</a:t>
            </a:r>
            <a:br>
              <a:rPr lang="en-GB" sz="1000" b="1" noProof="1">
                <a:solidFill>
                  <a:schemeClr val="tx1"/>
                </a:solidFill>
                <a:latin typeface="+mj-lt"/>
                <a:cs typeface="Arial" panose="020B0604020202020204" pitchFamily="34" charset="0"/>
              </a:rPr>
            </a:br>
            <a:r>
              <a:rPr lang="en-GB" sz="800" b="1" noProof="1">
                <a:solidFill>
                  <a:schemeClr val="tx1"/>
                </a:solidFill>
                <a:latin typeface="+mj-lt"/>
                <a:cs typeface="Arial" panose="020B0604020202020204" pitchFamily="34" charset="0"/>
              </a:rPr>
              <a:t>1</a:t>
            </a:r>
            <a:r>
              <a:rPr lang="en-GB" sz="800" b="0" noProof="1">
                <a:solidFill>
                  <a:schemeClr val="tx1"/>
                </a:solidFill>
                <a:latin typeface="+mj-lt"/>
                <a:cs typeface="Arial" panose="020B0604020202020204" pitchFamily="34" charset="0"/>
              </a:rPr>
              <a:t>. Click</a:t>
            </a:r>
            <a:r>
              <a:rPr lang="en-GB" sz="800" b="1" noProof="1">
                <a:solidFill>
                  <a:schemeClr val="tx1"/>
                </a:solidFill>
                <a:latin typeface="+mj-lt"/>
                <a:cs typeface="Arial" panose="020B0604020202020204" pitchFamily="34" charset="0"/>
              </a:rPr>
              <a:t> Crop </a:t>
            </a:r>
            <a:r>
              <a:rPr lang="en-GB" sz="800" b="0" noProof="1">
                <a:solidFill>
                  <a:schemeClr val="tx1"/>
                </a:solidFill>
                <a:latin typeface="+mj-lt"/>
                <a:cs typeface="Arial" panose="020B0604020202020204" pitchFamily="34" charset="0"/>
              </a:rPr>
              <a:t>to change the image focus/size</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If you want to scale the picture, hold the </a:t>
            </a:r>
            <a:r>
              <a:rPr lang="en-GB" sz="800" b="1" noProof="1">
                <a:solidFill>
                  <a:schemeClr val="tx1"/>
                </a:solidFill>
                <a:latin typeface="+mj-lt"/>
                <a:cs typeface="Arial" panose="020B0604020202020204" pitchFamily="34" charset="0"/>
              </a:rPr>
              <a:t>SHIFT</a:t>
            </a:r>
            <a:r>
              <a:rPr lang="en-GB" sz="800" b="0" noProof="1">
                <a:solidFill>
                  <a:schemeClr val="tx1"/>
                </a:solidFill>
                <a:latin typeface="+mj-lt"/>
                <a:cs typeface="Arial" panose="020B0604020202020204" pitchFamily="34" charset="0"/>
              </a:rPr>
              <a:t> button down while dragging in the image corners</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3. </a:t>
            </a:r>
            <a:r>
              <a:rPr lang="en-GB" sz="800" b="0" noProof="1">
                <a:solidFill>
                  <a:schemeClr val="tx1"/>
                </a:solidFill>
                <a:latin typeface="+mj-lt"/>
                <a:cs typeface="Arial" panose="020B0604020202020204" pitchFamily="34" charset="0"/>
              </a:rPr>
              <a:t>Right-click on the picture and select </a:t>
            </a:r>
            <a:r>
              <a:rPr lang="en-GB" sz="800" b="1" noProof="1">
                <a:solidFill>
                  <a:schemeClr val="tx1"/>
                </a:solidFill>
                <a:latin typeface="+mj-lt"/>
                <a:cs typeface="Arial" panose="020B0604020202020204" pitchFamily="34" charset="0"/>
              </a:rPr>
              <a:t>Send to back</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Tip: </a:t>
            </a:r>
            <a:r>
              <a:rPr lang="en-GB" sz="800" b="0" noProof="1">
                <a:solidFill>
                  <a:schemeClr val="tx1"/>
                </a:solidFill>
                <a:latin typeface="+mj-lt"/>
                <a:cs typeface="Arial" panose="020B0604020202020204" pitchFamily="34" charset="0"/>
              </a:rPr>
              <a:t>If you delete the picture and inserts a new, the picture may be in front of text and graphics. If this happens, you must select the image, right-click and select </a:t>
            </a:r>
            <a:r>
              <a:rPr lang="en-GB" sz="800" b="1" noProof="1">
                <a:solidFill>
                  <a:schemeClr val="tx1"/>
                </a:solidFill>
                <a:latin typeface="+mj-lt"/>
                <a:cs typeface="Arial" panose="020B0604020202020204" pitchFamily="34" charset="0"/>
              </a:rPr>
              <a:t>Send to back</a:t>
            </a:r>
          </a:p>
        </p:txBody>
      </p:sp>
      <p:sp>
        <p:nvSpPr>
          <p:cNvPr id="46" name="Text Box 48">
            <a:extLst>
              <a:ext uri="{FF2B5EF4-FFF2-40B4-BE49-F238E27FC236}">
                <a16:creationId xmlns:a16="http://schemas.microsoft.com/office/drawing/2014/main" id="{DBC859E9-AAD9-582D-9CAB-53B97A96B2FE}"/>
              </a:ext>
            </a:extLst>
          </p:cNvPr>
          <p:cNvSpPr txBox="1">
            <a:spLocks noChangeArrowheads="1"/>
          </p:cNvSpPr>
          <p:nvPr userDrawn="1"/>
        </p:nvSpPr>
        <p:spPr bwMode="auto">
          <a:xfrm>
            <a:off x="6691561" y="4765322"/>
            <a:ext cx="1634624" cy="994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Template colors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You can choose between a range of colors for backgrounds and graphs.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Right-click on the surface of which you want to change the color and then click on the paint can icon</a:t>
            </a:r>
          </a:p>
        </p:txBody>
      </p:sp>
      <p:sp>
        <p:nvSpPr>
          <p:cNvPr id="48" name="Text Box 48">
            <a:extLst>
              <a:ext uri="{FF2B5EF4-FFF2-40B4-BE49-F238E27FC236}">
                <a16:creationId xmlns:a16="http://schemas.microsoft.com/office/drawing/2014/main" id="{5BDA7DE1-7BD9-6953-4F2C-C23FAB665D31}"/>
              </a:ext>
            </a:extLst>
          </p:cNvPr>
          <p:cNvSpPr txBox="1">
            <a:spLocks noChangeArrowheads="1"/>
          </p:cNvSpPr>
          <p:nvPr userDrawn="1"/>
        </p:nvSpPr>
        <p:spPr bwMode="auto">
          <a:xfrm>
            <a:off x="6691561" y="5815137"/>
            <a:ext cx="16346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Further information</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See</a:t>
            </a:r>
            <a:r>
              <a:rPr lang="en-GB" sz="800" b="0" baseline="0" noProof="1">
                <a:solidFill>
                  <a:schemeClr val="tx1"/>
                </a:solidFill>
                <a:latin typeface="+mj-lt"/>
                <a:cs typeface="Arial" panose="020B0604020202020204" pitchFamily="34" charset="0"/>
              </a:rPr>
              <a:t> </a:t>
            </a:r>
            <a:br>
              <a:rPr lang="en-GB" sz="800" b="0" baseline="0" noProof="1">
                <a:solidFill>
                  <a:schemeClr val="tx1"/>
                </a:solidFill>
                <a:latin typeface="+mj-lt"/>
                <a:cs typeface="Arial" panose="020B0604020202020204" pitchFamily="34" charset="0"/>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www.designguide.ku.dk/</a:t>
            </a:r>
            <a:b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skabeloner/powerpoint/</a:t>
            </a:r>
            <a:b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praesentationer/</a:t>
            </a:r>
            <a:endParaRPr lang="en-GB" sz="800" b="0" noProof="1">
              <a:solidFill>
                <a:schemeClr val="accent4"/>
              </a:solidFill>
              <a:latin typeface="+mj-lt"/>
              <a:cs typeface="Arial" panose="020B0604020202020204" pitchFamily="34" charset="0"/>
            </a:endParaRPr>
          </a:p>
        </p:txBody>
      </p:sp>
      <p:pic>
        <p:nvPicPr>
          <p:cNvPr id="50" name="Billede 25">
            <a:extLst>
              <a:ext uri="{FF2B5EF4-FFF2-40B4-BE49-F238E27FC236}">
                <a16:creationId xmlns:a16="http://schemas.microsoft.com/office/drawing/2014/main" id="{2BC7410A-935F-DC4A-F8A5-7F39AC457C1E}"/>
              </a:ext>
            </a:extLst>
          </p:cNvPr>
          <p:cNvPicPr>
            <a:picLocks noChangeAspect="1"/>
          </p:cNvPicPr>
          <p:nvPr userDrawn="1"/>
        </p:nvPicPr>
        <p:blipFill>
          <a:blip r:embed="rId6"/>
          <a:stretch>
            <a:fillRect/>
          </a:stretch>
        </p:blipFill>
        <p:spPr>
          <a:xfrm>
            <a:off x="6268044" y="4201412"/>
            <a:ext cx="257327" cy="275280"/>
          </a:xfrm>
          <a:prstGeom prst="rect">
            <a:avLst/>
          </a:prstGeom>
        </p:spPr>
      </p:pic>
      <p:pic>
        <p:nvPicPr>
          <p:cNvPr id="52" name="Billede 36">
            <a:extLst>
              <a:ext uri="{FF2B5EF4-FFF2-40B4-BE49-F238E27FC236}">
                <a16:creationId xmlns:a16="http://schemas.microsoft.com/office/drawing/2014/main" id="{56A21FCA-F356-F238-3DEE-A13BEFECD377}"/>
              </a:ext>
            </a:extLst>
          </p:cNvPr>
          <p:cNvPicPr>
            <a:picLocks noChangeAspect="1"/>
          </p:cNvPicPr>
          <p:nvPr userDrawn="1"/>
        </p:nvPicPr>
        <p:blipFill>
          <a:blip r:embed="rId7"/>
          <a:stretch>
            <a:fillRect/>
          </a:stretch>
        </p:blipFill>
        <p:spPr>
          <a:xfrm>
            <a:off x="8223538" y="2795378"/>
            <a:ext cx="288708" cy="275280"/>
          </a:xfrm>
          <a:prstGeom prst="rect">
            <a:avLst/>
          </a:prstGeom>
        </p:spPr>
      </p:pic>
      <p:pic>
        <p:nvPicPr>
          <p:cNvPr id="54" name="Billede 37">
            <a:extLst>
              <a:ext uri="{FF2B5EF4-FFF2-40B4-BE49-F238E27FC236}">
                <a16:creationId xmlns:a16="http://schemas.microsoft.com/office/drawing/2014/main" id="{8288A8D2-A953-FCF5-C54C-BED0258209D5}"/>
              </a:ext>
            </a:extLst>
          </p:cNvPr>
          <p:cNvPicPr>
            <a:picLocks noChangeAspect="1"/>
          </p:cNvPicPr>
          <p:nvPr userDrawn="1"/>
        </p:nvPicPr>
        <p:blipFill>
          <a:blip r:embed="rId8"/>
          <a:stretch>
            <a:fillRect/>
          </a:stretch>
        </p:blipFill>
        <p:spPr>
          <a:xfrm>
            <a:off x="8241826" y="3187789"/>
            <a:ext cx="223122" cy="228843"/>
          </a:xfrm>
          <a:prstGeom prst="rect">
            <a:avLst/>
          </a:prstGeom>
        </p:spPr>
      </p:pic>
      <p:sp>
        <p:nvSpPr>
          <p:cNvPr id="56" name="Text Box 48">
            <a:extLst>
              <a:ext uri="{FF2B5EF4-FFF2-40B4-BE49-F238E27FC236}">
                <a16:creationId xmlns:a16="http://schemas.microsoft.com/office/drawing/2014/main" id="{1AAEA91B-6C9C-9157-EFF5-6EEB67507A8E}"/>
              </a:ext>
            </a:extLst>
          </p:cNvPr>
          <p:cNvSpPr txBox="1">
            <a:spLocks noChangeArrowheads="1"/>
          </p:cNvSpPr>
          <p:nvPr userDrawn="1"/>
        </p:nvSpPr>
        <p:spPr bwMode="auto">
          <a:xfrm>
            <a:off x="2570384" y="1666128"/>
            <a:ext cx="176813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altLang="da-DK" sz="800" b="1" noProof="1">
                <a:solidFill>
                  <a:schemeClr val="tx1"/>
                </a:solidFill>
                <a:latin typeface="+mn-lt"/>
                <a:cs typeface="Arial" panose="020B0604020202020204" pitchFamily="34" charset="0"/>
              </a:rPr>
              <a:t>2.</a:t>
            </a:r>
            <a:r>
              <a:rPr lang="en-GB" altLang="da-DK" sz="800" b="1" baseline="0" noProof="1">
                <a:solidFill>
                  <a:schemeClr val="tx1"/>
                </a:solidFill>
                <a:latin typeface="+mn-lt"/>
                <a:cs typeface="Arial" panose="020B0604020202020204" pitchFamily="34" charset="0"/>
              </a:rPr>
              <a:t> </a:t>
            </a:r>
            <a:r>
              <a:rPr lang="en-GB" altLang="da-DK" sz="800" baseline="0" noProof="1">
                <a:solidFill>
                  <a:schemeClr val="tx1"/>
                </a:solidFill>
                <a:latin typeface="+mn-lt"/>
                <a:cs typeface="Arial" panose="020B0604020202020204" pitchFamily="34" charset="0"/>
              </a:rPr>
              <a:t>Under the </a:t>
            </a:r>
            <a:r>
              <a:rPr lang="en-GB" altLang="da-DK" sz="800" b="1" baseline="0" noProof="1">
                <a:solidFill>
                  <a:schemeClr val="tx1"/>
                </a:solidFill>
                <a:latin typeface="+mn-lt"/>
                <a:cs typeface="Arial" panose="020B0604020202020204" pitchFamily="34" charset="0"/>
              </a:rPr>
              <a:t>New slide </a:t>
            </a:r>
            <a:r>
              <a:rPr lang="en-GB" altLang="da-DK" sz="800" baseline="0" noProof="1">
                <a:solidFill>
                  <a:schemeClr val="tx1"/>
                </a:solidFill>
                <a:latin typeface="+mn-lt"/>
                <a:cs typeface="Arial" panose="020B0604020202020204" pitchFamily="34" charset="0"/>
              </a:rPr>
              <a:t>button Click on the top part of the button to create a slide identical to the one selected. Click on the bottom part of the button to see a selection of possible layout choices</a:t>
            </a:r>
            <a:endParaRPr lang="en-GB" altLang="da-DK" sz="800" noProof="1">
              <a:solidFill>
                <a:schemeClr val="tx1"/>
              </a:solidFill>
              <a:latin typeface="+mn-lt"/>
              <a:cs typeface="Arial" panose="020B0604020202020204" pitchFamily="34" charset="0"/>
            </a:endParaRPr>
          </a:p>
        </p:txBody>
      </p:sp>
      <p:pic>
        <p:nvPicPr>
          <p:cNvPr id="58" name="Picture 61">
            <a:extLst>
              <a:ext uri="{FF2B5EF4-FFF2-40B4-BE49-F238E27FC236}">
                <a16:creationId xmlns:a16="http://schemas.microsoft.com/office/drawing/2014/main" id="{874C9D93-430E-897F-0010-953653748BCE}"/>
              </a:ext>
            </a:extLst>
          </p:cNvPr>
          <p:cNvPicPr>
            <a:picLocks noChangeAspect="1"/>
          </p:cNvPicPr>
          <p:nvPr userDrawn="1"/>
        </p:nvPicPr>
        <p:blipFill>
          <a:blip r:embed="rId9"/>
          <a:stretch>
            <a:fillRect/>
          </a:stretch>
        </p:blipFill>
        <p:spPr>
          <a:xfrm>
            <a:off x="4271879" y="1743737"/>
            <a:ext cx="243186" cy="432989"/>
          </a:xfrm>
          <a:prstGeom prst="rect">
            <a:avLst/>
          </a:prstGeom>
        </p:spPr>
      </p:pic>
    </p:spTree>
    <p:extLst>
      <p:ext uri="{BB962C8B-B14F-4D97-AF65-F5344CB8AC3E}">
        <p14:creationId xmlns:p14="http://schemas.microsoft.com/office/powerpoint/2010/main" val="274027937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588965" y="620714"/>
            <a:ext cx="11012486" cy="864858"/>
          </a:xfrm>
          <a:prstGeom prst="rect">
            <a:avLst/>
          </a:prstGeom>
        </p:spPr>
        <p:txBody>
          <a:bodyPr vert="horz" lIns="0" tIns="0" rIns="0" bIns="0" rtlCol="0" anchor="t" anchorCtr="0">
            <a:noAutofit/>
          </a:bodyPr>
          <a:lstStyle/>
          <a:p>
            <a:r>
              <a:rPr lang="en-GB" dirty="0" err="1"/>
              <a:t>Klik</a:t>
            </a:r>
            <a:r>
              <a:rPr lang="en-GB" dirty="0"/>
              <a:t> for at </a:t>
            </a:r>
            <a:r>
              <a:rPr lang="en-GB" dirty="0" err="1"/>
              <a:t>redigere</a:t>
            </a:r>
            <a:r>
              <a:rPr lang="en-GB" dirty="0"/>
              <a:t> </a:t>
            </a:r>
            <a:r>
              <a:rPr lang="en-GB" dirty="0" err="1"/>
              <a:t>i</a:t>
            </a:r>
            <a:r>
              <a:rPr lang="en-GB" dirty="0"/>
              <a:t> master</a:t>
            </a:r>
          </a:p>
        </p:txBody>
      </p:sp>
      <p:sp>
        <p:nvSpPr>
          <p:cNvPr id="3" name="Pladsholder til tekst 2"/>
          <p:cNvSpPr>
            <a:spLocks noGrp="1"/>
          </p:cNvSpPr>
          <p:nvPr>
            <p:ph type="body" idx="1"/>
          </p:nvPr>
        </p:nvSpPr>
        <p:spPr>
          <a:xfrm>
            <a:off x="588964" y="1628775"/>
            <a:ext cx="11012487" cy="4673600"/>
          </a:xfrm>
          <a:prstGeom prst="rect">
            <a:avLst/>
          </a:prstGeom>
        </p:spPr>
        <p:txBody>
          <a:bodyPr vert="horz" lIns="0" tIns="0" rIns="0" bIns="0" rtlCol="0">
            <a:noAutofit/>
          </a:bodyPr>
          <a:lstStyle/>
          <a:p>
            <a:pPr lvl="0"/>
            <a:r>
              <a:rPr lang="en-GB" dirty="0" err="1"/>
              <a:t>Klik</a:t>
            </a:r>
            <a:r>
              <a:rPr lang="en-GB" dirty="0"/>
              <a:t> for at </a:t>
            </a:r>
            <a:r>
              <a:rPr lang="en-GB" dirty="0" err="1"/>
              <a:t>redigere</a:t>
            </a:r>
            <a:r>
              <a:rPr lang="en-GB" dirty="0"/>
              <a:t> </a:t>
            </a:r>
            <a:r>
              <a:rPr lang="en-GB" dirty="0" err="1"/>
              <a:t>i</a:t>
            </a:r>
            <a:r>
              <a:rPr lang="en-GB" dirty="0"/>
              <a:t> master</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10" name="Rectangle 19">
            <a:extLst>
              <a:ext uri="{FF2B5EF4-FFF2-40B4-BE49-F238E27FC236}">
                <a16:creationId xmlns:a16="http://schemas.microsoft.com/office/drawing/2014/main" id="{AF5BBBEC-8DDA-37BC-3B1E-5DB781A5DDC2}"/>
              </a:ext>
            </a:extLst>
          </p:cNvPr>
          <p:cNvSpPr/>
          <p:nvPr userDrawn="1"/>
        </p:nvSpPr>
        <p:spPr>
          <a:xfrm>
            <a:off x="0" y="0"/>
            <a:ext cx="12192000" cy="332655"/>
          </a:xfrm>
          <a:prstGeom prst="rect">
            <a:avLst/>
          </a:prstGeom>
          <a:gradFill flip="none" rotWithShape="1">
            <a:gsLst>
              <a:gs pos="0">
                <a:srgbClr val="FFFFFF"/>
              </a:gs>
              <a:gs pos="100000">
                <a:srgbClr val="EEEFEE">
                  <a:alpha val="92941"/>
                </a:srgbClr>
              </a:gs>
            </a:gsLst>
            <a:lin ang="5400000" scaled="0"/>
            <a:tileRect/>
          </a:gradFill>
          <a:ln w="381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5" name="Pladsholder til sidefod 4"/>
          <p:cNvSpPr>
            <a:spLocks noGrp="1"/>
          </p:cNvSpPr>
          <p:nvPr>
            <p:ph type="ftr" sz="quarter" idx="3"/>
          </p:nvPr>
        </p:nvSpPr>
        <p:spPr>
          <a:xfrm>
            <a:off x="3236495" y="85745"/>
            <a:ext cx="6981162" cy="176797"/>
          </a:xfrm>
          <a:prstGeom prst="rect">
            <a:avLst/>
          </a:prstGeom>
        </p:spPr>
        <p:txBody>
          <a:bodyPr vert="horz" lIns="0" tIns="0" rIns="0" bIns="0" rtlCol="0" anchor="b" anchorCtr="0"/>
          <a:lstStyle>
            <a:lvl1pPr algn="r">
              <a:defRPr sz="1000">
                <a:solidFill>
                  <a:srgbClr val="333333"/>
                </a:solidFill>
              </a:defRPr>
            </a:lvl1pPr>
          </a:lstStyle>
          <a:p>
            <a:endParaRPr lang="en-GB" dirty="0"/>
          </a:p>
        </p:txBody>
      </p:sp>
      <p:sp>
        <p:nvSpPr>
          <p:cNvPr id="6" name="Pladsholder til slidenummer 5"/>
          <p:cNvSpPr>
            <a:spLocks noGrp="1"/>
          </p:cNvSpPr>
          <p:nvPr>
            <p:ph type="sldNum" sz="quarter" idx="4"/>
          </p:nvPr>
        </p:nvSpPr>
        <p:spPr>
          <a:xfrm>
            <a:off x="11219691" y="85745"/>
            <a:ext cx="381759" cy="176797"/>
          </a:xfrm>
          <a:prstGeom prst="rect">
            <a:avLst/>
          </a:prstGeom>
        </p:spPr>
        <p:txBody>
          <a:bodyPr vert="horz" lIns="0" tIns="0" rIns="0" bIns="0" rtlCol="0" anchor="b" anchorCtr="0"/>
          <a:lstStyle>
            <a:lvl1pPr algn="r">
              <a:defRPr sz="1000">
                <a:solidFill>
                  <a:srgbClr val="333333"/>
                </a:solidFill>
              </a:defRPr>
            </a:lvl1pPr>
          </a:lstStyle>
          <a:p>
            <a:fld id="{091A926C-488A-4E3E-9C21-57CAA120E114}" type="slidenum">
              <a:rPr lang="en-GB" smtClean="0"/>
              <a:pPr/>
              <a:t>‹#›</a:t>
            </a:fld>
            <a:endParaRPr lang="en-GB" dirty="0"/>
          </a:p>
        </p:txBody>
      </p:sp>
      <p:sp>
        <p:nvSpPr>
          <p:cNvPr id="4" name="Pladsholder til dato 3"/>
          <p:cNvSpPr>
            <a:spLocks noGrp="1"/>
          </p:cNvSpPr>
          <p:nvPr>
            <p:ph type="dt" sz="half" idx="2"/>
          </p:nvPr>
        </p:nvSpPr>
        <p:spPr>
          <a:xfrm>
            <a:off x="10329111" y="85745"/>
            <a:ext cx="814976" cy="176797"/>
          </a:xfrm>
          <a:prstGeom prst="rect">
            <a:avLst/>
          </a:prstGeom>
        </p:spPr>
        <p:txBody>
          <a:bodyPr vert="horz" lIns="0" tIns="0" rIns="0" bIns="0" rtlCol="0" anchor="b" anchorCtr="0"/>
          <a:lstStyle>
            <a:lvl1pPr algn="r">
              <a:defRPr sz="1000">
                <a:solidFill>
                  <a:srgbClr val="333333"/>
                </a:solidFill>
              </a:defRPr>
            </a:lvl1pPr>
          </a:lstStyle>
          <a:p>
            <a:fld id="{0FFE5DD6-2126-4C5A-ADA9-CF5BE748E714}" type="datetime1">
              <a:rPr lang="en-GB" smtClean="0"/>
              <a:t>24/06/2026</a:t>
            </a:fld>
            <a:endParaRPr lang="en-GB" dirty="0"/>
          </a:p>
        </p:txBody>
      </p:sp>
      <p:pic>
        <p:nvPicPr>
          <p:cNvPr id="7" name="Picture 11">
            <a:extLst>
              <a:ext uri="{FF2B5EF4-FFF2-40B4-BE49-F238E27FC236}">
                <a16:creationId xmlns:a16="http://schemas.microsoft.com/office/drawing/2014/main" id="{2B48C9BE-CCF6-3266-2B8E-D27C7F011C9B}"/>
              </a:ext>
            </a:extLst>
          </p:cNvPr>
          <p:cNvPicPr>
            <a:picLocks noChangeAspect="1"/>
          </p:cNvPicPr>
          <p:nvPr userDrawn="1"/>
        </p:nvPicPr>
        <p:blipFill rotWithShape="1">
          <a:blip r:embed="rId32"/>
          <a:srcRect l="12043" t="11448" r="17199" b="13844"/>
          <a:stretch/>
        </p:blipFill>
        <p:spPr>
          <a:xfrm>
            <a:off x="335534" y="63578"/>
            <a:ext cx="166516" cy="211296"/>
          </a:xfrm>
          <a:prstGeom prst="rect">
            <a:avLst/>
          </a:prstGeom>
        </p:spPr>
      </p:pic>
      <p:pic>
        <p:nvPicPr>
          <p:cNvPr id="13" name="Picture 27">
            <a:extLst>
              <a:ext uri="{FF2B5EF4-FFF2-40B4-BE49-F238E27FC236}">
                <a16:creationId xmlns:a16="http://schemas.microsoft.com/office/drawing/2014/main" id="{863DD73D-5725-327E-8366-645E99E26ECD}"/>
              </a:ext>
            </a:extLst>
          </p:cNvPr>
          <p:cNvPicPr>
            <a:picLocks noChangeAspect="1"/>
          </p:cNvPicPr>
          <p:nvPr userDrawn="1"/>
        </p:nvPicPr>
        <p:blipFill>
          <a:blip r:embed="rId33" cstate="print">
            <a:extLst>
              <a:ext uri="{28A0092B-C50C-407E-A947-70E740481C1C}">
                <a14:useLocalDpi xmlns:a14="http://schemas.microsoft.com/office/drawing/2010/main" val="0"/>
              </a:ext>
            </a:extLst>
          </a:blip>
          <a:stretch>
            <a:fillRect/>
          </a:stretch>
        </p:blipFill>
        <p:spPr>
          <a:xfrm>
            <a:off x="561694" y="96467"/>
            <a:ext cx="2332648" cy="159521"/>
          </a:xfrm>
          <a:prstGeom prst="rect">
            <a:avLst/>
          </a:prstGeom>
        </p:spPr>
      </p:pic>
    </p:spTree>
    <p:extLst>
      <p:ext uri="{BB962C8B-B14F-4D97-AF65-F5344CB8AC3E}">
        <p14:creationId xmlns:p14="http://schemas.microsoft.com/office/powerpoint/2010/main" val="1203620196"/>
      </p:ext>
    </p:extLst>
  </p:cSld>
  <p:clrMap bg1="lt1" tx1="dk1" bg2="lt2" tx2="dk2" accent1="accent1" accent2="accent2" accent3="accent3" accent4="accent4" accent5="accent5" accent6="accent6" hlink="hlink" folHlink="folHlink"/>
  <p:sldLayoutIdLst>
    <p:sldLayoutId id="2147483672" r:id="rId1"/>
    <p:sldLayoutId id="2147483659" r:id="rId2"/>
    <p:sldLayoutId id="2147483671" r:id="rId3"/>
    <p:sldLayoutId id="2147483701" r:id="rId4"/>
    <p:sldLayoutId id="2147483674" r:id="rId5"/>
    <p:sldLayoutId id="2147483670" r:id="rId6"/>
    <p:sldLayoutId id="2147483660" r:id="rId7"/>
    <p:sldLayoutId id="2147483662" r:id="rId8"/>
    <p:sldLayoutId id="2147483684" r:id="rId9"/>
    <p:sldLayoutId id="2147483685" r:id="rId10"/>
    <p:sldLayoutId id="2147483664" r:id="rId11"/>
    <p:sldLayoutId id="2147483665" r:id="rId12"/>
    <p:sldLayoutId id="2147483689" r:id="rId13"/>
    <p:sldLayoutId id="2147483702" r:id="rId14"/>
    <p:sldLayoutId id="2147483703" r:id="rId15"/>
    <p:sldLayoutId id="2147483694" r:id="rId16"/>
    <p:sldLayoutId id="2147483692" r:id="rId17"/>
    <p:sldLayoutId id="2147483691" r:id="rId18"/>
    <p:sldLayoutId id="2147483697" r:id="rId19"/>
    <p:sldLayoutId id="2147483704" r:id="rId20"/>
    <p:sldLayoutId id="2147483705" r:id="rId21"/>
    <p:sldLayoutId id="2147483695" r:id="rId22"/>
    <p:sldLayoutId id="2147483698" r:id="rId23"/>
    <p:sldLayoutId id="2147483706" r:id="rId24"/>
    <p:sldLayoutId id="2147483707" r:id="rId25"/>
    <p:sldLayoutId id="2147483708" r:id="rId26"/>
    <p:sldLayoutId id="2147483709" r:id="rId27"/>
    <p:sldLayoutId id="2147483710" r:id="rId28"/>
    <p:sldLayoutId id="2147483693" r:id="rId29"/>
    <p:sldLayoutId id="2147483688" r:id="rId30"/>
  </p:sldLayoutIdLst>
  <p:hf hdr="0" ftr="0"/>
  <p:txStyles>
    <p:titleStyle>
      <a:lvl1pPr algn="l" defTabSz="914400" rtl="0" eaLnBrk="1" latinLnBrk="0" hangingPunct="1">
        <a:lnSpc>
          <a:spcPct val="100000"/>
        </a:lnSpc>
        <a:spcBef>
          <a:spcPct val="0"/>
        </a:spcBef>
        <a:buNone/>
        <a:defRPr sz="3000" b="0" i="0" kern="1200" spc="60" baseline="0">
          <a:solidFill>
            <a:schemeClr val="accent1"/>
          </a:solidFill>
          <a:latin typeface="+mj-lt"/>
          <a:ea typeface="Open Sans Extrabold" panose="020B0606030504020204" pitchFamily="34" charset="0"/>
          <a:cs typeface="Microsoft New Tai Lue" panose="020B0502040204020203" pitchFamily="34" charset="0"/>
        </a:defRPr>
      </a:lvl1pPr>
    </p:titleStyle>
    <p:body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1" userDrawn="1">
          <p15:clr>
            <a:srgbClr val="F26B43"/>
          </p15:clr>
        </p15:guide>
        <p15:guide id="4" orient="horz" pos="935" userDrawn="1">
          <p15:clr>
            <a:srgbClr val="F26B43"/>
          </p15:clr>
        </p15:guide>
        <p15:guide id="5" pos="371" userDrawn="1">
          <p15:clr>
            <a:srgbClr val="F26B43"/>
          </p15:clr>
        </p15:guide>
        <p15:guide id="6" pos="7308" userDrawn="1">
          <p15:clr>
            <a:srgbClr val="F26B43"/>
          </p15:clr>
        </p15:guide>
        <p15:guide id="7" orient="horz" pos="1026" userDrawn="1">
          <p15:clr>
            <a:srgbClr val="F26B43"/>
          </p15:clr>
        </p15:guide>
        <p15:guide id="8" orient="horz" pos="397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10.xml"/><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12.xml"/><Relationship Id="rId3" Type="http://schemas.openxmlformats.org/officeDocument/2006/relationships/diagramData" Target="../diagrams/data11.xml"/><Relationship Id="rId7" Type="http://schemas.microsoft.com/office/2007/relationships/diagramDrawing" Target="../diagrams/drawing11.xml"/><Relationship Id="rId12" Type="http://schemas.microsoft.com/office/2007/relationships/diagramDrawing" Target="../diagrams/drawing12.xm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diagramColors" Target="../diagrams/colors11.xml"/><Relationship Id="rId11" Type="http://schemas.openxmlformats.org/officeDocument/2006/relationships/diagramColors" Target="../diagrams/colors12.xml"/><Relationship Id="rId5" Type="http://schemas.openxmlformats.org/officeDocument/2006/relationships/diagramQuickStyle" Target="../diagrams/quickStyle11.xml"/><Relationship Id="rId10" Type="http://schemas.openxmlformats.org/officeDocument/2006/relationships/diagramQuickStyle" Target="../diagrams/quickStyle12.xml"/><Relationship Id="rId4" Type="http://schemas.openxmlformats.org/officeDocument/2006/relationships/diagramLayout" Target="../diagrams/layout11.xml"/><Relationship Id="rId9" Type="http://schemas.openxmlformats.org/officeDocument/2006/relationships/diagramLayout" Target="../diagrams/layout12.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14.xml"/><Relationship Id="rId3" Type="http://schemas.openxmlformats.org/officeDocument/2006/relationships/diagramData" Target="../diagrams/data13.xml"/><Relationship Id="rId7" Type="http://schemas.microsoft.com/office/2007/relationships/diagramDrawing" Target="../diagrams/drawing13.xml"/><Relationship Id="rId12" Type="http://schemas.microsoft.com/office/2007/relationships/diagramDrawing" Target="../diagrams/drawing14.xml"/><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diagramColors" Target="../diagrams/colors13.xml"/><Relationship Id="rId11" Type="http://schemas.openxmlformats.org/officeDocument/2006/relationships/diagramColors" Target="../diagrams/colors14.xml"/><Relationship Id="rId5" Type="http://schemas.openxmlformats.org/officeDocument/2006/relationships/diagramQuickStyle" Target="../diagrams/quickStyle13.xml"/><Relationship Id="rId10" Type="http://schemas.openxmlformats.org/officeDocument/2006/relationships/diagramQuickStyle" Target="../diagrams/quickStyle14.xml"/><Relationship Id="rId4" Type="http://schemas.openxmlformats.org/officeDocument/2006/relationships/diagramLayout" Target="../diagrams/layout13.xml"/><Relationship Id="rId9" Type="http://schemas.openxmlformats.org/officeDocument/2006/relationships/diagramLayout" Target="../diagrams/layout14.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16.xml"/><Relationship Id="rId3" Type="http://schemas.openxmlformats.org/officeDocument/2006/relationships/diagramData" Target="../diagrams/data15.xml"/><Relationship Id="rId7" Type="http://schemas.microsoft.com/office/2007/relationships/diagramDrawing" Target="../diagrams/drawing15.xml"/><Relationship Id="rId12" Type="http://schemas.microsoft.com/office/2007/relationships/diagramDrawing" Target="../diagrams/drawing16.xml"/><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diagramColors" Target="../diagrams/colors15.xml"/><Relationship Id="rId11" Type="http://schemas.openxmlformats.org/officeDocument/2006/relationships/diagramColors" Target="../diagrams/colors16.xml"/><Relationship Id="rId5" Type="http://schemas.openxmlformats.org/officeDocument/2006/relationships/diagramQuickStyle" Target="../diagrams/quickStyle15.xml"/><Relationship Id="rId10" Type="http://schemas.openxmlformats.org/officeDocument/2006/relationships/diagramQuickStyle" Target="../diagrams/quickStyle16.xml"/><Relationship Id="rId4" Type="http://schemas.openxmlformats.org/officeDocument/2006/relationships/diagramLayout" Target="../diagrams/layout15.xml"/><Relationship Id="rId9" Type="http://schemas.openxmlformats.org/officeDocument/2006/relationships/diagramLayout" Target="../diagrams/layout16.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18.xml"/><Relationship Id="rId3" Type="http://schemas.openxmlformats.org/officeDocument/2006/relationships/diagramData" Target="../diagrams/data17.xml"/><Relationship Id="rId7" Type="http://schemas.microsoft.com/office/2007/relationships/diagramDrawing" Target="../diagrams/drawing17.xml"/><Relationship Id="rId12" Type="http://schemas.microsoft.com/office/2007/relationships/diagramDrawing" Target="../diagrams/drawing18.xml"/><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diagramColors" Target="../diagrams/colors17.xml"/><Relationship Id="rId11" Type="http://schemas.openxmlformats.org/officeDocument/2006/relationships/diagramColors" Target="../diagrams/colors18.xml"/><Relationship Id="rId5" Type="http://schemas.openxmlformats.org/officeDocument/2006/relationships/diagramQuickStyle" Target="../diagrams/quickStyle17.xml"/><Relationship Id="rId10" Type="http://schemas.openxmlformats.org/officeDocument/2006/relationships/diagramQuickStyle" Target="../diagrams/quickStyle18.xml"/><Relationship Id="rId4" Type="http://schemas.openxmlformats.org/officeDocument/2006/relationships/diagramLayout" Target="../diagrams/layout17.xml"/><Relationship Id="rId9" Type="http://schemas.openxmlformats.org/officeDocument/2006/relationships/diagramLayout" Target="../diagrams/layout18.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20.xml"/><Relationship Id="rId13" Type="http://schemas.openxmlformats.org/officeDocument/2006/relationships/diagramLayout" Target="../diagrams/layout20.xml"/><Relationship Id="rId3" Type="http://schemas.openxmlformats.org/officeDocument/2006/relationships/diagramData" Target="../diagrams/data19.xml"/><Relationship Id="rId7" Type="http://schemas.microsoft.com/office/2007/relationships/diagramDrawing" Target="../diagrams/drawing19.xml"/><Relationship Id="rId12" Type="http://schemas.openxmlformats.org/officeDocument/2006/relationships/diagramData" Target="../diagrams/data21.xml"/><Relationship Id="rId2" Type="http://schemas.openxmlformats.org/officeDocument/2006/relationships/notesSlide" Target="../notesSlides/notesSlide11.xml"/><Relationship Id="rId16" Type="http://schemas.microsoft.com/office/2007/relationships/diagramDrawing" Target="../diagrams/drawing20.xml"/><Relationship Id="rId1" Type="http://schemas.openxmlformats.org/officeDocument/2006/relationships/slideLayout" Target="../slideLayouts/slideLayout8.xml"/><Relationship Id="rId6" Type="http://schemas.openxmlformats.org/officeDocument/2006/relationships/diagramColors" Target="../diagrams/colors19.xml"/><Relationship Id="rId11" Type="http://schemas.openxmlformats.org/officeDocument/2006/relationships/diagramColors" Target="../diagrams/colors19.xml"/><Relationship Id="rId5" Type="http://schemas.openxmlformats.org/officeDocument/2006/relationships/diagramQuickStyle" Target="../diagrams/quickStyle19.xml"/><Relationship Id="rId15" Type="http://schemas.openxmlformats.org/officeDocument/2006/relationships/diagramColors" Target="../diagrams/colors20.xml"/><Relationship Id="rId10" Type="http://schemas.openxmlformats.org/officeDocument/2006/relationships/diagramQuickStyle" Target="../diagrams/quickStyle19.xml"/><Relationship Id="rId4" Type="http://schemas.openxmlformats.org/officeDocument/2006/relationships/diagramLayout" Target="../diagrams/layout19.xml"/><Relationship Id="rId9" Type="http://schemas.openxmlformats.org/officeDocument/2006/relationships/diagramLayout" Target="../diagrams/layout19.xml"/><Relationship Id="rId14" Type="http://schemas.openxmlformats.org/officeDocument/2006/relationships/diagramQuickStyle" Target="../diagrams/quickStyle20.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23.xml"/><Relationship Id="rId13" Type="http://schemas.openxmlformats.org/officeDocument/2006/relationships/diagramLayout" Target="../diagrams/layout22.xml"/><Relationship Id="rId3" Type="http://schemas.openxmlformats.org/officeDocument/2006/relationships/diagramData" Target="../diagrams/data22.xml"/><Relationship Id="rId7" Type="http://schemas.microsoft.com/office/2007/relationships/diagramDrawing" Target="../diagrams/drawing21.xml"/><Relationship Id="rId12" Type="http://schemas.openxmlformats.org/officeDocument/2006/relationships/diagramData" Target="../diagrams/data24.xml"/><Relationship Id="rId2" Type="http://schemas.openxmlformats.org/officeDocument/2006/relationships/notesSlide" Target="../notesSlides/notesSlide12.xml"/><Relationship Id="rId16" Type="http://schemas.microsoft.com/office/2007/relationships/diagramDrawing" Target="../diagrams/drawing22.xml"/><Relationship Id="rId1" Type="http://schemas.openxmlformats.org/officeDocument/2006/relationships/slideLayout" Target="../slideLayouts/slideLayout8.xml"/><Relationship Id="rId6" Type="http://schemas.openxmlformats.org/officeDocument/2006/relationships/diagramColors" Target="../diagrams/colors21.xml"/><Relationship Id="rId11" Type="http://schemas.openxmlformats.org/officeDocument/2006/relationships/diagramColors" Target="../diagrams/colors21.xml"/><Relationship Id="rId5" Type="http://schemas.openxmlformats.org/officeDocument/2006/relationships/diagramQuickStyle" Target="../diagrams/quickStyle21.xml"/><Relationship Id="rId15" Type="http://schemas.openxmlformats.org/officeDocument/2006/relationships/diagramColors" Target="../diagrams/colors22.xml"/><Relationship Id="rId10" Type="http://schemas.openxmlformats.org/officeDocument/2006/relationships/diagramQuickStyle" Target="../diagrams/quickStyle21.xml"/><Relationship Id="rId4" Type="http://schemas.openxmlformats.org/officeDocument/2006/relationships/diagramLayout" Target="../diagrams/layout21.xml"/><Relationship Id="rId9" Type="http://schemas.openxmlformats.org/officeDocument/2006/relationships/diagramLayout" Target="../diagrams/layout21.xml"/><Relationship Id="rId14" Type="http://schemas.openxmlformats.org/officeDocument/2006/relationships/diagramQuickStyle" Target="../diagrams/quickStyle22.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26.xml"/><Relationship Id="rId13" Type="http://schemas.openxmlformats.org/officeDocument/2006/relationships/diagramLayout" Target="../diagrams/layout24.xml"/><Relationship Id="rId3" Type="http://schemas.openxmlformats.org/officeDocument/2006/relationships/diagramData" Target="../diagrams/data25.xml"/><Relationship Id="rId7" Type="http://schemas.microsoft.com/office/2007/relationships/diagramDrawing" Target="../diagrams/drawing23.xml"/><Relationship Id="rId12" Type="http://schemas.openxmlformats.org/officeDocument/2006/relationships/diagramData" Target="../diagrams/data27.xml"/><Relationship Id="rId2" Type="http://schemas.openxmlformats.org/officeDocument/2006/relationships/notesSlide" Target="../notesSlides/notesSlide13.xml"/><Relationship Id="rId16" Type="http://schemas.microsoft.com/office/2007/relationships/diagramDrawing" Target="../diagrams/drawing24.xml"/><Relationship Id="rId1" Type="http://schemas.openxmlformats.org/officeDocument/2006/relationships/slideLayout" Target="../slideLayouts/slideLayout8.xml"/><Relationship Id="rId6" Type="http://schemas.openxmlformats.org/officeDocument/2006/relationships/diagramColors" Target="../diagrams/colors23.xml"/><Relationship Id="rId11" Type="http://schemas.openxmlformats.org/officeDocument/2006/relationships/diagramColors" Target="../diagrams/colors23.xml"/><Relationship Id="rId5" Type="http://schemas.openxmlformats.org/officeDocument/2006/relationships/diagramQuickStyle" Target="../diagrams/quickStyle23.xml"/><Relationship Id="rId15" Type="http://schemas.openxmlformats.org/officeDocument/2006/relationships/diagramColors" Target="../diagrams/colors24.xml"/><Relationship Id="rId10" Type="http://schemas.openxmlformats.org/officeDocument/2006/relationships/diagramQuickStyle" Target="../diagrams/quickStyle23.xml"/><Relationship Id="rId4" Type="http://schemas.openxmlformats.org/officeDocument/2006/relationships/diagramLayout" Target="../diagrams/layout23.xml"/><Relationship Id="rId9" Type="http://schemas.openxmlformats.org/officeDocument/2006/relationships/diagramLayout" Target="../diagrams/layout23.xml"/><Relationship Id="rId14" Type="http://schemas.openxmlformats.org/officeDocument/2006/relationships/diagramQuickStyle" Target="../diagrams/quickStyle24.xml"/></Relationships>
</file>

<file path=ppt/slides/_rels/slide14.xml.rels><?xml version="1.0" encoding="UTF-8" standalone="yes"?>
<Relationships xmlns="http://schemas.openxmlformats.org/package/2006/relationships"><Relationship Id="rId8" Type="http://schemas.openxmlformats.org/officeDocument/2006/relationships/diagramData" Target="../diagrams/data29.xml"/><Relationship Id="rId13" Type="http://schemas.microsoft.com/office/2007/relationships/diagramDrawing" Target="../diagrams/drawing26.xml"/><Relationship Id="rId18" Type="http://schemas.microsoft.com/office/2007/relationships/diagramDrawing" Target="../diagrams/drawing27.xml"/><Relationship Id="rId3" Type="http://schemas.openxmlformats.org/officeDocument/2006/relationships/diagramData" Target="../diagrams/data28.xml"/><Relationship Id="rId21" Type="http://schemas.openxmlformats.org/officeDocument/2006/relationships/diagramQuickStyle" Target="../diagrams/quickStyle27.xml"/><Relationship Id="rId7" Type="http://schemas.microsoft.com/office/2007/relationships/diagramDrawing" Target="../diagrams/drawing25.xml"/><Relationship Id="rId12" Type="http://schemas.openxmlformats.org/officeDocument/2006/relationships/diagramColors" Target="../diagrams/colors26.xml"/><Relationship Id="rId17" Type="http://schemas.openxmlformats.org/officeDocument/2006/relationships/diagramColors" Target="../diagrams/colors27.xml"/><Relationship Id="rId2" Type="http://schemas.openxmlformats.org/officeDocument/2006/relationships/notesSlide" Target="../notesSlides/notesSlide14.xml"/><Relationship Id="rId16" Type="http://schemas.openxmlformats.org/officeDocument/2006/relationships/diagramQuickStyle" Target="../diagrams/quickStyle27.xml"/><Relationship Id="rId20" Type="http://schemas.openxmlformats.org/officeDocument/2006/relationships/diagramLayout" Target="../diagrams/layout27.xml"/><Relationship Id="rId1" Type="http://schemas.openxmlformats.org/officeDocument/2006/relationships/slideLayout" Target="../slideLayouts/slideLayout8.xml"/><Relationship Id="rId6" Type="http://schemas.openxmlformats.org/officeDocument/2006/relationships/diagramColors" Target="../diagrams/colors25.xml"/><Relationship Id="rId11" Type="http://schemas.openxmlformats.org/officeDocument/2006/relationships/diagramQuickStyle" Target="../diagrams/quickStyle26.xml"/><Relationship Id="rId5" Type="http://schemas.openxmlformats.org/officeDocument/2006/relationships/diagramQuickStyle" Target="../diagrams/quickStyle25.xml"/><Relationship Id="rId15" Type="http://schemas.openxmlformats.org/officeDocument/2006/relationships/diagramLayout" Target="../diagrams/layout27.xml"/><Relationship Id="rId10" Type="http://schemas.openxmlformats.org/officeDocument/2006/relationships/diagramLayout" Target="../diagrams/layout26.xml"/><Relationship Id="rId19" Type="http://schemas.openxmlformats.org/officeDocument/2006/relationships/diagramData" Target="../diagrams/data32.xml"/><Relationship Id="rId4" Type="http://schemas.openxmlformats.org/officeDocument/2006/relationships/diagramLayout" Target="../diagrams/layout25.xml"/><Relationship Id="rId9" Type="http://schemas.openxmlformats.org/officeDocument/2006/relationships/diagramData" Target="../diagrams/data30.xml"/><Relationship Id="rId14" Type="http://schemas.openxmlformats.org/officeDocument/2006/relationships/diagramData" Target="../diagrams/data31.xml"/><Relationship Id="rId22" Type="http://schemas.openxmlformats.org/officeDocument/2006/relationships/diagramColors" Target="../diagrams/colors27.xml"/></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34.xml"/><Relationship Id="rId13" Type="http://schemas.openxmlformats.org/officeDocument/2006/relationships/diagramLayout" Target="../diagrams/layout29.xml"/><Relationship Id="rId18" Type="http://schemas.openxmlformats.org/officeDocument/2006/relationships/diagramData" Target="../diagrams/data37.xml"/><Relationship Id="rId3" Type="http://schemas.openxmlformats.org/officeDocument/2006/relationships/diagramData" Target="../diagrams/data33.xml"/><Relationship Id="rId21" Type="http://schemas.openxmlformats.org/officeDocument/2006/relationships/diagramColors" Target="../diagrams/colors30.xml"/><Relationship Id="rId7" Type="http://schemas.microsoft.com/office/2007/relationships/diagramDrawing" Target="../diagrams/drawing28.xml"/><Relationship Id="rId12" Type="http://schemas.openxmlformats.org/officeDocument/2006/relationships/diagramData" Target="../diagrams/data35.xml"/><Relationship Id="rId17" Type="http://schemas.openxmlformats.org/officeDocument/2006/relationships/diagramData" Target="../diagrams/data36.xml"/><Relationship Id="rId2" Type="http://schemas.openxmlformats.org/officeDocument/2006/relationships/notesSlide" Target="../notesSlides/notesSlide15.xml"/><Relationship Id="rId16" Type="http://schemas.microsoft.com/office/2007/relationships/diagramDrawing" Target="../diagrams/drawing29.xml"/><Relationship Id="rId20" Type="http://schemas.openxmlformats.org/officeDocument/2006/relationships/diagramQuickStyle" Target="../diagrams/quickStyle30.xml"/><Relationship Id="rId1" Type="http://schemas.openxmlformats.org/officeDocument/2006/relationships/slideLayout" Target="../slideLayouts/slideLayout8.xml"/><Relationship Id="rId6" Type="http://schemas.openxmlformats.org/officeDocument/2006/relationships/diagramColors" Target="../diagrams/colors28.xml"/><Relationship Id="rId11" Type="http://schemas.openxmlformats.org/officeDocument/2006/relationships/diagramColors" Target="../diagrams/colors28.xml"/><Relationship Id="rId5" Type="http://schemas.openxmlformats.org/officeDocument/2006/relationships/diagramQuickStyle" Target="../diagrams/quickStyle28.xml"/><Relationship Id="rId15" Type="http://schemas.openxmlformats.org/officeDocument/2006/relationships/diagramColors" Target="../diagrams/colors29.xml"/><Relationship Id="rId10" Type="http://schemas.openxmlformats.org/officeDocument/2006/relationships/diagramQuickStyle" Target="../diagrams/quickStyle28.xml"/><Relationship Id="rId19" Type="http://schemas.openxmlformats.org/officeDocument/2006/relationships/diagramLayout" Target="../diagrams/layout30.xml"/><Relationship Id="rId4" Type="http://schemas.openxmlformats.org/officeDocument/2006/relationships/diagramLayout" Target="../diagrams/layout28.xml"/><Relationship Id="rId9" Type="http://schemas.openxmlformats.org/officeDocument/2006/relationships/diagramLayout" Target="../diagrams/layout28.xml"/><Relationship Id="rId14" Type="http://schemas.openxmlformats.org/officeDocument/2006/relationships/diagramQuickStyle" Target="../diagrams/quickStyle29.xml"/><Relationship Id="rId22" Type="http://schemas.microsoft.com/office/2007/relationships/diagramDrawing" Target="../diagrams/drawing30.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32.xml"/><Relationship Id="rId13" Type="http://schemas.openxmlformats.org/officeDocument/2006/relationships/diagramLayout" Target="../diagrams/layout32.xml"/><Relationship Id="rId18" Type="http://schemas.openxmlformats.org/officeDocument/2006/relationships/diagramQuickStyle" Target="../diagrams/quickStyle33.xml"/><Relationship Id="rId3" Type="http://schemas.openxmlformats.org/officeDocument/2006/relationships/diagramLayout" Target="../diagrams/layout31.xml"/><Relationship Id="rId21" Type="http://schemas.openxmlformats.org/officeDocument/2006/relationships/diagramData" Target="../diagrams/data42.xml"/><Relationship Id="rId7" Type="http://schemas.openxmlformats.org/officeDocument/2006/relationships/diagramData" Target="../diagrams/data39.xml"/><Relationship Id="rId12" Type="http://schemas.openxmlformats.org/officeDocument/2006/relationships/diagramData" Target="../diagrams/data40.xml"/><Relationship Id="rId17" Type="http://schemas.openxmlformats.org/officeDocument/2006/relationships/diagramLayout" Target="../diagrams/layout33.xml"/><Relationship Id="rId2" Type="http://schemas.openxmlformats.org/officeDocument/2006/relationships/diagramData" Target="../diagrams/data38.xml"/><Relationship Id="rId16" Type="http://schemas.openxmlformats.org/officeDocument/2006/relationships/diagramData" Target="../diagrams/data41.xml"/><Relationship Id="rId20" Type="http://schemas.microsoft.com/office/2007/relationships/diagramDrawing" Target="../diagrams/drawing33.xml"/><Relationship Id="rId1" Type="http://schemas.openxmlformats.org/officeDocument/2006/relationships/slideLayout" Target="../slideLayouts/slideLayout7.xml"/><Relationship Id="rId6" Type="http://schemas.microsoft.com/office/2007/relationships/diagramDrawing" Target="../diagrams/drawing31.xml"/><Relationship Id="rId11" Type="http://schemas.microsoft.com/office/2007/relationships/diagramDrawing" Target="../diagrams/drawing32.xml"/><Relationship Id="rId24" Type="http://schemas.openxmlformats.org/officeDocument/2006/relationships/diagramColors" Target="../diagrams/colors33.xml"/><Relationship Id="rId5" Type="http://schemas.openxmlformats.org/officeDocument/2006/relationships/diagramColors" Target="../diagrams/colors31.xml"/><Relationship Id="rId15" Type="http://schemas.openxmlformats.org/officeDocument/2006/relationships/diagramColors" Target="../diagrams/colors32.xml"/><Relationship Id="rId23" Type="http://schemas.openxmlformats.org/officeDocument/2006/relationships/diagramQuickStyle" Target="../diagrams/quickStyle33.xml"/><Relationship Id="rId10" Type="http://schemas.openxmlformats.org/officeDocument/2006/relationships/diagramColors" Target="../diagrams/colors32.xml"/><Relationship Id="rId19" Type="http://schemas.openxmlformats.org/officeDocument/2006/relationships/diagramColors" Target="../diagrams/colors33.xml"/><Relationship Id="rId4" Type="http://schemas.openxmlformats.org/officeDocument/2006/relationships/diagramQuickStyle" Target="../diagrams/quickStyle31.xml"/><Relationship Id="rId9" Type="http://schemas.openxmlformats.org/officeDocument/2006/relationships/diagramQuickStyle" Target="../diagrams/quickStyle32.xml"/><Relationship Id="rId14" Type="http://schemas.openxmlformats.org/officeDocument/2006/relationships/diagramQuickStyle" Target="../diagrams/quickStyle32.xml"/><Relationship Id="rId22" Type="http://schemas.openxmlformats.org/officeDocument/2006/relationships/diagramLayout" Target="../diagrams/layout33.xml"/></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Data" Target="../diagrams/data43.xml"/><Relationship Id="rId7" Type="http://schemas.microsoft.com/office/2007/relationships/diagramDrawing" Target="../diagrams/drawing34.xm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diagramColors" Target="../diagrams/colors34.xml"/><Relationship Id="rId5" Type="http://schemas.openxmlformats.org/officeDocument/2006/relationships/diagramQuickStyle" Target="../diagrams/quickStyle34.xml"/><Relationship Id="rId4" Type="http://schemas.openxmlformats.org/officeDocument/2006/relationships/diagramLayout" Target="../diagrams/layout34.xml"/></Relationships>
</file>

<file path=ppt/slides/_rels/slide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Data" Target="../diagrams/data44.xml"/><Relationship Id="rId7" Type="http://schemas.microsoft.com/office/2007/relationships/diagramDrawing" Target="../diagrams/drawing35.xm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 Id="rId9" Type="http://schemas.openxmlformats.org/officeDocument/2006/relationships/image" Target="../media/image45.png"/></Relationships>
</file>

<file path=ppt/slides/_rels/slide1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Data" Target="../diagrams/data45.xml"/><Relationship Id="rId7" Type="http://schemas.microsoft.com/office/2007/relationships/diagramDrawing" Target="../diagrams/drawing36.xm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diagramColors" Target="../diagrams/colors36.xml"/><Relationship Id="rId5" Type="http://schemas.openxmlformats.org/officeDocument/2006/relationships/diagramQuickStyle" Target="../diagrams/quickStyle36.xml"/><Relationship Id="rId10" Type="http://schemas.openxmlformats.org/officeDocument/2006/relationships/image" Target="../media/image46.png"/><Relationship Id="rId4" Type="http://schemas.openxmlformats.org/officeDocument/2006/relationships/diagramLayout" Target="../diagrams/layout36.xml"/><Relationship Id="rId9"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46.xml"/><Relationship Id="rId7" Type="http://schemas.microsoft.com/office/2007/relationships/diagramDrawing" Target="../diagrams/drawing37.xml"/><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21.xml.rels><?xml version="1.0" encoding="UTF-8" standalone="yes"?>
<Relationships xmlns="http://schemas.openxmlformats.org/package/2006/relationships"><Relationship Id="rId8" Type="http://schemas.openxmlformats.org/officeDocument/2006/relationships/image" Target="../media/image29.png"/><Relationship Id="rId13" Type="http://schemas.microsoft.com/office/2007/relationships/diagramDrawing" Target="../diagrams/drawing39.xml"/><Relationship Id="rId3" Type="http://schemas.openxmlformats.org/officeDocument/2006/relationships/diagramData" Target="../diagrams/data47.xml"/><Relationship Id="rId7" Type="http://schemas.microsoft.com/office/2007/relationships/diagramDrawing" Target="../diagrams/drawing38.xml"/><Relationship Id="rId12" Type="http://schemas.openxmlformats.org/officeDocument/2006/relationships/diagramColors" Target="../diagrams/colors39.xml"/><Relationship Id="rId17" Type="http://schemas.openxmlformats.org/officeDocument/2006/relationships/diagramColors" Target="../diagrams/colors39.xml"/><Relationship Id="rId2" Type="http://schemas.openxmlformats.org/officeDocument/2006/relationships/notesSlide" Target="../notesSlides/notesSlide20.xml"/><Relationship Id="rId16" Type="http://schemas.openxmlformats.org/officeDocument/2006/relationships/diagramQuickStyle" Target="../diagrams/quickStyle39.xml"/><Relationship Id="rId1" Type="http://schemas.openxmlformats.org/officeDocument/2006/relationships/slideLayout" Target="../slideLayouts/slideLayout11.xml"/><Relationship Id="rId6" Type="http://schemas.openxmlformats.org/officeDocument/2006/relationships/diagramColors" Target="../diagrams/colors38.xml"/><Relationship Id="rId11" Type="http://schemas.openxmlformats.org/officeDocument/2006/relationships/diagramQuickStyle" Target="../diagrams/quickStyle39.xml"/><Relationship Id="rId5" Type="http://schemas.openxmlformats.org/officeDocument/2006/relationships/diagramQuickStyle" Target="../diagrams/quickStyle38.xml"/><Relationship Id="rId15" Type="http://schemas.openxmlformats.org/officeDocument/2006/relationships/diagramLayout" Target="../diagrams/layout39.xml"/><Relationship Id="rId10" Type="http://schemas.openxmlformats.org/officeDocument/2006/relationships/diagramLayout" Target="../diagrams/layout39.xml"/><Relationship Id="rId4" Type="http://schemas.openxmlformats.org/officeDocument/2006/relationships/diagramLayout" Target="../diagrams/layout38.xml"/><Relationship Id="rId9" Type="http://schemas.openxmlformats.org/officeDocument/2006/relationships/diagramData" Target="../diagrams/data48.xml"/><Relationship Id="rId14" Type="http://schemas.openxmlformats.org/officeDocument/2006/relationships/diagramData" Target="../diagrams/data49.xml"/></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13" Type="http://schemas.microsoft.com/office/2007/relationships/diagramDrawing" Target="../diagrams/drawing41.xml"/><Relationship Id="rId18" Type="http://schemas.openxmlformats.org/officeDocument/2006/relationships/diagramData" Target="../diagrams/data53.xml"/><Relationship Id="rId26" Type="http://schemas.openxmlformats.org/officeDocument/2006/relationships/diagramColors" Target="../diagrams/colors42.xml"/><Relationship Id="rId3" Type="http://schemas.openxmlformats.org/officeDocument/2006/relationships/diagramData" Target="../diagrams/data50.xml"/><Relationship Id="rId21" Type="http://schemas.openxmlformats.org/officeDocument/2006/relationships/diagramColors" Target="../diagrams/colors42.xml"/><Relationship Id="rId7" Type="http://schemas.microsoft.com/office/2007/relationships/diagramDrawing" Target="../diagrams/drawing40.xml"/><Relationship Id="rId12" Type="http://schemas.openxmlformats.org/officeDocument/2006/relationships/diagramColors" Target="../diagrams/colors41.xml"/><Relationship Id="rId17" Type="http://schemas.openxmlformats.org/officeDocument/2006/relationships/diagramColors" Target="../diagrams/colors41.xml"/><Relationship Id="rId25" Type="http://schemas.openxmlformats.org/officeDocument/2006/relationships/diagramQuickStyle" Target="../diagrams/quickStyle42.xml"/><Relationship Id="rId2" Type="http://schemas.openxmlformats.org/officeDocument/2006/relationships/notesSlide" Target="../notesSlides/notesSlide21.xml"/><Relationship Id="rId16" Type="http://schemas.openxmlformats.org/officeDocument/2006/relationships/diagramQuickStyle" Target="../diagrams/quickStyle41.xml"/><Relationship Id="rId20" Type="http://schemas.openxmlformats.org/officeDocument/2006/relationships/diagramQuickStyle" Target="../diagrams/quickStyle42.xml"/><Relationship Id="rId1" Type="http://schemas.openxmlformats.org/officeDocument/2006/relationships/slideLayout" Target="../slideLayouts/slideLayout11.xml"/><Relationship Id="rId6" Type="http://schemas.openxmlformats.org/officeDocument/2006/relationships/diagramColors" Target="../diagrams/colors40.xml"/><Relationship Id="rId11" Type="http://schemas.openxmlformats.org/officeDocument/2006/relationships/diagramQuickStyle" Target="../diagrams/quickStyle41.xml"/><Relationship Id="rId24" Type="http://schemas.openxmlformats.org/officeDocument/2006/relationships/diagramLayout" Target="../diagrams/layout42.xml"/><Relationship Id="rId5" Type="http://schemas.openxmlformats.org/officeDocument/2006/relationships/diagramQuickStyle" Target="../diagrams/quickStyle40.xml"/><Relationship Id="rId15" Type="http://schemas.openxmlformats.org/officeDocument/2006/relationships/diagramLayout" Target="../diagrams/layout41.xml"/><Relationship Id="rId23" Type="http://schemas.openxmlformats.org/officeDocument/2006/relationships/diagramData" Target="../diagrams/data54.xml"/><Relationship Id="rId28" Type="http://schemas.openxmlformats.org/officeDocument/2006/relationships/image" Target="../media/image31.png"/><Relationship Id="rId10" Type="http://schemas.openxmlformats.org/officeDocument/2006/relationships/diagramLayout" Target="../diagrams/layout41.xml"/><Relationship Id="rId19" Type="http://schemas.openxmlformats.org/officeDocument/2006/relationships/diagramLayout" Target="../diagrams/layout42.xml"/><Relationship Id="rId4" Type="http://schemas.openxmlformats.org/officeDocument/2006/relationships/diagramLayout" Target="../diagrams/layout40.xml"/><Relationship Id="rId9" Type="http://schemas.openxmlformats.org/officeDocument/2006/relationships/diagramData" Target="../diagrams/data51.xml"/><Relationship Id="rId14" Type="http://schemas.openxmlformats.org/officeDocument/2006/relationships/diagramData" Target="../diagrams/data52.xml"/><Relationship Id="rId22" Type="http://schemas.microsoft.com/office/2007/relationships/diagramDrawing" Target="../diagrams/drawing42.xml"/><Relationship Id="rId27" Type="http://schemas.openxmlformats.org/officeDocument/2006/relationships/image" Target="../media/image30.png"/></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13" Type="http://schemas.microsoft.com/office/2007/relationships/diagramDrawing" Target="../diagrams/drawing44.xml"/><Relationship Id="rId18" Type="http://schemas.openxmlformats.org/officeDocument/2006/relationships/diagramData" Target="../diagrams/data57.xml"/><Relationship Id="rId26" Type="http://schemas.openxmlformats.org/officeDocument/2006/relationships/diagramColors" Target="../diagrams/colors42.xml"/><Relationship Id="rId3" Type="http://schemas.openxmlformats.org/officeDocument/2006/relationships/diagramData" Target="../diagrams/data55.xml"/><Relationship Id="rId21" Type="http://schemas.openxmlformats.org/officeDocument/2006/relationships/diagramColors" Target="../diagrams/colors45.xml"/><Relationship Id="rId7" Type="http://schemas.microsoft.com/office/2007/relationships/diagramDrawing" Target="../diagrams/drawing43.xml"/><Relationship Id="rId12" Type="http://schemas.openxmlformats.org/officeDocument/2006/relationships/diagramColors" Target="../diagrams/colors44.xml"/><Relationship Id="rId17" Type="http://schemas.openxmlformats.org/officeDocument/2006/relationships/diagramColors" Target="../diagrams/colors41.xml"/><Relationship Id="rId25" Type="http://schemas.openxmlformats.org/officeDocument/2006/relationships/diagramQuickStyle" Target="../diagrams/quickStyle42.xml"/><Relationship Id="rId2" Type="http://schemas.openxmlformats.org/officeDocument/2006/relationships/notesSlide" Target="../notesSlides/notesSlide22.xml"/><Relationship Id="rId16" Type="http://schemas.openxmlformats.org/officeDocument/2006/relationships/diagramQuickStyle" Target="../diagrams/quickStyle41.xml"/><Relationship Id="rId20" Type="http://schemas.openxmlformats.org/officeDocument/2006/relationships/diagramQuickStyle" Target="../diagrams/quickStyle45.xml"/><Relationship Id="rId1" Type="http://schemas.openxmlformats.org/officeDocument/2006/relationships/slideLayout" Target="../slideLayouts/slideLayout11.xml"/><Relationship Id="rId6" Type="http://schemas.openxmlformats.org/officeDocument/2006/relationships/diagramColors" Target="../diagrams/colors43.xml"/><Relationship Id="rId11" Type="http://schemas.openxmlformats.org/officeDocument/2006/relationships/diagramQuickStyle" Target="../diagrams/quickStyle44.xml"/><Relationship Id="rId24" Type="http://schemas.openxmlformats.org/officeDocument/2006/relationships/diagramLayout" Target="../diagrams/layout42.xml"/><Relationship Id="rId5" Type="http://schemas.openxmlformats.org/officeDocument/2006/relationships/diagramQuickStyle" Target="../diagrams/quickStyle43.xml"/><Relationship Id="rId15" Type="http://schemas.openxmlformats.org/officeDocument/2006/relationships/diagramLayout" Target="../diagrams/layout41.xml"/><Relationship Id="rId23" Type="http://schemas.openxmlformats.org/officeDocument/2006/relationships/diagramData" Target="../diagrams/data54.xml"/><Relationship Id="rId28" Type="http://schemas.openxmlformats.org/officeDocument/2006/relationships/image" Target="../media/image31.png"/><Relationship Id="rId10" Type="http://schemas.openxmlformats.org/officeDocument/2006/relationships/diagramLayout" Target="../diagrams/layout44.xml"/><Relationship Id="rId19" Type="http://schemas.openxmlformats.org/officeDocument/2006/relationships/diagramLayout" Target="../diagrams/layout45.xml"/><Relationship Id="rId4" Type="http://schemas.openxmlformats.org/officeDocument/2006/relationships/diagramLayout" Target="../diagrams/layout43.xml"/><Relationship Id="rId9" Type="http://schemas.openxmlformats.org/officeDocument/2006/relationships/diagramData" Target="../diagrams/data56.xml"/><Relationship Id="rId14" Type="http://schemas.openxmlformats.org/officeDocument/2006/relationships/diagramData" Target="../diagrams/data52.xml"/><Relationship Id="rId22" Type="http://schemas.microsoft.com/office/2007/relationships/diagramDrawing" Target="../diagrams/drawing45.xml"/><Relationship Id="rId27" Type="http://schemas.openxmlformats.org/officeDocument/2006/relationships/image" Target="../media/image30.png"/></Relationships>
</file>

<file path=ppt/slides/_rels/slide24.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diagramQuickStyle" Target="../diagrams/quickStyle47.xml"/><Relationship Id="rId18" Type="http://schemas.openxmlformats.org/officeDocument/2006/relationships/diagramQuickStyle" Target="../diagrams/quickStyle47.xml"/><Relationship Id="rId26" Type="http://schemas.openxmlformats.org/officeDocument/2006/relationships/diagramLayout" Target="../diagrams/layout48.xml"/><Relationship Id="rId3" Type="http://schemas.openxmlformats.org/officeDocument/2006/relationships/diagramData" Target="../diagrams/data58.xml"/><Relationship Id="rId21" Type="http://schemas.openxmlformats.org/officeDocument/2006/relationships/diagramLayout" Target="../diagrams/layout48.xml"/><Relationship Id="rId7" Type="http://schemas.microsoft.com/office/2007/relationships/diagramDrawing" Target="../diagrams/drawing46.xml"/><Relationship Id="rId12" Type="http://schemas.openxmlformats.org/officeDocument/2006/relationships/diagramLayout" Target="../diagrams/layout47.xml"/><Relationship Id="rId17" Type="http://schemas.openxmlformats.org/officeDocument/2006/relationships/diagramLayout" Target="../diagrams/layout47.xml"/><Relationship Id="rId25" Type="http://schemas.openxmlformats.org/officeDocument/2006/relationships/diagramData" Target="../diagrams/data590.xml"/><Relationship Id="rId2" Type="http://schemas.openxmlformats.org/officeDocument/2006/relationships/notesSlide" Target="../notesSlides/notesSlide23.xml"/><Relationship Id="rId16" Type="http://schemas.openxmlformats.org/officeDocument/2006/relationships/diagramData" Target="../diagrams/data570.xml"/><Relationship Id="rId20" Type="http://schemas.openxmlformats.org/officeDocument/2006/relationships/diagramData" Target="../diagrams/data60.xml"/><Relationship Id="rId1" Type="http://schemas.openxmlformats.org/officeDocument/2006/relationships/slideLayout" Target="../slideLayouts/slideLayout11.xml"/><Relationship Id="rId6" Type="http://schemas.openxmlformats.org/officeDocument/2006/relationships/diagramColors" Target="../diagrams/colors46.xml"/><Relationship Id="rId11" Type="http://schemas.openxmlformats.org/officeDocument/2006/relationships/diagramData" Target="../diagrams/data59.xml"/><Relationship Id="rId24" Type="http://schemas.microsoft.com/office/2007/relationships/diagramDrawing" Target="../diagrams/drawing48.xml"/><Relationship Id="rId5" Type="http://schemas.openxmlformats.org/officeDocument/2006/relationships/diagramQuickStyle" Target="../diagrams/quickStyle46.xml"/><Relationship Id="rId15" Type="http://schemas.microsoft.com/office/2007/relationships/diagramDrawing" Target="../diagrams/drawing47.xml"/><Relationship Id="rId23" Type="http://schemas.openxmlformats.org/officeDocument/2006/relationships/diagramColors" Target="../diagrams/colors48.xml"/><Relationship Id="rId28" Type="http://schemas.openxmlformats.org/officeDocument/2006/relationships/diagramColors" Target="../diagrams/colors48.xml"/><Relationship Id="rId10" Type="http://schemas.openxmlformats.org/officeDocument/2006/relationships/image" Target="../media/image29.png"/><Relationship Id="rId19" Type="http://schemas.openxmlformats.org/officeDocument/2006/relationships/diagramColors" Target="../diagrams/colors47.xml"/><Relationship Id="rId4" Type="http://schemas.openxmlformats.org/officeDocument/2006/relationships/diagramLayout" Target="../diagrams/layout46.xml"/><Relationship Id="rId9" Type="http://schemas.openxmlformats.org/officeDocument/2006/relationships/image" Target="../media/image31.png"/><Relationship Id="rId14" Type="http://schemas.openxmlformats.org/officeDocument/2006/relationships/diagramColors" Target="../diagrams/colors47.xml"/><Relationship Id="rId22" Type="http://schemas.openxmlformats.org/officeDocument/2006/relationships/diagramQuickStyle" Target="../diagrams/quickStyle48.xml"/><Relationship Id="rId27" Type="http://schemas.openxmlformats.org/officeDocument/2006/relationships/diagramQuickStyle" Target="../diagrams/quickStyle48.xml"/></Relationships>
</file>

<file path=ppt/slides/_rels/slide25.xml.rels><?xml version="1.0" encoding="UTF-8" standalone="yes"?>
<Relationships xmlns="http://schemas.openxmlformats.org/package/2006/relationships"><Relationship Id="rId13" Type="http://schemas.openxmlformats.org/officeDocument/2006/relationships/diagramQuickStyle" Target="../diagrams/quickStyle50.xml"/><Relationship Id="rId18" Type="http://schemas.openxmlformats.org/officeDocument/2006/relationships/diagramQuickStyle" Target="../diagrams/quickStyle50.xml"/><Relationship Id="rId26" Type="http://schemas.openxmlformats.org/officeDocument/2006/relationships/diagramLayout" Target="../diagrams/layout51.xml"/><Relationship Id="rId21" Type="http://schemas.openxmlformats.org/officeDocument/2006/relationships/diagramLayout" Target="../diagrams/layout51.xml"/><Relationship Id="rId34" Type="http://schemas.openxmlformats.org/officeDocument/2006/relationships/diagramData" Target="../diagrams/data66.xml"/><Relationship Id="rId7" Type="http://schemas.microsoft.com/office/2007/relationships/diagramDrawing" Target="../diagrams/drawing49.xml"/><Relationship Id="rId12" Type="http://schemas.openxmlformats.org/officeDocument/2006/relationships/diagramLayout" Target="../diagrams/layout50.xml"/><Relationship Id="rId17" Type="http://schemas.openxmlformats.org/officeDocument/2006/relationships/diagramLayout" Target="../diagrams/layout50.xml"/><Relationship Id="rId25" Type="http://schemas.openxmlformats.org/officeDocument/2006/relationships/diagramData" Target="../diagrams/data64.xml"/><Relationship Id="rId33" Type="http://schemas.microsoft.com/office/2007/relationships/diagramDrawing" Target="../diagrams/drawing52.xml"/><Relationship Id="rId2" Type="http://schemas.openxmlformats.org/officeDocument/2006/relationships/notesSlide" Target="../notesSlides/notesSlide24.xml"/><Relationship Id="rId16" Type="http://schemas.openxmlformats.org/officeDocument/2006/relationships/diagramData" Target="../diagrams/data620.xml"/><Relationship Id="rId20" Type="http://schemas.openxmlformats.org/officeDocument/2006/relationships/diagramData" Target="../diagrams/data63.xml"/><Relationship Id="rId29" Type="http://schemas.openxmlformats.org/officeDocument/2006/relationships/diagramData" Target="../diagrams/data65.xml"/><Relationship Id="rId1" Type="http://schemas.openxmlformats.org/officeDocument/2006/relationships/slideLayout" Target="../slideLayouts/slideLayout11.xml"/><Relationship Id="rId6" Type="http://schemas.openxmlformats.org/officeDocument/2006/relationships/diagramColors" Target="../diagrams/colors49.xml"/><Relationship Id="rId11" Type="http://schemas.openxmlformats.org/officeDocument/2006/relationships/diagramData" Target="../diagrams/data62.xml"/><Relationship Id="rId24" Type="http://schemas.microsoft.com/office/2007/relationships/diagramDrawing" Target="../diagrams/drawing51.xml"/><Relationship Id="rId32" Type="http://schemas.openxmlformats.org/officeDocument/2006/relationships/diagramColors" Target="../diagrams/colors52.xml"/><Relationship Id="rId37" Type="http://schemas.openxmlformats.org/officeDocument/2006/relationships/diagramColors" Target="../diagrams/colors52.xml"/><Relationship Id="rId5" Type="http://schemas.openxmlformats.org/officeDocument/2006/relationships/diagramQuickStyle" Target="../diagrams/quickStyle49.xml"/><Relationship Id="rId15" Type="http://schemas.microsoft.com/office/2007/relationships/diagramDrawing" Target="../diagrams/drawing50.xml"/><Relationship Id="rId23" Type="http://schemas.openxmlformats.org/officeDocument/2006/relationships/diagramColors" Target="../diagrams/colors51.xml"/><Relationship Id="rId28" Type="http://schemas.openxmlformats.org/officeDocument/2006/relationships/diagramColors" Target="../diagrams/colors51.xml"/><Relationship Id="rId36" Type="http://schemas.openxmlformats.org/officeDocument/2006/relationships/diagramQuickStyle" Target="../diagrams/quickStyle52.xml"/><Relationship Id="rId10" Type="http://schemas.openxmlformats.org/officeDocument/2006/relationships/image" Target="../media/image29.png"/><Relationship Id="rId19" Type="http://schemas.openxmlformats.org/officeDocument/2006/relationships/diagramColors" Target="../diagrams/colors50.xml"/><Relationship Id="rId31" Type="http://schemas.openxmlformats.org/officeDocument/2006/relationships/diagramQuickStyle" Target="../diagrams/quickStyle52.xml"/><Relationship Id="rId4" Type="http://schemas.openxmlformats.org/officeDocument/2006/relationships/diagramLayout" Target="../diagrams/layout49.xml"/><Relationship Id="rId9" Type="http://schemas.openxmlformats.org/officeDocument/2006/relationships/image" Target="../media/image31.png"/><Relationship Id="rId14" Type="http://schemas.openxmlformats.org/officeDocument/2006/relationships/diagramColors" Target="../diagrams/colors50.xml"/><Relationship Id="rId22" Type="http://schemas.openxmlformats.org/officeDocument/2006/relationships/diagramQuickStyle" Target="../diagrams/quickStyle51.xml"/><Relationship Id="rId27" Type="http://schemas.openxmlformats.org/officeDocument/2006/relationships/diagramQuickStyle" Target="../diagrams/quickStyle51.xml"/><Relationship Id="rId30" Type="http://schemas.openxmlformats.org/officeDocument/2006/relationships/diagramLayout" Target="../diagrams/layout52.xml"/><Relationship Id="rId35" Type="http://schemas.openxmlformats.org/officeDocument/2006/relationships/diagramLayout" Target="../diagrams/layout52.xml"/><Relationship Id="rId8" Type="http://schemas.openxmlformats.org/officeDocument/2006/relationships/image" Target="../media/image30.png"/><Relationship Id="rId3" Type="http://schemas.openxmlformats.org/officeDocument/2006/relationships/diagramData" Target="../diagrams/data61.xml"/></Relationships>
</file>

<file path=ppt/slides/_rels/slide26.xml.rels><?xml version="1.0" encoding="UTF-8" standalone="yes"?>
<Relationships xmlns="http://schemas.openxmlformats.org/package/2006/relationships"><Relationship Id="rId13" Type="http://schemas.openxmlformats.org/officeDocument/2006/relationships/diagramQuickStyle" Target="../diagrams/quickStyle54.xml"/><Relationship Id="rId18" Type="http://schemas.openxmlformats.org/officeDocument/2006/relationships/diagramQuickStyle" Target="../diagrams/quickStyle54.xml"/><Relationship Id="rId26" Type="http://schemas.openxmlformats.org/officeDocument/2006/relationships/diagramLayout" Target="../diagrams/layout55.xml"/><Relationship Id="rId21" Type="http://schemas.openxmlformats.org/officeDocument/2006/relationships/diagramLayout" Target="../diagrams/layout55.xml"/><Relationship Id="rId34" Type="http://schemas.openxmlformats.org/officeDocument/2006/relationships/diagramData" Target="../diagrams/data73.xml"/><Relationship Id="rId7" Type="http://schemas.microsoft.com/office/2007/relationships/diagramDrawing" Target="../diagrams/drawing53.xml"/><Relationship Id="rId12" Type="http://schemas.openxmlformats.org/officeDocument/2006/relationships/diagramLayout" Target="../diagrams/layout54.xml"/><Relationship Id="rId17" Type="http://schemas.openxmlformats.org/officeDocument/2006/relationships/diagramLayout" Target="../diagrams/layout54.xml"/><Relationship Id="rId25" Type="http://schemas.openxmlformats.org/officeDocument/2006/relationships/diagramData" Target="../diagrams/data71.xml"/><Relationship Id="rId33" Type="http://schemas.microsoft.com/office/2007/relationships/diagramDrawing" Target="../diagrams/drawing56.xml"/><Relationship Id="rId2" Type="http://schemas.openxmlformats.org/officeDocument/2006/relationships/notesSlide" Target="../notesSlides/notesSlide25.xml"/><Relationship Id="rId16" Type="http://schemas.openxmlformats.org/officeDocument/2006/relationships/diagramData" Target="../diagrams/data69.xml"/><Relationship Id="rId20" Type="http://schemas.openxmlformats.org/officeDocument/2006/relationships/diagramData" Target="../diagrams/data70.xml"/><Relationship Id="rId29" Type="http://schemas.openxmlformats.org/officeDocument/2006/relationships/diagramData" Target="../diagrams/data72.xml"/><Relationship Id="rId1" Type="http://schemas.openxmlformats.org/officeDocument/2006/relationships/slideLayout" Target="../slideLayouts/slideLayout11.xml"/><Relationship Id="rId6" Type="http://schemas.openxmlformats.org/officeDocument/2006/relationships/diagramColors" Target="../diagrams/colors53.xml"/><Relationship Id="rId11" Type="http://schemas.openxmlformats.org/officeDocument/2006/relationships/diagramData" Target="../diagrams/data68.xml"/><Relationship Id="rId24" Type="http://schemas.microsoft.com/office/2007/relationships/diagramDrawing" Target="../diagrams/drawing55.xml"/><Relationship Id="rId32" Type="http://schemas.openxmlformats.org/officeDocument/2006/relationships/diagramColors" Target="../diagrams/colors56.xml"/><Relationship Id="rId37" Type="http://schemas.openxmlformats.org/officeDocument/2006/relationships/diagramColors" Target="../diagrams/colors56.xml"/><Relationship Id="rId5" Type="http://schemas.openxmlformats.org/officeDocument/2006/relationships/diagramQuickStyle" Target="../diagrams/quickStyle53.xml"/><Relationship Id="rId15" Type="http://schemas.microsoft.com/office/2007/relationships/diagramDrawing" Target="../diagrams/drawing54.xml"/><Relationship Id="rId23" Type="http://schemas.openxmlformats.org/officeDocument/2006/relationships/diagramColors" Target="../diagrams/colors55.xml"/><Relationship Id="rId28" Type="http://schemas.openxmlformats.org/officeDocument/2006/relationships/diagramColors" Target="../diagrams/colors55.xml"/><Relationship Id="rId36" Type="http://schemas.openxmlformats.org/officeDocument/2006/relationships/diagramQuickStyle" Target="../diagrams/quickStyle56.xml"/><Relationship Id="rId10" Type="http://schemas.openxmlformats.org/officeDocument/2006/relationships/image" Target="../media/image29.png"/><Relationship Id="rId19" Type="http://schemas.openxmlformats.org/officeDocument/2006/relationships/diagramColors" Target="../diagrams/colors54.xml"/><Relationship Id="rId31" Type="http://schemas.openxmlformats.org/officeDocument/2006/relationships/diagramQuickStyle" Target="../diagrams/quickStyle56.xml"/><Relationship Id="rId4" Type="http://schemas.openxmlformats.org/officeDocument/2006/relationships/diagramLayout" Target="../diagrams/layout53.xml"/><Relationship Id="rId9" Type="http://schemas.openxmlformats.org/officeDocument/2006/relationships/image" Target="../media/image31.png"/><Relationship Id="rId14" Type="http://schemas.openxmlformats.org/officeDocument/2006/relationships/diagramColors" Target="../diagrams/colors54.xml"/><Relationship Id="rId22" Type="http://schemas.openxmlformats.org/officeDocument/2006/relationships/diagramQuickStyle" Target="../diagrams/quickStyle55.xml"/><Relationship Id="rId27" Type="http://schemas.openxmlformats.org/officeDocument/2006/relationships/diagramQuickStyle" Target="../diagrams/quickStyle55.xml"/><Relationship Id="rId30" Type="http://schemas.openxmlformats.org/officeDocument/2006/relationships/diagramLayout" Target="../diagrams/layout56.xml"/><Relationship Id="rId35" Type="http://schemas.openxmlformats.org/officeDocument/2006/relationships/diagramLayout" Target="../diagrams/layout56.xml"/><Relationship Id="rId8" Type="http://schemas.openxmlformats.org/officeDocument/2006/relationships/image" Target="../media/image30.png"/><Relationship Id="rId3" Type="http://schemas.openxmlformats.org/officeDocument/2006/relationships/diagramData" Target="../diagrams/data67.xml"/></Relationships>
</file>

<file path=ppt/slides/_rels/slide27.xml.rels><?xml version="1.0" encoding="UTF-8" standalone="yes"?>
<Relationships xmlns="http://schemas.openxmlformats.org/package/2006/relationships"><Relationship Id="rId13" Type="http://schemas.openxmlformats.org/officeDocument/2006/relationships/diagramQuickStyle" Target="../diagrams/quickStyle58.xml"/><Relationship Id="rId18" Type="http://schemas.openxmlformats.org/officeDocument/2006/relationships/diagramQuickStyle" Target="../diagrams/quickStyle58.xml"/><Relationship Id="rId26" Type="http://schemas.openxmlformats.org/officeDocument/2006/relationships/diagramLayout" Target="../diagrams/layout59.xml"/><Relationship Id="rId3" Type="http://schemas.openxmlformats.org/officeDocument/2006/relationships/diagramData" Target="../diagrams/data74.xml"/><Relationship Id="rId21" Type="http://schemas.openxmlformats.org/officeDocument/2006/relationships/diagramLayout" Target="../diagrams/layout59.xml"/><Relationship Id="rId34" Type="http://schemas.openxmlformats.org/officeDocument/2006/relationships/diagramData" Target="../diagrams/data80.xml"/><Relationship Id="rId7" Type="http://schemas.microsoft.com/office/2007/relationships/diagramDrawing" Target="../diagrams/drawing57.xml"/><Relationship Id="rId12" Type="http://schemas.openxmlformats.org/officeDocument/2006/relationships/diagramLayout" Target="../diagrams/layout58.xml"/><Relationship Id="rId17" Type="http://schemas.openxmlformats.org/officeDocument/2006/relationships/diagramLayout" Target="../diagrams/layout58.xml"/><Relationship Id="rId25" Type="http://schemas.openxmlformats.org/officeDocument/2006/relationships/diagramData" Target="../diagrams/data78.xml"/><Relationship Id="rId33" Type="http://schemas.microsoft.com/office/2007/relationships/diagramDrawing" Target="../diagrams/drawing60.xml"/><Relationship Id="rId2" Type="http://schemas.openxmlformats.org/officeDocument/2006/relationships/notesSlide" Target="../notesSlides/notesSlide26.xml"/><Relationship Id="rId16" Type="http://schemas.openxmlformats.org/officeDocument/2006/relationships/diagramData" Target="../diagrams/data76.xml"/><Relationship Id="rId20" Type="http://schemas.openxmlformats.org/officeDocument/2006/relationships/diagramData" Target="../diagrams/data77.xml"/><Relationship Id="rId29" Type="http://schemas.openxmlformats.org/officeDocument/2006/relationships/diagramData" Target="../diagrams/data79.xml"/><Relationship Id="rId1" Type="http://schemas.openxmlformats.org/officeDocument/2006/relationships/slideLayout" Target="../slideLayouts/slideLayout11.xml"/><Relationship Id="rId6" Type="http://schemas.openxmlformats.org/officeDocument/2006/relationships/diagramColors" Target="../diagrams/colors57.xml"/><Relationship Id="rId11" Type="http://schemas.openxmlformats.org/officeDocument/2006/relationships/diagramData" Target="../diagrams/data75.xml"/><Relationship Id="rId24" Type="http://schemas.microsoft.com/office/2007/relationships/diagramDrawing" Target="../diagrams/drawing59.xml"/><Relationship Id="rId32" Type="http://schemas.openxmlformats.org/officeDocument/2006/relationships/diagramColors" Target="../diagrams/colors60.xml"/><Relationship Id="rId5" Type="http://schemas.openxmlformats.org/officeDocument/2006/relationships/diagramQuickStyle" Target="../diagrams/quickStyle57.xml"/><Relationship Id="rId15" Type="http://schemas.microsoft.com/office/2007/relationships/diagramDrawing" Target="../diagrams/drawing58.xml"/><Relationship Id="rId23" Type="http://schemas.openxmlformats.org/officeDocument/2006/relationships/diagramColors" Target="../diagrams/colors59.xml"/><Relationship Id="rId28" Type="http://schemas.openxmlformats.org/officeDocument/2006/relationships/diagramColors" Target="../diagrams/colors59.xml"/><Relationship Id="rId10" Type="http://schemas.openxmlformats.org/officeDocument/2006/relationships/image" Target="../media/image29.png"/><Relationship Id="rId19" Type="http://schemas.openxmlformats.org/officeDocument/2006/relationships/diagramColors" Target="../diagrams/colors58.xml"/><Relationship Id="rId31" Type="http://schemas.openxmlformats.org/officeDocument/2006/relationships/diagramQuickStyle" Target="../diagrams/quickStyle60.xml"/><Relationship Id="rId4" Type="http://schemas.openxmlformats.org/officeDocument/2006/relationships/diagramLayout" Target="../diagrams/layout57.xml"/><Relationship Id="rId9" Type="http://schemas.openxmlformats.org/officeDocument/2006/relationships/image" Target="../media/image31.png"/><Relationship Id="rId14" Type="http://schemas.openxmlformats.org/officeDocument/2006/relationships/diagramColors" Target="../diagrams/colors58.xml"/><Relationship Id="rId22" Type="http://schemas.openxmlformats.org/officeDocument/2006/relationships/diagramQuickStyle" Target="../diagrams/quickStyle59.xml"/><Relationship Id="rId27" Type="http://schemas.openxmlformats.org/officeDocument/2006/relationships/diagramQuickStyle" Target="../diagrams/quickStyle59.xml"/><Relationship Id="rId30" Type="http://schemas.openxmlformats.org/officeDocument/2006/relationships/diagramLayout" Target="../diagrams/layout60.xml"/><Relationship Id="rId8" Type="http://schemas.openxmlformats.org/officeDocument/2006/relationships/image" Target="../media/image30.png"/></Relationships>
</file>

<file path=ppt/slides/_rels/slide28.xml.rels><?xml version="1.0" encoding="UTF-8" standalone="yes"?>
<Relationships xmlns="http://schemas.openxmlformats.org/package/2006/relationships"><Relationship Id="rId13" Type="http://schemas.microsoft.com/office/2007/relationships/diagramDrawing" Target="../diagrams/drawing62.xml"/><Relationship Id="rId18" Type="http://schemas.openxmlformats.org/officeDocument/2006/relationships/image" Target="../media/image30.png"/><Relationship Id="rId26" Type="http://schemas.openxmlformats.org/officeDocument/2006/relationships/diagramData" Target="../diagrams/data85.xml"/><Relationship Id="rId21" Type="http://schemas.openxmlformats.org/officeDocument/2006/relationships/diagramData" Target="../diagrams/data84.xml"/><Relationship Id="rId34" Type="http://schemas.microsoft.com/office/2007/relationships/diagramDrawing" Target="../diagrams/drawing64.xml"/><Relationship Id="rId7" Type="http://schemas.openxmlformats.org/officeDocument/2006/relationships/diagramColors" Target="../diagrams/colors61.xml"/><Relationship Id="rId12" Type="http://schemas.openxmlformats.org/officeDocument/2006/relationships/diagramColors" Target="../diagrams/colors62.xml"/><Relationship Id="rId17" Type="http://schemas.openxmlformats.org/officeDocument/2006/relationships/diagramColors" Target="../diagrams/colors62.xml"/><Relationship Id="rId25" Type="http://schemas.microsoft.com/office/2007/relationships/diagramDrawing" Target="../diagrams/drawing63.xml"/><Relationship Id="rId33" Type="http://schemas.openxmlformats.org/officeDocument/2006/relationships/diagramColors" Target="../diagrams/colors64.xml"/><Relationship Id="rId38" Type="http://schemas.openxmlformats.org/officeDocument/2006/relationships/diagramColors" Target="../diagrams/colors64.xml"/><Relationship Id="rId2" Type="http://schemas.openxmlformats.org/officeDocument/2006/relationships/notesSlide" Target="../notesSlides/notesSlide27.xml"/><Relationship Id="rId16" Type="http://schemas.openxmlformats.org/officeDocument/2006/relationships/diagramQuickStyle" Target="../diagrams/quickStyle62.xml"/><Relationship Id="rId20" Type="http://schemas.openxmlformats.org/officeDocument/2006/relationships/image" Target="../media/image29.png"/><Relationship Id="rId29" Type="http://schemas.openxmlformats.org/officeDocument/2006/relationships/diagramColors" Target="../diagrams/colors63.xml"/><Relationship Id="rId1" Type="http://schemas.openxmlformats.org/officeDocument/2006/relationships/slideLayout" Target="../slideLayouts/slideLayout11.xml"/><Relationship Id="rId6" Type="http://schemas.openxmlformats.org/officeDocument/2006/relationships/diagramQuickStyle" Target="../diagrams/quickStyle61.xml"/><Relationship Id="rId11" Type="http://schemas.openxmlformats.org/officeDocument/2006/relationships/diagramQuickStyle" Target="../diagrams/quickStyle62.xml"/><Relationship Id="rId24" Type="http://schemas.openxmlformats.org/officeDocument/2006/relationships/diagramColors" Target="../diagrams/colors63.xml"/><Relationship Id="rId32" Type="http://schemas.openxmlformats.org/officeDocument/2006/relationships/diagramQuickStyle" Target="../diagrams/quickStyle64.xml"/><Relationship Id="rId37" Type="http://schemas.openxmlformats.org/officeDocument/2006/relationships/diagramQuickStyle" Target="../diagrams/quickStyle64.xml"/><Relationship Id="rId5" Type="http://schemas.openxmlformats.org/officeDocument/2006/relationships/diagramLayout" Target="../diagrams/layout61.xml"/><Relationship Id="rId15" Type="http://schemas.openxmlformats.org/officeDocument/2006/relationships/diagramLayout" Target="../diagrams/layout62.xml"/><Relationship Id="rId23" Type="http://schemas.openxmlformats.org/officeDocument/2006/relationships/diagramQuickStyle" Target="../diagrams/quickStyle63.xml"/><Relationship Id="rId28" Type="http://schemas.openxmlformats.org/officeDocument/2006/relationships/diagramQuickStyle" Target="../diagrams/quickStyle63.xml"/><Relationship Id="rId36" Type="http://schemas.openxmlformats.org/officeDocument/2006/relationships/diagramLayout" Target="../diagrams/layout64.xml"/><Relationship Id="rId10" Type="http://schemas.openxmlformats.org/officeDocument/2006/relationships/diagramLayout" Target="../diagrams/layout62.xml"/><Relationship Id="rId19" Type="http://schemas.openxmlformats.org/officeDocument/2006/relationships/image" Target="../media/image31.png"/><Relationship Id="rId31" Type="http://schemas.openxmlformats.org/officeDocument/2006/relationships/diagramLayout" Target="../diagrams/layout64.xml"/><Relationship Id="rId4" Type="http://schemas.openxmlformats.org/officeDocument/2006/relationships/diagramData" Target="../diagrams/data81.xml"/><Relationship Id="rId9" Type="http://schemas.openxmlformats.org/officeDocument/2006/relationships/diagramData" Target="../diagrams/data82.xml"/><Relationship Id="rId14" Type="http://schemas.openxmlformats.org/officeDocument/2006/relationships/diagramData" Target="../diagrams/data83.xml"/><Relationship Id="rId22" Type="http://schemas.openxmlformats.org/officeDocument/2006/relationships/diagramLayout" Target="../diagrams/layout63.xml"/><Relationship Id="rId27" Type="http://schemas.openxmlformats.org/officeDocument/2006/relationships/diagramLayout" Target="../diagrams/layout63.xml"/><Relationship Id="rId30" Type="http://schemas.openxmlformats.org/officeDocument/2006/relationships/diagramData" Target="../diagrams/data86.xml"/><Relationship Id="rId35" Type="http://schemas.openxmlformats.org/officeDocument/2006/relationships/diagramData" Target="../diagrams/data87.xml"/><Relationship Id="rId8" Type="http://schemas.microsoft.com/office/2007/relationships/diagramDrawing" Target="../diagrams/drawing61.xml"/><Relationship Id="rId3" Type="http://schemas.openxmlformats.org/officeDocument/2006/relationships/image" Target="../media/image65.png"/></Relationships>
</file>

<file path=ppt/slides/_rels/slide29.xml.rels><?xml version="1.0" encoding="UTF-8" standalone="yes"?>
<Relationships xmlns="http://schemas.openxmlformats.org/package/2006/relationships"><Relationship Id="rId8" Type="http://schemas.microsoft.com/office/2007/relationships/diagramDrawing" Target="../diagrams/drawing65.xml"/><Relationship Id="rId13" Type="http://schemas.microsoft.com/office/2007/relationships/diagramDrawing" Target="../diagrams/drawing66.xml"/><Relationship Id="rId18" Type="http://schemas.openxmlformats.org/officeDocument/2006/relationships/image" Target="../media/image36.png"/><Relationship Id="rId3" Type="http://schemas.openxmlformats.org/officeDocument/2006/relationships/image" Target="../media/image65.png"/><Relationship Id="rId7" Type="http://schemas.openxmlformats.org/officeDocument/2006/relationships/diagramColors" Target="../diagrams/colors65.xml"/><Relationship Id="rId12" Type="http://schemas.openxmlformats.org/officeDocument/2006/relationships/diagramColors" Target="../diagrams/colors66.xml"/><Relationship Id="rId17" Type="http://schemas.openxmlformats.org/officeDocument/2006/relationships/diagramColors" Target="../diagrams/colors66.xml"/><Relationship Id="rId2" Type="http://schemas.openxmlformats.org/officeDocument/2006/relationships/notesSlide" Target="../notesSlides/notesSlide28.xml"/><Relationship Id="rId16" Type="http://schemas.openxmlformats.org/officeDocument/2006/relationships/diagramQuickStyle" Target="../diagrams/quickStyle66.xml"/><Relationship Id="rId1" Type="http://schemas.openxmlformats.org/officeDocument/2006/relationships/slideLayout" Target="../slideLayouts/slideLayout11.xml"/><Relationship Id="rId6" Type="http://schemas.openxmlformats.org/officeDocument/2006/relationships/diagramQuickStyle" Target="../diagrams/quickStyle65.xml"/><Relationship Id="rId11" Type="http://schemas.openxmlformats.org/officeDocument/2006/relationships/diagramQuickStyle" Target="../diagrams/quickStyle66.xml"/><Relationship Id="rId5" Type="http://schemas.openxmlformats.org/officeDocument/2006/relationships/diagramLayout" Target="../diagrams/layout65.xml"/><Relationship Id="rId15" Type="http://schemas.openxmlformats.org/officeDocument/2006/relationships/diagramLayout" Target="../diagrams/layout66.xml"/><Relationship Id="rId10" Type="http://schemas.openxmlformats.org/officeDocument/2006/relationships/diagramLayout" Target="../diagrams/layout66.xml"/><Relationship Id="rId19" Type="http://schemas.openxmlformats.org/officeDocument/2006/relationships/image" Target="../media/image37.png"/><Relationship Id="rId4" Type="http://schemas.openxmlformats.org/officeDocument/2006/relationships/diagramData" Target="../diagrams/data88.xml"/><Relationship Id="rId9" Type="http://schemas.openxmlformats.org/officeDocument/2006/relationships/diagramData" Target="../diagrams/data89.xml"/><Relationship Id="rId14" Type="http://schemas.openxmlformats.org/officeDocument/2006/relationships/diagramData" Target="../diagrams/data90.xml"/></Relationships>
</file>

<file path=ppt/slides/_rels/slide30.xml.rels><?xml version="1.0" encoding="UTF-8" standalone="yes"?>
<Relationships xmlns="http://schemas.openxmlformats.org/package/2006/relationships"><Relationship Id="rId8" Type="http://schemas.microsoft.com/office/2007/relationships/diagramDrawing" Target="../diagrams/drawing67.xml"/><Relationship Id="rId13" Type="http://schemas.microsoft.com/office/2007/relationships/diagramDrawing" Target="../diagrams/drawing68.xml"/><Relationship Id="rId18" Type="http://schemas.openxmlformats.org/officeDocument/2006/relationships/image" Target="../media/image37.png"/><Relationship Id="rId26" Type="http://schemas.openxmlformats.org/officeDocument/2006/relationships/diagramLayout" Target="../diagrams/layout69.xml"/><Relationship Id="rId3" Type="http://schemas.openxmlformats.org/officeDocument/2006/relationships/image" Target="../media/image65.png"/><Relationship Id="rId21" Type="http://schemas.openxmlformats.org/officeDocument/2006/relationships/diagramLayout" Target="../diagrams/layout69.xml"/><Relationship Id="rId7" Type="http://schemas.openxmlformats.org/officeDocument/2006/relationships/diagramColors" Target="../diagrams/colors67.xml"/><Relationship Id="rId12" Type="http://schemas.openxmlformats.org/officeDocument/2006/relationships/diagramColors" Target="../diagrams/colors68.xml"/><Relationship Id="rId17" Type="http://schemas.openxmlformats.org/officeDocument/2006/relationships/diagramColors" Target="../diagrams/colors68.xml"/><Relationship Id="rId25" Type="http://schemas.openxmlformats.org/officeDocument/2006/relationships/diagramData" Target="../diagrams/data95.xml"/><Relationship Id="rId2" Type="http://schemas.openxmlformats.org/officeDocument/2006/relationships/notesSlide" Target="../notesSlides/notesSlide29.xml"/><Relationship Id="rId16" Type="http://schemas.openxmlformats.org/officeDocument/2006/relationships/diagramQuickStyle" Target="../diagrams/quickStyle68.xml"/><Relationship Id="rId20" Type="http://schemas.openxmlformats.org/officeDocument/2006/relationships/diagramData" Target="../diagrams/data94.xml"/><Relationship Id="rId1" Type="http://schemas.openxmlformats.org/officeDocument/2006/relationships/slideLayout" Target="../slideLayouts/slideLayout11.xml"/><Relationship Id="rId6" Type="http://schemas.openxmlformats.org/officeDocument/2006/relationships/diagramQuickStyle" Target="../diagrams/quickStyle67.xml"/><Relationship Id="rId11" Type="http://schemas.openxmlformats.org/officeDocument/2006/relationships/diagramQuickStyle" Target="../diagrams/quickStyle68.xml"/><Relationship Id="rId24" Type="http://schemas.microsoft.com/office/2007/relationships/diagramDrawing" Target="../diagrams/drawing69.xml"/><Relationship Id="rId5" Type="http://schemas.openxmlformats.org/officeDocument/2006/relationships/diagramLayout" Target="../diagrams/layout67.xml"/><Relationship Id="rId15" Type="http://schemas.openxmlformats.org/officeDocument/2006/relationships/diagramLayout" Target="../diagrams/layout68.xml"/><Relationship Id="rId23" Type="http://schemas.openxmlformats.org/officeDocument/2006/relationships/diagramColors" Target="../diagrams/colors69.xml"/><Relationship Id="rId28" Type="http://schemas.openxmlformats.org/officeDocument/2006/relationships/diagramColors" Target="../diagrams/colors69.xml"/><Relationship Id="rId10" Type="http://schemas.openxmlformats.org/officeDocument/2006/relationships/diagramLayout" Target="../diagrams/layout68.xml"/><Relationship Id="rId19" Type="http://schemas.openxmlformats.org/officeDocument/2006/relationships/image" Target="../media/image36.png"/><Relationship Id="rId4" Type="http://schemas.openxmlformats.org/officeDocument/2006/relationships/diagramData" Target="../diagrams/data91.xml"/><Relationship Id="rId9" Type="http://schemas.openxmlformats.org/officeDocument/2006/relationships/diagramData" Target="../diagrams/data92.xml"/><Relationship Id="rId14" Type="http://schemas.openxmlformats.org/officeDocument/2006/relationships/diagramData" Target="../diagrams/data93.xml"/><Relationship Id="rId22" Type="http://schemas.openxmlformats.org/officeDocument/2006/relationships/diagramQuickStyle" Target="../diagrams/quickStyle69.xml"/><Relationship Id="rId27" Type="http://schemas.openxmlformats.org/officeDocument/2006/relationships/diagramQuickStyle" Target="../diagrams/quickStyle69.xml"/></Relationships>
</file>

<file path=ppt/slides/_rels/slide31.xml.rels><?xml version="1.0" encoding="UTF-8" standalone="yes"?>
<Relationships xmlns="http://schemas.openxmlformats.org/package/2006/relationships"><Relationship Id="rId8" Type="http://schemas.microsoft.com/office/2007/relationships/diagramDrawing" Target="../diagrams/drawing70.xml"/><Relationship Id="rId13" Type="http://schemas.microsoft.com/office/2007/relationships/diagramDrawing" Target="../diagrams/drawing71.xml"/><Relationship Id="rId18" Type="http://schemas.openxmlformats.org/officeDocument/2006/relationships/image" Target="../media/image37.png"/><Relationship Id="rId26" Type="http://schemas.openxmlformats.org/officeDocument/2006/relationships/diagramLayout" Target="../diagrams/layout72.xml"/><Relationship Id="rId3" Type="http://schemas.openxmlformats.org/officeDocument/2006/relationships/image" Target="../media/image65.png"/><Relationship Id="rId21" Type="http://schemas.openxmlformats.org/officeDocument/2006/relationships/diagramLayout" Target="../diagrams/layout72.xml"/><Relationship Id="rId7" Type="http://schemas.openxmlformats.org/officeDocument/2006/relationships/diagramColors" Target="../diagrams/colors70.xml"/><Relationship Id="rId12" Type="http://schemas.openxmlformats.org/officeDocument/2006/relationships/diagramColors" Target="../diagrams/colors71.xml"/><Relationship Id="rId17" Type="http://schemas.openxmlformats.org/officeDocument/2006/relationships/diagramColors" Target="../diagrams/colors71.xml"/><Relationship Id="rId25" Type="http://schemas.openxmlformats.org/officeDocument/2006/relationships/diagramData" Target="../diagrams/data100.xml"/><Relationship Id="rId2" Type="http://schemas.openxmlformats.org/officeDocument/2006/relationships/notesSlide" Target="../notesSlides/notesSlide30.xml"/><Relationship Id="rId16" Type="http://schemas.openxmlformats.org/officeDocument/2006/relationships/diagramQuickStyle" Target="../diagrams/quickStyle71.xml"/><Relationship Id="rId20" Type="http://schemas.openxmlformats.org/officeDocument/2006/relationships/diagramData" Target="../diagrams/data99.xml"/><Relationship Id="rId1" Type="http://schemas.openxmlformats.org/officeDocument/2006/relationships/slideLayout" Target="../slideLayouts/slideLayout11.xml"/><Relationship Id="rId6" Type="http://schemas.openxmlformats.org/officeDocument/2006/relationships/diagramQuickStyle" Target="../diagrams/quickStyle70.xml"/><Relationship Id="rId11" Type="http://schemas.openxmlformats.org/officeDocument/2006/relationships/diagramQuickStyle" Target="../diagrams/quickStyle71.xml"/><Relationship Id="rId24" Type="http://schemas.microsoft.com/office/2007/relationships/diagramDrawing" Target="../diagrams/drawing72.xml"/><Relationship Id="rId5" Type="http://schemas.openxmlformats.org/officeDocument/2006/relationships/diagramLayout" Target="../diagrams/layout70.xml"/><Relationship Id="rId15" Type="http://schemas.openxmlformats.org/officeDocument/2006/relationships/diagramLayout" Target="../diagrams/layout71.xml"/><Relationship Id="rId23" Type="http://schemas.openxmlformats.org/officeDocument/2006/relationships/diagramColors" Target="../diagrams/colors72.xml"/><Relationship Id="rId28" Type="http://schemas.openxmlformats.org/officeDocument/2006/relationships/diagramColors" Target="../diagrams/colors72.xml"/><Relationship Id="rId10" Type="http://schemas.openxmlformats.org/officeDocument/2006/relationships/diagramLayout" Target="../diagrams/layout71.xml"/><Relationship Id="rId19" Type="http://schemas.openxmlformats.org/officeDocument/2006/relationships/image" Target="../media/image36.png"/><Relationship Id="rId4" Type="http://schemas.openxmlformats.org/officeDocument/2006/relationships/diagramData" Target="../diagrams/data96.xml"/><Relationship Id="rId9" Type="http://schemas.openxmlformats.org/officeDocument/2006/relationships/diagramData" Target="../diagrams/data97.xml"/><Relationship Id="rId14" Type="http://schemas.openxmlformats.org/officeDocument/2006/relationships/diagramData" Target="../diagrams/data98.xml"/><Relationship Id="rId22" Type="http://schemas.openxmlformats.org/officeDocument/2006/relationships/diagramQuickStyle" Target="../diagrams/quickStyle72.xml"/><Relationship Id="rId27" Type="http://schemas.openxmlformats.org/officeDocument/2006/relationships/diagramQuickStyle" Target="../diagrams/quickStyle72.xml"/></Relationships>
</file>

<file path=ppt/slides/_rels/slide32.xml.rels><?xml version="1.0" encoding="UTF-8" standalone="yes"?>
<Relationships xmlns="http://schemas.openxmlformats.org/package/2006/relationships"><Relationship Id="rId8" Type="http://schemas.microsoft.com/office/2007/relationships/diagramDrawing" Target="../diagrams/drawing73.xml"/><Relationship Id="rId13" Type="http://schemas.microsoft.com/office/2007/relationships/diagramDrawing" Target="../diagrams/drawing74.xml"/><Relationship Id="rId18" Type="http://schemas.openxmlformats.org/officeDocument/2006/relationships/image" Target="../media/image37.png"/><Relationship Id="rId26" Type="http://schemas.openxmlformats.org/officeDocument/2006/relationships/diagramLayout" Target="../diagrams/layout75.xml"/><Relationship Id="rId3" Type="http://schemas.openxmlformats.org/officeDocument/2006/relationships/image" Target="../media/image65.png"/><Relationship Id="rId21" Type="http://schemas.openxmlformats.org/officeDocument/2006/relationships/diagramLayout" Target="../diagrams/layout75.xml"/><Relationship Id="rId7" Type="http://schemas.openxmlformats.org/officeDocument/2006/relationships/diagramColors" Target="../diagrams/colors73.xml"/><Relationship Id="rId12" Type="http://schemas.openxmlformats.org/officeDocument/2006/relationships/diagramColors" Target="../diagrams/colors74.xml"/><Relationship Id="rId17" Type="http://schemas.openxmlformats.org/officeDocument/2006/relationships/diagramColors" Target="../diagrams/colors74.xml"/><Relationship Id="rId25" Type="http://schemas.openxmlformats.org/officeDocument/2006/relationships/diagramData" Target="../diagrams/data105.xml"/><Relationship Id="rId2" Type="http://schemas.openxmlformats.org/officeDocument/2006/relationships/notesSlide" Target="../notesSlides/notesSlide31.xml"/><Relationship Id="rId16" Type="http://schemas.openxmlformats.org/officeDocument/2006/relationships/diagramQuickStyle" Target="../diagrams/quickStyle74.xml"/><Relationship Id="rId20" Type="http://schemas.openxmlformats.org/officeDocument/2006/relationships/diagramData" Target="../diagrams/data104.xml"/><Relationship Id="rId1" Type="http://schemas.openxmlformats.org/officeDocument/2006/relationships/slideLayout" Target="../slideLayouts/slideLayout11.xml"/><Relationship Id="rId6" Type="http://schemas.openxmlformats.org/officeDocument/2006/relationships/diagramQuickStyle" Target="../diagrams/quickStyle73.xml"/><Relationship Id="rId11" Type="http://schemas.openxmlformats.org/officeDocument/2006/relationships/diagramQuickStyle" Target="../diagrams/quickStyle74.xml"/><Relationship Id="rId24" Type="http://schemas.microsoft.com/office/2007/relationships/diagramDrawing" Target="../diagrams/drawing75.xml"/><Relationship Id="rId5" Type="http://schemas.openxmlformats.org/officeDocument/2006/relationships/diagramLayout" Target="../diagrams/layout73.xml"/><Relationship Id="rId15" Type="http://schemas.openxmlformats.org/officeDocument/2006/relationships/diagramLayout" Target="../diagrams/layout74.xml"/><Relationship Id="rId23" Type="http://schemas.openxmlformats.org/officeDocument/2006/relationships/diagramColors" Target="../diagrams/colors75.xml"/><Relationship Id="rId28" Type="http://schemas.openxmlformats.org/officeDocument/2006/relationships/diagramColors" Target="../diagrams/colors75.xml"/><Relationship Id="rId10" Type="http://schemas.openxmlformats.org/officeDocument/2006/relationships/diagramLayout" Target="../diagrams/layout74.xml"/><Relationship Id="rId19" Type="http://schemas.openxmlformats.org/officeDocument/2006/relationships/image" Target="../media/image36.png"/><Relationship Id="rId4" Type="http://schemas.openxmlformats.org/officeDocument/2006/relationships/diagramData" Target="../diagrams/data101.xml"/><Relationship Id="rId9" Type="http://schemas.openxmlformats.org/officeDocument/2006/relationships/diagramData" Target="../diagrams/data102.xml"/><Relationship Id="rId14" Type="http://schemas.openxmlformats.org/officeDocument/2006/relationships/diagramData" Target="../diagrams/data103.xml"/><Relationship Id="rId22" Type="http://schemas.openxmlformats.org/officeDocument/2006/relationships/diagramQuickStyle" Target="../diagrams/quickStyle75.xml"/><Relationship Id="rId27" Type="http://schemas.openxmlformats.org/officeDocument/2006/relationships/diagramQuickStyle" Target="../diagrams/quickStyle75.xml"/></Relationships>
</file>

<file path=ppt/slides/_rels/slide33.xml.rels><?xml version="1.0" encoding="UTF-8" standalone="yes"?>
<Relationships xmlns="http://schemas.openxmlformats.org/package/2006/relationships"><Relationship Id="rId13" Type="http://schemas.microsoft.com/office/2007/relationships/diagramDrawing" Target="../diagrams/drawing77.xml"/><Relationship Id="rId18" Type="http://schemas.openxmlformats.org/officeDocument/2006/relationships/image" Target="../media/image37.png"/><Relationship Id="rId26" Type="http://schemas.openxmlformats.org/officeDocument/2006/relationships/diagramLayout" Target="../diagrams/layout78.xml"/><Relationship Id="rId3" Type="http://schemas.openxmlformats.org/officeDocument/2006/relationships/image" Target="../media/image65.png"/><Relationship Id="rId21" Type="http://schemas.openxmlformats.org/officeDocument/2006/relationships/diagramLayout" Target="../diagrams/layout78.xml"/><Relationship Id="rId7" Type="http://schemas.openxmlformats.org/officeDocument/2006/relationships/diagramColors" Target="../diagrams/colors76.xml"/><Relationship Id="rId12" Type="http://schemas.openxmlformats.org/officeDocument/2006/relationships/diagramColors" Target="../diagrams/colors77.xml"/><Relationship Id="rId17" Type="http://schemas.openxmlformats.org/officeDocument/2006/relationships/diagramColors" Target="../diagrams/colors77.xml"/><Relationship Id="rId25" Type="http://schemas.openxmlformats.org/officeDocument/2006/relationships/diagramData" Target="../diagrams/data110.xml"/><Relationship Id="rId33" Type="http://schemas.microsoft.com/office/2007/relationships/diagramDrawing" Target="../diagrams/drawing79.xml"/><Relationship Id="rId2" Type="http://schemas.openxmlformats.org/officeDocument/2006/relationships/notesSlide" Target="../notesSlides/notesSlide32.xml"/><Relationship Id="rId16" Type="http://schemas.openxmlformats.org/officeDocument/2006/relationships/diagramQuickStyle" Target="../diagrams/quickStyle77.xml"/><Relationship Id="rId20" Type="http://schemas.openxmlformats.org/officeDocument/2006/relationships/diagramData" Target="../diagrams/data109.xml"/><Relationship Id="rId29" Type="http://schemas.openxmlformats.org/officeDocument/2006/relationships/diagramData" Target="../diagrams/data111.xml"/><Relationship Id="rId1" Type="http://schemas.openxmlformats.org/officeDocument/2006/relationships/slideLayout" Target="../slideLayouts/slideLayout11.xml"/><Relationship Id="rId6" Type="http://schemas.openxmlformats.org/officeDocument/2006/relationships/diagramQuickStyle" Target="../diagrams/quickStyle76.xml"/><Relationship Id="rId11" Type="http://schemas.openxmlformats.org/officeDocument/2006/relationships/diagramQuickStyle" Target="../diagrams/quickStyle77.xml"/><Relationship Id="rId24" Type="http://schemas.microsoft.com/office/2007/relationships/diagramDrawing" Target="../diagrams/drawing78.xml"/><Relationship Id="rId32" Type="http://schemas.openxmlformats.org/officeDocument/2006/relationships/diagramColors" Target="../diagrams/colors79.xml"/><Relationship Id="rId5" Type="http://schemas.openxmlformats.org/officeDocument/2006/relationships/diagramLayout" Target="../diagrams/layout76.xml"/><Relationship Id="rId15" Type="http://schemas.openxmlformats.org/officeDocument/2006/relationships/diagramLayout" Target="../diagrams/layout77.xml"/><Relationship Id="rId23" Type="http://schemas.openxmlformats.org/officeDocument/2006/relationships/diagramColors" Target="../diagrams/colors78.xml"/><Relationship Id="rId28" Type="http://schemas.openxmlformats.org/officeDocument/2006/relationships/diagramColors" Target="../diagrams/colors78.xml"/><Relationship Id="rId10" Type="http://schemas.openxmlformats.org/officeDocument/2006/relationships/diagramLayout" Target="../diagrams/layout77.xml"/><Relationship Id="rId19" Type="http://schemas.openxmlformats.org/officeDocument/2006/relationships/image" Target="../media/image36.png"/><Relationship Id="rId31" Type="http://schemas.openxmlformats.org/officeDocument/2006/relationships/diagramQuickStyle" Target="../diagrams/quickStyle79.xml"/><Relationship Id="rId4" Type="http://schemas.openxmlformats.org/officeDocument/2006/relationships/diagramData" Target="../diagrams/data106.xml"/><Relationship Id="rId9" Type="http://schemas.openxmlformats.org/officeDocument/2006/relationships/diagramData" Target="../diagrams/data107.xml"/><Relationship Id="rId14" Type="http://schemas.openxmlformats.org/officeDocument/2006/relationships/diagramData" Target="../diagrams/data108.xml"/><Relationship Id="rId22" Type="http://schemas.openxmlformats.org/officeDocument/2006/relationships/diagramQuickStyle" Target="../diagrams/quickStyle78.xml"/><Relationship Id="rId27" Type="http://schemas.openxmlformats.org/officeDocument/2006/relationships/diagramQuickStyle" Target="../diagrams/quickStyle78.xml"/><Relationship Id="rId30" Type="http://schemas.openxmlformats.org/officeDocument/2006/relationships/diagramLayout" Target="../diagrams/layout79.xml"/><Relationship Id="rId8" Type="http://schemas.microsoft.com/office/2007/relationships/diagramDrawing" Target="../diagrams/drawing76.xml"/></Relationships>
</file>

<file path=ppt/slides/_rels/slide34.xml.rels><?xml version="1.0" encoding="UTF-8" standalone="yes"?>
<Relationships xmlns="http://schemas.openxmlformats.org/package/2006/relationships"><Relationship Id="rId13" Type="http://schemas.openxmlformats.org/officeDocument/2006/relationships/diagramData" Target="../diagrams/data114.xml"/><Relationship Id="rId18" Type="http://schemas.openxmlformats.org/officeDocument/2006/relationships/image" Target="../media/image36.png"/><Relationship Id="rId26" Type="http://schemas.openxmlformats.org/officeDocument/2006/relationships/diagramQuickStyle" Target="../diagrams/quickStyle82.xml"/><Relationship Id="rId3" Type="http://schemas.openxmlformats.org/officeDocument/2006/relationships/diagramData" Target="../diagrams/data112.xml"/><Relationship Id="rId21" Type="http://schemas.openxmlformats.org/officeDocument/2006/relationships/diagramQuickStyle" Target="../diagrams/quickStyle82.xml"/><Relationship Id="rId34" Type="http://schemas.openxmlformats.org/officeDocument/2006/relationships/diagramLayout" Target="../diagrams/layout83.xml"/><Relationship Id="rId7" Type="http://schemas.microsoft.com/office/2007/relationships/diagramDrawing" Target="../diagrams/drawing80.xml"/><Relationship Id="rId12" Type="http://schemas.microsoft.com/office/2007/relationships/diagramDrawing" Target="../diagrams/drawing81.xml"/><Relationship Id="rId17" Type="http://schemas.openxmlformats.org/officeDocument/2006/relationships/image" Target="../media/image37.png"/><Relationship Id="rId25" Type="http://schemas.openxmlformats.org/officeDocument/2006/relationships/diagramLayout" Target="../diagrams/layout82.xml"/><Relationship Id="rId33" Type="http://schemas.openxmlformats.org/officeDocument/2006/relationships/diagramData" Target="../diagrams/data118.xml"/><Relationship Id="rId2" Type="http://schemas.openxmlformats.org/officeDocument/2006/relationships/notesSlide" Target="../notesSlides/notesSlide33.xml"/><Relationship Id="rId16" Type="http://schemas.openxmlformats.org/officeDocument/2006/relationships/diagramColors" Target="../diagrams/colors81.xml"/><Relationship Id="rId20" Type="http://schemas.openxmlformats.org/officeDocument/2006/relationships/diagramLayout" Target="../diagrams/layout82.xml"/><Relationship Id="rId29" Type="http://schemas.openxmlformats.org/officeDocument/2006/relationships/diagramLayout" Target="../diagrams/layout83.xml"/><Relationship Id="rId1" Type="http://schemas.openxmlformats.org/officeDocument/2006/relationships/slideLayout" Target="../slideLayouts/slideLayout11.xml"/><Relationship Id="rId6" Type="http://schemas.openxmlformats.org/officeDocument/2006/relationships/diagramColors" Target="../diagrams/colors80.xml"/><Relationship Id="rId11" Type="http://schemas.openxmlformats.org/officeDocument/2006/relationships/diagramColors" Target="../diagrams/colors81.xml"/><Relationship Id="rId24" Type="http://schemas.openxmlformats.org/officeDocument/2006/relationships/diagramData" Target="../diagrams/data116.xml"/><Relationship Id="rId32" Type="http://schemas.microsoft.com/office/2007/relationships/diagramDrawing" Target="../diagrams/drawing83.xml"/><Relationship Id="rId5" Type="http://schemas.openxmlformats.org/officeDocument/2006/relationships/diagramQuickStyle" Target="../diagrams/quickStyle80.xml"/><Relationship Id="rId15" Type="http://schemas.openxmlformats.org/officeDocument/2006/relationships/diagramQuickStyle" Target="../diagrams/quickStyle81.xml"/><Relationship Id="rId23" Type="http://schemas.microsoft.com/office/2007/relationships/diagramDrawing" Target="../diagrams/drawing82.xml"/><Relationship Id="rId28" Type="http://schemas.openxmlformats.org/officeDocument/2006/relationships/diagramData" Target="../diagrams/data117.xml"/><Relationship Id="rId36" Type="http://schemas.openxmlformats.org/officeDocument/2006/relationships/diagramColors" Target="../diagrams/colors83.xml"/><Relationship Id="rId10" Type="http://schemas.openxmlformats.org/officeDocument/2006/relationships/diagramQuickStyle" Target="../diagrams/quickStyle81.xml"/><Relationship Id="rId19" Type="http://schemas.openxmlformats.org/officeDocument/2006/relationships/diagramData" Target="../diagrams/data115.xml"/><Relationship Id="rId31" Type="http://schemas.openxmlformats.org/officeDocument/2006/relationships/diagramColors" Target="../diagrams/colors83.xml"/><Relationship Id="rId4" Type="http://schemas.openxmlformats.org/officeDocument/2006/relationships/diagramLayout" Target="../diagrams/layout80.xml"/><Relationship Id="rId9" Type="http://schemas.openxmlformats.org/officeDocument/2006/relationships/diagramLayout" Target="../diagrams/layout81.xml"/><Relationship Id="rId14" Type="http://schemas.openxmlformats.org/officeDocument/2006/relationships/diagramLayout" Target="../diagrams/layout81.xml"/><Relationship Id="rId22" Type="http://schemas.openxmlformats.org/officeDocument/2006/relationships/diagramColors" Target="../diagrams/colors82.xml"/><Relationship Id="rId27" Type="http://schemas.openxmlformats.org/officeDocument/2006/relationships/diagramColors" Target="../diagrams/colors82.xml"/><Relationship Id="rId30" Type="http://schemas.openxmlformats.org/officeDocument/2006/relationships/diagramQuickStyle" Target="../diagrams/quickStyle83.xml"/><Relationship Id="rId35" Type="http://schemas.openxmlformats.org/officeDocument/2006/relationships/diagramQuickStyle" Target="../diagrams/quickStyle83.xml"/><Relationship Id="rId8" Type="http://schemas.openxmlformats.org/officeDocument/2006/relationships/diagramData" Target="../diagrams/data113.xml"/></Relationships>
</file>

<file path=ppt/slides/_rels/slide35.xml.rels><?xml version="1.0" encoding="UTF-8" standalone="yes"?>
<Relationships xmlns="http://schemas.openxmlformats.org/package/2006/relationships"><Relationship Id="rId8" Type="http://schemas.openxmlformats.org/officeDocument/2006/relationships/diagramData" Target="../diagrams/data120.xml"/><Relationship Id="rId18" Type="http://schemas.openxmlformats.org/officeDocument/2006/relationships/image" Target="../media/image38.png"/><Relationship Id="rId3" Type="http://schemas.openxmlformats.org/officeDocument/2006/relationships/diagramData" Target="../diagrams/data119.xml"/><Relationship Id="rId7" Type="http://schemas.microsoft.com/office/2007/relationships/diagramDrawing" Target="../diagrams/drawing84.xml"/><Relationship Id="rId12" Type="http://schemas.microsoft.com/office/2007/relationships/diagramDrawing" Target="../diagrams/drawing85.xml"/><Relationship Id="rId17" Type="http://schemas.openxmlformats.org/officeDocument/2006/relationships/diagramColors" Target="../diagrams/colors85.xml"/><Relationship Id="rId2" Type="http://schemas.openxmlformats.org/officeDocument/2006/relationships/notesSlide" Target="../notesSlides/notesSlide34.xml"/><Relationship Id="rId16" Type="http://schemas.openxmlformats.org/officeDocument/2006/relationships/diagramQuickStyle" Target="../diagrams/quickStyle85.xml"/><Relationship Id="rId1" Type="http://schemas.openxmlformats.org/officeDocument/2006/relationships/slideLayout" Target="../slideLayouts/slideLayout11.xml"/><Relationship Id="rId6" Type="http://schemas.openxmlformats.org/officeDocument/2006/relationships/diagramColors" Target="../diagrams/colors84.xml"/><Relationship Id="rId11" Type="http://schemas.openxmlformats.org/officeDocument/2006/relationships/diagramColors" Target="../diagrams/colors85.xml"/><Relationship Id="rId5" Type="http://schemas.openxmlformats.org/officeDocument/2006/relationships/diagramQuickStyle" Target="../diagrams/quickStyle84.xml"/><Relationship Id="rId15" Type="http://schemas.openxmlformats.org/officeDocument/2006/relationships/diagramLayout" Target="../diagrams/layout85.xml"/><Relationship Id="rId10" Type="http://schemas.openxmlformats.org/officeDocument/2006/relationships/diagramQuickStyle" Target="../diagrams/quickStyle85.xml"/><Relationship Id="rId4" Type="http://schemas.openxmlformats.org/officeDocument/2006/relationships/diagramLayout" Target="../diagrams/layout84.xml"/><Relationship Id="rId9" Type="http://schemas.openxmlformats.org/officeDocument/2006/relationships/diagramLayout" Target="../diagrams/layout85.xml"/><Relationship Id="rId14" Type="http://schemas.openxmlformats.org/officeDocument/2006/relationships/diagramData" Target="../diagrams/data121.xml"/></Relationships>
</file>

<file path=ppt/slides/_rels/slide36.xml.rels><?xml version="1.0" encoding="UTF-8" standalone="yes"?>
<Relationships xmlns="http://schemas.openxmlformats.org/package/2006/relationships"><Relationship Id="rId8" Type="http://schemas.openxmlformats.org/officeDocument/2006/relationships/diagramData" Target="../diagrams/data123.xml"/><Relationship Id="rId18" Type="http://schemas.openxmlformats.org/officeDocument/2006/relationships/image" Target="../media/image39.png"/><Relationship Id="rId3" Type="http://schemas.openxmlformats.org/officeDocument/2006/relationships/diagramData" Target="../diagrams/data122.xml"/><Relationship Id="rId7" Type="http://schemas.microsoft.com/office/2007/relationships/diagramDrawing" Target="../diagrams/drawing86.xml"/><Relationship Id="rId12" Type="http://schemas.microsoft.com/office/2007/relationships/diagramDrawing" Target="../diagrams/drawing87.xml"/><Relationship Id="rId17" Type="http://schemas.openxmlformats.org/officeDocument/2006/relationships/diagramColors" Target="../diagrams/colors85.xml"/><Relationship Id="rId2" Type="http://schemas.openxmlformats.org/officeDocument/2006/relationships/notesSlide" Target="../notesSlides/notesSlide35.xml"/><Relationship Id="rId16" Type="http://schemas.openxmlformats.org/officeDocument/2006/relationships/diagramQuickStyle" Target="../diagrams/quickStyle85.xml"/><Relationship Id="rId1" Type="http://schemas.openxmlformats.org/officeDocument/2006/relationships/slideLayout" Target="../slideLayouts/slideLayout11.xml"/><Relationship Id="rId6" Type="http://schemas.openxmlformats.org/officeDocument/2006/relationships/diagramColors" Target="../diagrams/colors86.xml"/><Relationship Id="rId11" Type="http://schemas.openxmlformats.org/officeDocument/2006/relationships/diagramColors" Target="../diagrams/colors87.xml"/><Relationship Id="rId5" Type="http://schemas.openxmlformats.org/officeDocument/2006/relationships/diagramQuickStyle" Target="../diagrams/quickStyle86.xml"/><Relationship Id="rId15" Type="http://schemas.openxmlformats.org/officeDocument/2006/relationships/diagramLayout" Target="../diagrams/layout85.xml"/><Relationship Id="rId10" Type="http://schemas.openxmlformats.org/officeDocument/2006/relationships/diagramQuickStyle" Target="../diagrams/quickStyle87.xml"/><Relationship Id="rId19" Type="http://schemas.openxmlformats.org/officeDocument/2006/relationships/image" Target="../media/image38.png"/><Relationship Id="rId4" Type="http://schemas.openxmlformats.org/officeDocument/2006/relationships/diagramLayout" Target="../diagrams/layout86.xml"/><Relationship Id="rId9" Type="http://schemas.openxmlformats.org/officeDocument/2006/relationships/diagramLayout" Target="../diagrams/layout87.xml"/><Relationship Id="rId14" Type="http://schemas.openxmlformats.org/officeDocument/2006/relationships/diagramData" Target="../diagrams/data121.xml"/></Relationships>
</file>

<file path=ppt/slides/_rels/slide37.xml.rels><?xml version="1.0" encoding="UTF-8" standalone="yes"?>
<Relationships xmlns="http://schemas.openxmlformats.org/package/2006/relationships"><Relationship Id="rId8" Type="http://schemas.openxmlformats.org/officeDocument/2006/relationships/diagramData" Target="../diagrams/data125.xml"/><Relationship Id="rId18" Type="http://schemas.openxmlformats.org/officeDocument/2006/relationships/diagramData" Target="../diagrams/data126.xml"/><Relationship Id="rId26" Type="http://schemas.openxmlformats.org/officeDocument/2006/relationships/diagramColors" Target="../diagrams/colors90.xml"/><Relationship Id="rId3" Type="http://schemas.openxmlformats.org/officeDocument/2006/relationships/diagramData" Target="../diagrams/data124.xml"/><Relationship Id="rId21" Type="http://schemas.openxmlformats.org/officeDocument/2006/relationships/diagramColors" Target="../diagrams/colors90.xml"/><Relationship Id="rId7" Type="http://schemas.microsoft.com/office/2007/relationships/diagramDrawing" Target="../diagrams/drawing88.xml"/><Relationship Id="rId12" Type="http://schemas.microsoft.com/office/2007/relationships/diagramDrawing" Target="../diagrams/drawing89.xml"/><Relationship Id="rId17" Type="http://schemas.openxmlformats.org/officeDocument/2006/relationships/diagramColors" Target="../diagrams/colors89.xml"/><Relationship Id="rId25" Type="http://schemas.openxmlformats.org/officeDocument/2006/relationships/diagramQuickStyle" Target="../diagrams/quickStyle90.xml"/><Relationship Id="rId2" Type="http://schemas.openxmlformats.org/officeDocument/2006/relationships/notesSlide" Target="../notesSlides/notesSlide36.xml"/><Relationship Id="rId16" Type="http://schemas.openxmlformats.org/officeDocument/2006/relationships/diagramQuickStyle" Target="../diagrams/quickStyle89.xml"/><Relationship Id="rId20" Type="http://schemas.openxmlformats.org/officeDocument/2006/relationships/diagramQuickStyle" Target="../diagrams/quickStyle90.xml"/><Relationship Id="rId1" Type="http://schemas.openxmlformats.org/officeDocument/2006/relationships/slideLayout" Target="../slideLayouts/slideLayout11.xml"/><Relationship Id="rId6" Type="http://schemas.openxmlformats.org/officeDocument/2006/relationships/diagramColors" Target="../diagrams/colors88.xml"/><Relationship Id="rId11" Type="http://schemas.openxmlformats.org/officeDocument/2006/relationships/diagramColors" Target="../diagrams/colors89.xml"/><Relationship Id="rId24" Type="http://schemas.openxmlformats.org/officeDocument/2006/relationships/diagramLayout" Target="../diagrams/layout90.xml"/><Relationship Id="rId5" Type="http://schemas.openxmlformats.org/officeDocument/2006/relationships/diagramQuickStyle" Target="../diagrams/quickStyle88.xml"/><Relationship Id="rId15" Type="http://schemas.openxmlformats.org/officeDocument/2006/relationships/diagramLayout" Target="../diagrams/layout89.xml"/><Relationship Id="rId23" Type="http://schemas.openxmlformats.org/officeDocument/2006/relationships/diagramData" Target="../diagrams/data1260.xml"/><Relationship Id="rId10" Type="http://schemas.openxmlformats.org/officeDocument/2006/relationships/diagramQuickStyle" Target="../diagrams/quickStyle89.xml"/><Relationship Id="rId19" Type="http://schemas.openxmlformats.org/officeDocument/2006/relationships/diagramLayout" Target="../diagrams/layout90.xml"/><Relationship Id="rId4" Type="http://schemas.openxmlformats.org/officeDocument/2006/relationships/diagramLayout" Target="../diagrams/layout88.xml"/><Relationship Id="rId9" Type="http://schemas.openxmlformats.org/officeDocument/2006/relationships/diagramLayout" Target="../diagrams/layout89.xml"/><Relationship Id="rId14" Type="http://schemas.openxmlformats.org/officeDocument/2006/relationships/diagramData" Target="../diagrams/data1240.xml"/><Relationship Id="rId22" Type="http://schemas.microsoft.com/office/2007/relationships/diagramDrawing" Target="../diagrams/drawing90.xml"/><Relationship Id="rId27" Type="http://schemas.openxmlformats.org/officeDocument/2006/relationships/image" Target="../media/image39.png"/></Relationships>
</file>

<file path=ppt/slides/_rels/slide38.xml.rels><?xml version="1.0" encoding="UTF-8" standalone="yes"?>
<Relationships xmlns="http://schemas.openxmlformats.org/package/2006/relationships"><Relationship Id="rId8" Type="http://schemas.openxmlformats.org/officeDocument/2006/relationships/diagramData" Target="../diagrams/data128.xml"/><Relationship Id="rId18" Type="http://schemas.openxmlformats.org/officeDocument/2006/relationships/diagramData" Target="../diagrams/data130.xml"/><Relationship Id="rId26" Type="http://schemas.openxmlformats.org/officeDocument/2006/relationships/diagramColors" Target="../diagrams/colors94.xml"/><Relationship Id="rId3" Type="http://schemas.openxmlformats.org/officeDocument/2006/relationships/diagramData" Target="../diagrams/data127.xml"/><Relationship Id="rId21" Type="http://schemas.openxmlformats.org/officeDocument/2006/relationships/diagramColors" Target="../diagrams/colors93.xml"/><Relationship Id="rId7" Type="http://schemas.microsoft.com/office/2007/relationships/diagramDrawing" Target="../diagrams/drawing91.xml"/><Relationship Id="rId12" Type="http://schemas.microsoft.com/office/2007/relationships/diagramDrawing" Target="../diagrams/drawing92.xml"/><Relationship Id="rId17" Type="http://schemas.openxmlformats.org/officeDocument/2006/relationships/diagramColors" Target="../diagrams/colors92.xml"/><Relationship Id="rId25" Type="http://schemas.openxmlformats.org/officeDocument/2006/relationships/diagramQuickStyle" Target="../diagrams/quickStyle94.xml"/><Relationship Id="rId2" Type="http://schemas.openxmlformats.org/officeDocument/2006/relationships/notesSlide" Target="../notesSlides/notesSlide37.xml"/><Relationship Id="rId16" Type="http://schemas.openxmlformats.org/officeDocument/2006/relationships/diagramQuickStyle" Target="../diagrams/quickStyle92.xml"/><Relationship Id="rId20" Type="http://schemas.openxmlformats.org/officeDocument/2006/relationships/diagramQuickStyle" Target="../diagrams/quickStyle93.xml"/><Relationship Id="rId29" Type="http://schemas.openxmlformats.org/officeDocument/2006/relationships/diagramLayout" Target="../diagrams/layout94.xml"/><Relationship Id="rId1" Type="http://schemas.openxmlformats.org/officeDocument/2006/relationships/slideLayout" Target="../slideLayouts/slideLayout11.xml"/><Relationship Id="rId6" Type="http://schemas.openxmlformats.org/officeDocument/2006/relationships/diagramColors" Target="../diagrams/colors91.xml"/><Relationship Id="rId11" Type="http://schemas.openxmlformats.org/officeDocument/2006/relationships/diagramColors" Target="../diagrams/colors92.xml"/><Relationship Id="rId24" Type="http://schemas.openxmlformats.org/officeDocument/2006/relationships/diagramLayout" Target="../diagrams/layout94.xml"/><Relationship Id="rId32" Type="http://schemas.openxmlformats.org/officeDocument/2006/relationships/image" Target="../media/image39.png"/><Relationship Id="rId5" Type="http://schemas.openxmlformats.org/officeDocument/2006/relationships/diagramQuickStyle" Target="../diagrams/quickStyle91.xml"/><Relationship Id="rId15" Type="http://schemas.openxmlformats.org/officeDocument/2006/relationships/diagramLayout" Target="../diagrams/layout92.xml"/><Relationship Id="rId23" Type="http://schemas.openxmlformats.org/officeDocument/2006/relationships/diagramData" Target="../diagrams/data131.xml"/><Relationship Id="rId28" Type="http://schemas.openxmlformats.org/officeDocument/2006/relationships/diagramData" Target="../diagrams/data132.xml"/><Relationship Id="rId10" Type="http://schemas.openxmlformats.org/officeDocument/2006/relationships/diagramQuickStyle" Target="../diagrams/quickStyle92.xml"/><Relationship Id="rId19" Type="http://schemas.openxmlformats.org/officeDocument/2006/relationships/diagramLayout" Target="../diagrams/layout93.xml"/><Relationship Id="rId31" Type="http://schemas.openxmlformats.org/officeDocument/2006/relationships/diagramColors" Target="../diagrams/colors94.xml"/><Relationship Id="rId4" Type="http://schemas.openxmlformats.org/officeDocument/2006/relationships/diagramLayout" Target="../diagrams/layout91.xml"/><Relationship Id="rId9" Type="http://schemas.openxmlformats.org/officeDocument/2006/relationships/diagramLayout" Target="../diagrams/layout92.xml"/><Relationship Id="rId14" Type="http://schemas.openxmlformats.org/officeDocument/2006/relationships/diagramData" Target="../diagrams/data129.xml"/><Relationship Id="rId22" Type="http://schemas.microsoft.com/office/2007/relationships/diagramDrawing" Target="../diagrams/drawing93.xml"/><Relationship Id="rId27" Type="http://schemas.microsoft.com/office/2007/relationships/diagramDrawing" Target="../diagrams/drawing94.xml"/><Relationship Id="rId30" Type="http://schemas.openxmlformats.org/officeDocument/2006/relationships/diagramQuickStyle" Target="../diagrams/quickStyle94.xml"/></Relationships>
</file>

<file path=ppt/slides/_rels/slide39.xml.rels><?xml version="1.0" encoding="UTF-8" standalone="yes"?>
<Relationships xmlns="http://schemas.openxmlformats.org/package/2006/relationships"><Relationship Id="rId8" Type="http://schemas.openxmlformats.org/officeDocument/2006/relationships/diagramData" Target="../diagrams/data134.xml"/><Relationship Id="rId13" Type="http://schemas.openxmlformats.org/officeDocument/2006/relationships/diagramData" Target="../diagrams/data135.xml"/><Relationship Id="rId3" Type="http://schemas.openxmlformats.org/officeDocument/2006/relationships/diagramData" Target="../diagrams/data133.xml"/><Relationship Id="rId21" Type="http://schemas.openxmlformats.org/officeDocument/2006/relationships/diagramQuickStyle" Target="../diagrams/quickStyle97.xml"/><Relationship Id="rId7" Type="http://schemas.microsoft.com/office/2007/relationships/diagramDrawing" Target="../diagrams/drawing95.xml"/><Relationship Id="rId12" Type="http://schemas.microsoft.com/office/2007/relationships/diagramDrawing" Target="../diagrams/drawing96.xml"/><Relationship Id="rId17" Type="http://schemas.microsoft.com/office/2007/relationships/diagramDrawing" Target="../diagrams/drawing97.xml"/><Relationship Id="rId2" Type="http://schemas.openxmlformats.org/officeDocument/2006/relationships/notesSlide" Target="../notesSlides/notesSlide38.xml"/><Relationship Id="rId16" Type="http://schemas.openxmlformats.org/officeDocument/2006/relationships/diagramColors" Target="../diagrams/colors97.xml"/><Relationship Id="rId20" Type="http://schemas.openxmlformats.org/officeDocument/2006/relationships/diagramLayout" Target="../diagrams/layout97.xml"/><Relationship Id="rId1" Type="http://schemas.openxmlformats.org/officeDocument/2006/relationships/slideLayout" Target="../slideLayouts/slideLayout11.xml"/><Relationship Id="rId6" Type="http://schemas.openxmlformats.org/officeDocument/2006/relationships/diagramColors" Target="../diagrams/colors95.xml"/><Relationship Id="rId11" Type="http://schemas.openxmlformats.org/officeDocument/2006/relationships/diagramColors" Target="../diagrams/colors96.xml"/><Relationship Id="rId5" Type="http://schemas.openxmlformats.org/officeDocument/2006/relationships/diagramQuickStyle" Target="../diagrams/quickStyle95.xml"/><Relationship Id="rId15" Type="http://schemas.openxmlformats.org/officeDocument/2006/relationships/diagramQuickStyle" Target="../diagrams/quickStyle97.xml"/><Relationship Id="rId23" Type="http://schemas.openxmlformats.org/officeDocument/2006/relationships/image" Target="../media/image39.png"/><Relationship Id="rId10" Type="http://schemas.openxmlformats.org/officeDocument/2006/relationships/diagramQuickStyle" Target="../diagrams/quickStyle96.xml"/><Relationship Id="rId19" Type="http://schemas.openxmlformats.org/officeDocument/2006/relationships/diagramData" Target="../diagrams/data136.xml"/><Relationship Id="rId4" Type="http://schemas.openxmlformats.org/officeDocument/2006/relationships/diagramLayout" Target="../diagrams/layout95.xml"/><Relationship Id="rId9" Type="http://schemas.openxmlformats.org/officeDocument/2006/relationships/diagramLayout" Target="../diagrams/layout96.xml"/><Relationship Id="rId14" Type="http://schemas.openxmlformats.org/officeDocument/2006/relationships/diagramLayout" Target="../diagrams/layout97.xml"/><Relationship Id="rId22" Type="http://schemas.openxmlformats.org/officeDocument/2006/relationships/diagramColors" Target="../diagrams/colors97.xml"/></Relationships>
</file>

<file path=ppt/slides/_rels/slide40.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diagramData" Target="../diagrams/data137.xml"/><Relationship Id="rId7" Type="http://schemas.microsoft.com/office/2007/relationships/diagramDrawing" Target="../diagrams/drawing98.xml"/><Relationship Id="rId2" Type="http://schemas.openxmlformats.org/officeDocument/2006/relationships/notesSlide" Target="../notesSlides/notesSlide39.xml"/><Relationship Id="rId1" Type="http://schemas.openxmlformats.org/officeDocument/2006/relationships/slideLayout" Target="../slideLayouts/slideLayout11.xml"/><Relationship Id="rId6" Type="http://schemas.openxmlformats.org/officeDocument/2006/relationships/diagramColors" Target="../diagrams/colors98.xml"/><Relationship Id="rId5" Type="http://schemas.openxmlformats.org/officeDocument/2006/relationships/diagramQuickStyle" Target="../diagrams/quickStyle98.xml"/><Relationship Id="rId4" Type="http://schemas.openxmlformats.org/officeDocument/2006/relationships/diagramLayout" Target="../diagrams/layout98.xml"/></Relationships>
</file>

<file path=ppt/slides/_rels/slide41.xml.rels><?xml version="1.0" encoding="UTF-8" standalone="yes"?>
<Relationships xmlns="http://schemas.openxmlformats.org/package/2006/relationships"><Relationship Id="rId8" Type="http://schemas.microsoft.com/office/2007/relationships/diagramDrawing" Target="../diagrams/drawing99.xml"/><Relationship Id="rId3" Type="http://schemas.openxmlformats.org/officeDocument/2006/relationships/image" Target="../media/image40.png"/><Relationship Id="rId7" Type="http://schemas.openxmlformats.org/officeDocument/2006/relationships/diagramColors" Target="../diagrams/colors99.xml"/><Relationship Id="rId2" Type="http://schemas.openxmlformats.org/officeDocument/2006/relationships/notesSlide" Target="../notesSlides/notesSlide40.xml"/><Relationship Id="rId1" Type="http://schemas.openxmlformats.org/officeDocument/2006/relationships/slideLayout" Target="../slideLayouts/slideLayout11.xml"/><Relationship Id="rId6" Type="http://schemas.openxmlformats.org/officeDocument/2006/relationships/diagramQuickStyle" Target="../diagrams/quickStyle99.xml"/><Relationship Id="rId5" Type="http://schemas.openxmlformats.org/officeDocument/2006/relationships/diagramLayout" Target="../diagrams/layout99.xml"/><Relationship Id="rId4" Type="http://schemas.openxmlformats.org/officeDocument/2006/relationships/diagramData" Target="../diagrams/data138.xml"/><Relationship Id="rId9" Type="http://schemas.openxmlformats.org/officeDocument/2006/relationships/image" Target="../media/image86.png"/></Relationships>
</file>

<file path=ppt/slides/_rels/slide42.xml.rels><?xml version="1.0" encoding="UTF-8" standalone="yes"?>
<Relationships xmlns="http://schemas.openxmlformats.org/package/2006/relationships"><Relationship Id="rId8" Type="http://schemas.microsoft.com/office/2007/relationships/diagramDrawing" Target="../diagrams/drawing100.xml"/><Relationship Id="rId13" Type="http://schemas.openxmlformats.org/officeDocument/2006/relationships/diagramColors" Target="../diagrams/colors101.xml"/><Relationship Id="rId18" Type="http://schemas.openxmlformats.org/officeDocument/2006/relationships/diagramColors" Target="../diagrams/colors101.xml"/><Relationship Id="rId3" Type="http://schemas.openxmlformats.org/officeDocument/2006/relationships/image" Target="../media/image40.png"/><Relationship Id="rId7" Type="http://schemas.openxmlformats.org/officeDocument/2006/relationships/diagramColors" Target="../diagrams/colors100.xml"/><Relationship Id="rId12" Type="http://schemas.openxmlformats.org/officeDocument/2006/relationships/diagramQuickStyle" Target="../diagrams/quickStyle101.xml"/><Relationship Id="rId17" Type="http://schemas.openxmlformats.org/officeDocument/2006/relationships/diagramQuickStyle" Target="../diagrams/quickStyle101.xml"/><Relationship Id="rId2" Type="http://schemas.openxmlformats.org/officeDocument/2006/relationships/notesSlide" Target="../notesSlides/notesSlide41.xml"/><Relationship Id="rId16" Type="http://schemas.openxmlformats.org/officeDocument/2006/relationships/diagramLayout" Target="../diagrams/layout101.xml"/><Relationship Id="rId1" Type="http://schemas.openxmlformats.org/officeDocument/2006/relationships/slideLayout" Target="../slideLayouts/slideLayout11.xml"/><Relationship Id="rId6" Type="http://schemas.openxmlformats.org/officeDocument/2006/relationships/diagramQuickStyle" Target="../diagrams/quickStyle100.xml"/><Relationship Id="rId11" Type="http://schemas.openxmlformats.org/officeDocument/2006/relationships/diagramLayout" Target="../diagrams/layout101.xml"/><Relationship Id="rId5" Type="http://schemas.openxmlformats.org/officeDocument/2006/relationships/diagramLayout" Target="../diagrams/layout100.xml"/><Relationship Id="rId15" Type="http://schemas.openxmlformats.org/officeDocument/2006/relationships/diagramData" Target="../diagrams/data141.xml"/><Relationship Id="rId10" Type="http://schemas.openxmlformats.org/officeDocument/2006/relationships/diagramData" Target="../diagrams/data140.xml"/><Relationship Id="rId4" Type="http://schemas.openxmlformats.org/officeDocument/2006/relationships/diagramData" Target="../diagrams/data139.xml"/><Relationship Id="rId9" Type="http://schemas.openxmlformats.org/officeDocument/2006/relationships/image" Target="../media/image86.png"/><Relationship Id="rId14" Type="http://schemas.microsoft.com/office/2007/relationships/diagramDrawing" Target="../diagrams/drawing101.xml"/></Relationships>
</file>

<file path=ppt/slides/_rels/slide43.xml.rels><?xml version="1.0" encoding="UTF-8" standalone="yes"?>
<Relationships xmlns="http://schemas.openxmlformats.org/package/2006/relationships"><Relationship Id="rId13" Type="http://schemas.openxmlformats.org/officeDocument/2006/relationships/diagramQuickStyle" Target="../diagrams/quickStyle103.xml"/><Relationship Id="rId18" Type="http://schemas.openxmlformats.org/officeDocument/2006/relationships/diagramQuickStyle" Target="../diagrams/quickStyle103.xml"/><Relationship Id="rId26" Type="http://schemas.openxmlformats.org/officeDocument/2006/relationships/diagramLayout" Target="../diagrams/layout104.xml"/><Relationship Id="rId21" Type="http://schemas.openxmlformats.org/officeDocument/2006/relationships/diagramLayout" Target="../diagrams/layout104.xml"/><Relationship Id="rId34" Type="http://schemas.openxmlformats.org/officeDocument/2006/relationships/diagramData" Target="../diagrams/data148.xml"/><Relationship Id="rId7" Type="http://schemas.microsoft.com/office/2007/relationships/diagramDrawing" Target="../diagrams/drawing102.xml"/><Relationship Id="rId12" Type="http://schemas.openxmlformats.org/officeDocument/2006/relationships/diagramLayout" Target="../diagrams/layout103.xml"/><Relationship Id="rId17" Type="http://schemas.openxmlformats.org/officeDocument/2006/relationships/diagramLayout" Target="../diagrams/layout103.xml"/><Relationship Id="rId25" Type="http://schemas.openxmlformats.org/officeDocument/2006/relationships/diagramData" Target="../diagrams/data146.xml"/><Relationship Id="rId33" Type="http://schemas.microsoft.com/office/2007/relationships/diagramDrawing" Target="../diagrams/drawing105.xml"/><Relationship Id="rId2" Type="http://schemas.openxmlformats.org/officeDocument/2006/relationships/notesSlide" Target="../notesSlides/notesSlide42.xml"/><Relationship Id="rId16" Type="http://schemas.openxmlformats.org/officeDocument/2006/relationships/diagramData" Target="../diagrams/data144.xml"/><Relationship Id="rId20" Type="http://schemas.openxmlformats.org/officeDocument/2006/relationships/diagramData" Target="../diagrams/data145.xml"/><Relationship Id="rId29" Type="http://schemas.openxmlformats.org/officeDocument/2006/relationships/diagramData" Target="../diagrams/data147.xml"/><Relationship Id="rId1" Type="http://schemas.openxmlformats.org/officeDocument/2006/relationships/slideLayout" Target="../slideLayouts/slideLayout11.xml"/><Relationship Id="rId6" Type="http://schemas.openxmlformats.org/officeDocument/2006/relationships/diagramColors" Target="../diagrams/colors102.xml"/><Relationship Id="rId11" Type="http://schemas.openxmlformats.org/officeDocument/2006/relationships/diagramData" Target="../diagrams/data143.xml"/><Relationship Id="rId24" Type="http://schemas.microsoft.com/office/2007/relationships/diagramDrawing" Target="../diagrams/drawing104.xml"/><Relationship Id="rId32" Type="http://schemas.openxmlformats.org/officeDocument/2006/relationships/diagramColors" Target="../diagrams/colors105.xml"/><Relationship Id="rId37" Type="http://schemas.openxmlformats.org/officeDocument/2006/relationships/diagramColors" Target="../diagrams/colors105.xml"/><Relationship Id="rId5" Type="http://schemas.openxmlformats.org/officeDocument/2006/relationships/diagramQuickStyle" Target="../diagrams/quickStyle102.xml"/><Relationship Id="rId15" Type="http://schemas.microsoft.com/office/2007/relationships/diagramDrawing" Target="../diagrams/drawing103.xml"/><Relationship Id="rId23" Type="http://schemas.openxmlformats.org/officeDocument/2006/relationships/diagramColors" Target="../diagrams/colors104.xml"/><Relationship Id="rId28" Type="http://schemas.openxmlformats.org/officeDocument/2006/relationships/diagramColors" Target="../diagrams/colors104.xml"/><Relationship Id="rId36" Type="http://schemas.openxmlformats.org/officeDocument/2006/relationships/diagramQuickStyle" Target="../diagrams/quickStyle105.xml"/><Relationship Id="rId10" Type="http://schemas.openxmlformats.org/officeDocument/2006/relationships/image" Target="../media/image90.png"/><Relationship Id="rId19" Type="http://schemas.openxmlformats.org/officeDocument/2006/relationships/diagramColors" Target="../diagrams/colors103.xml"/><Relationship Id="rId31" Type="http://schemas.openxmlformats.org/officeDocument/2006/relationships/diagramQuickStyle" Target="../diagrams/quickStyle105.xml"/><Relationship Id="rId4" Type="http://schemas.openxmlformats.org/officeDocument/2006/relationships/diagramLayout" Target="../diagrams/layout102.xml"/><Relationship Id="rId9" Type="http://schemas.openxmlformats.org/officeDocument/2006/relationships/image" Target="../media/image41.png"/><Relationship Id="rId14" Type="http://schemas.openxmlformats.org/officeDocument/2006/relationships/diagramColors" Target="../diagrams/colors103.xml"/><Relationship Id="rId22" Type="http://schemas.openxmlformats.org/officeDocument/2006/relationships/diagramQuickStyle" Target="../diagrams/quickStyle104.xml"/><Relationship Id="rId27" Type="http://schemas.openxmlformats.org/officeDocument/2006/relationships/diagramQuickStyle" Target="../diagrams/quickStyle104.xml"/><Relationship Id="rId30" Type="http://schemas.openxmlformats.org/officeDocument/2006/relationships/diagramLayout" Target="../diagrams/layout105.xml"/><Relationship Id="rId35" Type="http://schemas.openxmlformats.org/officeDocument/2006/relationships/diagramLayout" Target="../diagrams/layout105.xml"/><Relationship Id="rId8" Type="http://schemas.openxmlformats.org/officeDocument/2006/relationships/image" Target="../media/image40.png"/><Relationship Id="rId3" Type="http://schemas.openxmlformats.org/officeDocument/2006/relationships/diagramData" Target="../diagrams/data142.xml"/></Relationships>
</file>

<file path=ppt/slides/_rels/slide44.xml.rels><?xml version="1.0" encoding="UTF-8" standalone="yes"?>
<Relationships xmlns="http://schemas.openxmlformats.org/package/2006/relationships"><Relationship Id="rId8" Type="http://schemas.openxmlformats.org/officeDocument/2006/relationships/diagramData" Target="../diagrams/data150.xml"/><Relationship Id="rId13" Type="http://schemas.openxmlformats.org/officeDocument/2006/relationships/image" Target="../media/image42.emf"/><Relationship Id="rId3" Type="http://schemas.openxmlformats.org/officeDocument/2006/relationships/diagramData" Target="../diagrams/data149.xml"/><Relationship Id="rId7" Type="http://schemas.microsoft.com/office/2007/relationships/diagramDrawing" Target="../diagrams/drawing106.xml"/><Relationship Id="rId12" Type="http://schemas.microsoft.com/office/2007/relationships/diagramDrawing" Target="../diagrams/drawing107.xml"/><Relationship Id="rId2" Type="http://schemas.openxmlformats.org/officeDocument/2006/relationships/notesSlide" Target="../notesSlides/notesSlide43.xml"/><Relationship Id="rId1" Type="http://schemas.openxmlformats.org/officeDocument/2006/relationships/slideLayout" Target="../slideLayouts/slideLayout11.xml"/><Relationship Id="rId6" Type="http://schemas.openxmlformats.org/officeDocument/2006/relationships/diagramColors" Target="../diagrams/colors106.xml"/><Relationship Id="rId11" Type="http://schemas.openxmlformats.org/officeDocument/2006/relationships/diagramColors" Target="../diagrams/colors107.xml"/><Relationship Id="rId5" Type="http://schemas.openxmlformats.org/officeDocument/2006/relationships/diagramQuickStyle" Target="../diagrams/quickStyle106.xml"/><Relationship Id="rId10" Type="http://schemas.openxmlformats.org/officeDocument/2006/relationships/diagramQuickStyle" Target="../diagrams/quickStyle107.xml"/><Relationship Id="rId4" Type="http://schemas.openxmlformats.org/officeDocument/2006/relationships/diagramLayout" Target="../diagrams/layout106.xml"/><Relationship Id="rId9" Type="http://schemas.openxmlformats.org/officeDocument/2006/relationships/diagramLayout" Target="../diagrams/layout107.xml"/></Relationships>
</file>

<file path=ppt/slides/_rels/slide45.xml.rels><?xml version="1.0" encoding="UTF-8" standalone="yes"?>
<Relationships xmlns="http://schemas.openxmlformats.org/package/2006/relationships"><Relationship Id="rId8" Type="http://schemas.openxmlformats.org/officeDocument/2006/relationships/image" Target="../media/image42.emf"/><Relationship Id="rId13" Type="http://schemas.microsoft.com/office/2007/relationships/diagramDrawing" Target="../diagrams/drawing109.xml"/><Relationship Id="rId3" Type="http://schemas.openxmlformats.org/officeDocument/2006/relationships/diagramData" Target="../diagrams/data151.xml"/><Relationship Id="rId7" Type="http://schemas.microsoft.com/office/2007/relationships/diagramDrawing" Target="../diagrams/drawing108.xml"/><Relationship Id="rId12" Type="http://schemas.openxmlformats.org/officeDocument/2006/relationships/diagramColors" Target="../diagrams/colors109.xml"/><Relationship Id="rId2" Type="http://schemas.openxmlformats.org/officeDocument/2006/relationships/notesSlide" Target="../notesSlides/notesSlide44.xml"/><Relationship Id="rId1" Type="http://schemas.openxmlformats.org/officeDocument/2006/relationships/slideLayout" Target="../slideLayouts/slideLayout11.xml"/><Relationship Id="rId6" Type="http://schemas.openxmlformats.org/officeDocument/2006/relationships/diagramColors" Target="../diagrams/colors108.xml"/><Relationship Id="rId11" Type="http://schemas.openxmlformats.org/officeDocument/2006/relationships/diagramQuickStyle" Target="../diagrams/quickStyle109.xml"/><Relationship Id="rId5" Type="http://schemas.openxmlformats.org/officeDocument/2006/relationships/diagramQuickStyle" Target="../diagrams/quickStyle108.xml"/><Relationship Id="rId10" Type="http://schemas.openxmlformats.org/officeDocument/2006/relationships/diagramLayout" Target="../diagrams/layout109.xml"/><Relationship Id="rId4" Type="http://schemas.openxmlformats.org/officeDocument/2006/relationships/diagramLayout" Target="../diagrams/layout108.xml"/><Relationship Id="rId9" Type="http://schemas.openxmlformats.org/officeDocument/2006/relationships/diagramData" Target="../diagrams/data152.xml"/></Relationships>
</file>

<file path=ppt/slides/_rels/slide46.xml.rels><?xml version="1.0" encoding="UTF-8" standalone="yes"?>
<Relationships xmlns="http://schemas.openxmlformats.org/package/2006/relationships"><Relationship Id="rId8" Type="http://schemas.openxmlformats.org/officeDocument/2006/relationships/diagramData" Target="../diagrams/data154.xml"/><Relationship Id="rId13" Type="http://schemas.openxmlformats.org/officeDocument/2006/relationships/diagramColors" Target="../diagrams/colors111.xml"/><Relationship Id="rId3" Type="http://schemas.openxmlformats.org/officeDocument/2006/relationships/diagramData" Target="../diagrams/data153.xml"/><Relationship Id="rId7" Type="http://schemas.microsoft.com/office/2007/relationships/diagramDrawing" Target="../diagrams/drawing110.xml"/><Relationship Id="rId12" Type="http://schemas.openxmlformats.org/officeDocument/2006/relationships/diagramQuickStyle" Target="../diagrams/quickStyle111.xml"/><Relationship Id="rId2" Type="http://schemas.openxmlformats.org/officeDocument/2006/relationships/notesSlide" Target="../notesSlides/notesSlide45.xml"/><Relationship Id="rId1" Type="http://schemas.openxmlformats.org/officeDocument/2006/relationships/slideLayout" Target="../slideLayouts/slideLayout11.xml"/><Relationship Id="rId6" Type="http://schemas.openxmlformats.org/officeDocument/2006/relationships/diagramColors" Target="../diagrams/colors110.xml"/><Relationship Id="rId11" Type="http://schemas.openxmlformats.org/officeDocument/2006/relationships/diagramLayout" Target="../diagrams/layout111.xml"/><Relationship Id="rId5" Type="http://schemas.openxmlformats.org/officeDocument/2006/relationships/diagramQuickStyle" Target="../diagrams/quickStyle110.xml"/><Relationship Id="rId15" Type="http://schemas.openxmlformats.org/officeDocument/2006/relationships/image" Target="../media/image44.png"/><Relationship Id="rId10" Type="http://schemas.openxmlformats.org/officeDocument/2006/relationships/diagramData" Target="../diagrams/data155.xml"/><Relationship Id="rId4" Type="http://schemas.openxmlformats.org/officeDocument/2006/relationships/diagramLayout" Target="../diagrams/layout110.xml"/><Relationship Id="rId9" Type="http://schemas.openxmlformats.org/officeDocument/2006/relationships/image" Target="../media/image42.emf"/><Relationship Id="rId14" Type="http://schemas.microsoft.com/office/2007/relationships/diagramDrawing" Target="../diagrams/drawing111.xml"/></Relationships>
</file>

<file path=ppt/slides/_rels/slide47.xml.rels><?xml version="1.0" encoding="UTF-8" standalone="yes"?>
<Relationships xmlns="http://schemas.openxmlformats.org/package/2006/relationships"><Relationship Id="rId8" Type="http://schemas.openxmlformats.org/officeDocument/2006/relationships/diagramColors" Target="../diagrams/colors112.xml"/><Relationship Id="rId13" Type="http://schemas.openxmlformats.org/officeDocument/2006/relationships/diagramColors" Target="../diagrams/colors113.xml"/><Relationship Id="rId3" Type="http://schemas.openxmlformats.org/officeDocument/2006/relationships/image" Target="../media/image44.png"/><Relationship Id="rId7" Type="http://schemas.openxmlformats.org/officeDocument/2006/relationships/diagramQuickStyle" Target="../diagrams/quickStyle112.xml"/><Relationship Id="rId12" Type="http://schemas.openxmlformats.org/officeDocument/2006/relationships/diagramQuickStyle" Target="../diagrams/quickStyle113.xml"/><Relationship Id="rId2" Type="http://schemas.openxmlformats.org/officeDocument/2006/relationships/notesSlide" Target="../notesSlides/notesSlide46.xml"/><Relationship Id="rId1" Type="http://schemas.openxmlformats.org/officeDocument/2006/relationships/slideLayout" Target="../slideLayouts/slideLayout11.xml"/><Relationship Id="rId6" Type="http://schemas.openxmlformats.org/officeDocument/2006/relationships/diagramLayout" Target="../diagrams/layout112.xml"/><Relationship Id="rId11" Type="http://schemas.openxmlformats.org/officeDocument/2006/relationships/diagramLayout" Target="../diagrams/layout113.xml"/><Relationship Id="rId5" Type="http://schemas.openxmlformats.org/officeDocument/2006/relationships/diagramData" Target="../diagrams/data156.xml"/><Relationship Id="rId15" Type="http://schemas.openxmlformats.org/officeDocument/2006/relationships/diagramData" Target="../diagrams/data158.xml"/><Relationship Id="rId10" Type="http://schemas.openxmlformats.org/officeDocument/2006/relationships/diagramData" Target="../diagrams/data157.xml"/><Relationship Id="rId4" Type="http://schemas.openxmlformats.org/officeDocument/2006/relationships/image" Target="../media/image42.emf"/><Relationship Id="rId9" Type="http://schemas.microsoft.com/office/2007/relationships/diagramDrawing" Target="../diagrams/drawing112.xml"/><Relationship Id="rId14" Type="http://schemas.microsoft.com/office/2007/relationships/diagramDrawing" Target="../diagrams/drawing113.xml"/></Relationships>
</file>

<file path=ppt/slides/_rels/slide48.xml.rels><?xml version="1.0" encoding="UTF-8" standalone="yes"?>
<Relationships xmlns="http://schemas.openxmlformats.org/package/2006/relationships"><Relationship Id="rId8" Type="http://schemas.openxmlformats.org/officeDocument/2006/relationships/image" Target="../media/image42.emf"/><Relationship Id="rId13" Type="http://schemas.microsoft.com/office/2007/relationships/diagramDrawing" Target="../diagrams/drawing115.xml"/><Relationship Id="rId3" Type="http://schemas.openxmlformats.org/officeDocument/2006/relationships/diagramLayout" Target="../diagrams/layout114.xml"/><Relationship Id="rId7" Type="http://schemas.openxmlformats.org/officeDocument/2006/relationships/image" Target="../media/image44.png"/><Relationship Id="rId12" Type="http://schemas.openxmlformats.org/officeDocument/2006/relationships/diagramColors" Target="../diagrams/colors115.xml"/><Relationship Id="rId2" Type="http://schemas.openxmlformats.org/officeDocument/2006/relationships/diagramData" Target="../diagrams/data159.xml"/><Relationship Id="rId1" Type="http://schemas.openxmlformats.org/officeDocument/2006/relationships/slideLayout" Target="../slideLayouts/slideLayout7.xml"/><Relationship Id="rId6" Type="http://schemas.microsoft.com/office/2007/relationships/diagramDrawing" Target="../diagrams/drawing114.xml"/><Relationship Id="rId11" Type="http://schemas.openxmlformats.org/officeDocument/2006/relationships/diagramQuickStyle" Target="../diagrams/quickStyle115.xml"/><Relationship Id="rId5" Type="http://schemas.openxmlformats.org/officeDocument/2006/relationships/diagramColors" Target="../diagrams/colors114.xml"/><Relationship Id="rId10" Type="http://schemas.openxmlformats.org/officeDocument/2006/relationships/diagramLayout" Target="../diagrams/layout115.xml"/><Relationship Id="rId4" Type="http://schemas.openxmlformats.org/officeDocument/2006/relationships/diagramQuickStyle" Target="../diagrams/quickStyle114.xml"/><Relationship Id="rId9" Type="http://schemas.openxmlformats.org/officeDocument/2006/relationships/diagramData" Target="../diagrams/data160.xml"/><Relationship Id="rId14" Type="http://schemas.openxmlformats.org/officeDocument/2006/relationships/diagramData" Target="../diagrams/data161.xml"/></Relationships>
</file>

<file path=ppt/slides/_rels/slide49.xml.rels><?xml version="1.0" encoding="UTF-8" standalone="yes"?>
<Relationships xmlns="http://schemas.openxmlformats.org/package/2006/relationships"><Relationship Id="rId8" Type="http://schemas.microsoft.com/office/2007/relationships/diagramDrawing" Target="../diagrams/drawing116.xml"/><Relationship Id="rId3" Type="http://schemas.openxmlformats.org/officeDocument/2006/relationships/image" Target="../media/image48.png"/><Relationship Id="rId7" Type="http://schemas.openxmlformats.org/officeDocument/2006/relationships/diagramColors" Target="../diagrams/colors116.xml"/><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diagramQuickStyle" Target="../diagrams/quickStyle116.xml"/><Relationship Id="rId5" Type="http://schemas.openxmlformats.org/officeDocument/2006/relationships/diagramLayout" Target="../diagrams/layout116.xml"/><Relationship Id="rId4" Type="http://schemas.openxmlformats.org/officeDocument/2006/relationships/diagramData" Target="../diagrams/data162.xml"/></Relationships>
</file>

<file path=ppt/slides/_rels/slide50.xml.rels><?xml version="1.0" encoding="UTF-8" standalone="yes"?>
<Relationships xmlns="http://schemas.openxmlformats.org/package/2006/relationships"><Relationship Id="rId8" Type="http://schemas.microsoft.com/office/2007/relationships/diagramDrawing" Target="../diagrams/drawing117.xml"/><Relationship Id="rId13" Type="http://schemas.microsoft.com/office/2007/relationships/diagramDrawing" Target="../diagrams/drawing118.xml"/><Relationship Id="rId3" Type="http://schemas.openxmlformats.org/officeDocument/2006/relationships/image" Target="../media/image49.png"/><Relationship Id="rId7" Type="http://schemas.openxmlformats.org/officeDocument/2006/relationships/diagramColors" Target="../diagrams/colors117.xml"/><Relationship Id="rId12" Type="http://schemas.openxmlformats.org/officeDocument/2006/relationships/diagramColors" Target="../diagrams/colors118.xml"/><Relationship Id="rId2" Type="http://schemas.openxmlformats.org/officeDocument/2006/relationships/notesSlide" Target="../notesSlides/notesSlide48.xml"/><Relationship Id="rId1" Type="http://schemas.openxmlformats.org/officeDocument/2006/relationships/slideLayout" Target="../slideLayouts/slideLayout11.xml"/><Relationship Id="rId6" Type="http://schemas.openxmlformats.org/officeDocument/2006/relationships/diagramQuickStyle" Target="../diagrams/quickStyle117.xml"/><Relationship Id="rId11" Type="http://schemas.openxmlformats.org/officeDocument/2006/relationships/diagramQuickStyle" Target="../diagrams/quickStyle118.xml"/><Relationship Id="rId5" Type="http://schemas.openxmlformats.org/officeDocument/2006/relationships/diagramLayout" Target="../diagrams/layout117.xml"/><Relationship Id="rId10" Type="http://schemas.openxmlformats.org/officeDocument/2006/relationships/diagramLayout" Target="../diagrams/layout118.xml"/><Relationship Id="rId4" Type="http://schemas.openxmlformats.org/officeDocument/2006/relationships/diagramData" Target="../diagrams/data163.xml"/><Relationship Id="rId9" Type="http://schemas.openxmlformats.org/officeDocument/2006/relationships/diagramData" Target="../diagrams/data164.xml"/><Relationship Id="rId14" Type="http://schemas.openxmlformats.org/officeDocument/2006/relationships/image" Target="../media/image48.png"/></Relationships>
</file>

<file path=ppt/slides/_rels/slide51.xml.rels><?xml version="1.0" encoding="UTF-8" standalone="yes"?>
<Relationships xmlns="http://schemas.openxmlformats.org/package/2006/relationships"><Relationship Id="rId8" Type="http://schemas.openxmlformats.org/officeDocument/2006/relationships/diagramQuickStyle" Target="../diagrams/quickStyle119.xml"/><Relationship Id="rId13" Type="http://schemas.openxmlformats.org/officeDocument/2006/relationships/diagramQuickStyle" Target="../diagrams/quickStyle120.xml"/><Relationship Id="rId3" Type="http://schemas.openxmlformats.org/officeDocument/2006/relationships/image" Target="../media/image50.png"/><Relationship Id="rId7" Type="http://schemas.openxmlformats.org/officeDocument/2006/relationships/diagramLayout" Target="../diagrams/layout119.xml"/><Relationship Id="rId12" Type="http://schemas.openxmlformats.org/officeDocument/2006/relationships/diagramLayout" Target="../diagrams/layout120.xml"/><Relationship Id="rId2" Type="http://schemas.openxmlformats.org/officeDocument/2006/relationships/notesSlide" Target="../notesSlides/notesSlide49.xml"/><Relationship Id="rId1" Type="http://schemas.openxmlformats.org/officeDocument/2006/relationships/slideLayout" Target="../slideLayouts/slideLayout11.xml"/><Relationship Id="rId6" Type="http://schemas.openxmlformats.org/officeDocument/2006/relationships/diagramData" Target="../diagrams/data165.xml"/><Relationship Id="rId11" Type="http://schemas.openxmlformats.org/officeDocument/2006/relationships/diagramData" Target="../diagrams/data166.xml"/><Relationship Id="rId5" Type="http://schemas.openxmlformats.org/officeDocument/2006/relationships/image" Target="../media/image51.png"/><Relationship Id="rId15" Type="http://schemas.microsoft.com/office/2007/relationships/diagramDrawing" Target="../diagrams/drawing120.xml"/><Relationship Id="rId10" Type="http://schemas.microsoft.com/office/2007/relationships/diagramDrawing" Target="../diagrams/drawing119.xml"/><Relationship Id="rId4" Type="http://schemas.openxmlformats.org/officeDocument/2006/relationships/image" Target="../media/image49.png"/><Relationship Id="rId9" Type="http://schemas.openxmlformats.org/officeDocument/2006/relationships/diagramColors" Target="../diagrams/colors119.xml"/><Relationship Id="rId14" Type="http://schemas.openxmlformats.org/officeDocument/2006/relationships/diagramColors" Target="../diagrams/colors120.xml"/></Relationships>
</file>

<file path=ppt/slides/_rels/slide52.xml.rels><?xml version="1.0" encoding="UTF-8" standalone="yes"?>
<Relationships xmlns="http://schemas.openxmlformats.org/package/2006/relationships"><Relationship Id="rId8" Type="http://schemas.openxmlformats.org/officeDocument/2006/relationships/diagramQuickStyle" Target="../diagrams/quickStyle121.xml"/><Relationship Id="rId13" Type="http://schemas.openxmlformats.org/officeDocument/2006/relationships/diagramQuickStyle" Target="../diagrams/quickStyle122.xml"/><Relationship Id="rId3" Type="http://schemas.openxmlformats.org/officeDocument/2006/relationships/image" Target="../media/image50.png"/><Relationship Id="rId7" Type="http://schemas.openxmlformats.org/officeDocument/2006/relationships/diagramLayout" Target="../diagrams/layout121.xml"/><Relationship Id="rId12" Type="http://schemas.openxmlformats.org/officeDocument/2006/relationships/diagramLayout" Target="../diagrams/layout122.xml"/><Relationship Id="rId2" Type="http://schemas.openxmlformats.org/officeDocument/2006/relationships/notesSlide" Target="../notesSlides/notesSlide50.xml"/><Relationship Id="rId1" Type="http://schemas.openxmlformats.org/officeDocument/2006/relationships/slideLayout" Target="../slideLayouts/slideLayout11.xml"/><Relationship Id="rId6" Type="http://schemas.openxmlformats.org/officeDocument/2006/relationships/diagramData" Target="../diagrams/data167.xml"/><Relationship Id="rId11" Type="http://schemas.openxmlformats.org/officeDocument/2006/relationships/diagramData" Target="../diagrams/data168.xml"/><Relationship Id="rId5" Type="http://schemas.openxmlformats.org/officeDocument/2006/relationships/image" Target="../media/image51.png"/><Relationship Id="rId15" Type="http://schemas.microsoft.com/office/2007/relationships/diagramDrawing" Target="../diagrams/drawing122.xml"/><Relationship Id="rId10" Type="http://schemas.microsoft.com/office/2007/relationships/diagramDrawing" Target="../diagrams/drawing121.xml"/><Relationship Id="rId4" Type="http://schemas.openxmlformats.org/officeDocument/2006/relationships/image" Target="../media/image49.png"/><Relationship Id="rId9" Type="http://schemas.openxmlformats.org/officeDocument/2006/relationships/diagramColors" Target="../diagrams/colors121.xml"/><Relationship Id="rId14" Type="http://schemas.openxmlformats.org/officeDocument/2006/relationships/diagramColors" Target="../diagrams/colors122.xml"/></Relationships>
</file>

<file path=ppt/slides/_rels/slide53.xml.rels><?xml version="1.0" encoding="UTF-8" standalone="yes"?>
<Relationships xmlns="http://schemas.openxmlformats.org/package/2006/relationships"><Relationship Id="rId8" Type="http://schemas.openxmlformats.org/officeDocument/2006/relationships/diagramQuickStyle" Target="../diagrams/quickStyle123.xml"/><Relationship Id="rId13" Type="http://schemas.openxmlformats.org/officeDocument/2006/relationships/diagramQuickStyle" Target="../diagrams/quickStyle124.xml"/><Relationship Id="rId3" Type="http://schemas.openxmlformats.org/officeDocument/2006/relationships/image" Target="../media/image50.png"/><Relationship Id="rId7" Type="http://schemas.openxmlformats.org/officeDocument/2006/relationships/diagramLayout" Target="../diagrams/layout123.xml"/><Relationship Id="rId12" Type="http://schemas.openxmlformats.org/officeDocument/2006/relationships/diagramLayout" Target="../diagrams/layout124.xml"/><Relationship Id="rId2" Type="http://schemas.openxmlformats.org/officeDocument/2006/relationships/notesSlide" Target="../notesSlides/notesSlide51.xml"/><Relationship Id="rId1" Type="http://schemas.openxmlformats.org/officeDocument/2006/relationships/slideLayout" Target="../slideLayouts/slideLayout11.xml"/><Relationship Id="rId6" Type="http://schemas.openxmlformats.org/officeDocument/2006/relationships/diagramData" Target="../diagrams/data169.xml"/><Relationship Id="rId11" Type="http://schemas.openxmlformats.org/officeDocument/2006/relationships/diagramData" Target="../diagrams/data170.xml"/><Relationship Id="rId5" Type="http://schemas.openxmlformats.org/officeDocument/2006/relationships/image" Target="../media/image51.png"/><Relationship Id="rId15" Type="http://schemas.microsoft.com/office/2007/relationships/diagramDrawing" Target="../diagrams/drawing124.xml"/><Relationship Id="rId10" Type="http://schemas.microsoft.com/office/2007/relationships/diagramDrawing" Target="../diagrams/drawing123.xml"/><Relationship Id="rId4" Type="http://schemas.openxmlformats.org/officeDocument/2006/relationships/image" Target="../media/image49.png"/><Relationship Id="rId9" Type="http://schemas.openxmlformats.org/officeDocument/2006/relationships/diagramColors" Target="../diagrams/colors123.xml"/><Relationship Id="rId14" Type="http://schemas.openxmlformats.org/officeDocument/2006/relationships/diagramColors" Target="../diagrams/colors124.xml"/></Relationships>
</file>

<file path=ppt/slides/_rels/slide54.xml.rels><?xml version="1.0" encoding="UTF-8" standalone="yes"?>
<Relationships xmlns="http://schemas.openxmlformats.org/package/2006/relationships"><Relationship Id="rId8" Type="http://schemas.openxmlformats.org/officeDocument/2006/relationships/diagramQuickStyle" Target="../diagrams/quickStyle125.xml"/><Relationship Id="rId13" Type="http://schemas.openxmlformats.org/officeDocument/2006/relationships/diagramQuickStyle" Target="../diagrams/quickStyle126.xml"/><Relationship Id="rId3" Type="http://schemas.openxmlformats.org/officeDocument/2006/relationships/image" Target="../media/image50.png"/><Relationship Id="rId7" Type="http://schemas.openxmlformats.org/officeDocument/2006/relationships/diagramLayout" Target="../diagrams/layout125.xml"/><Relationship Id="rId12" Type="http://schemas.openxmlformats.org/officeDocument/2006/relationships/diagramLayout" Target="../diagrams/layout126.xml"/><Relationship Id="rId2" Type="http://schemas.openxmlformats.org/officeDocument/2006/relationships/notesSlide" Target="../notesSlides/notesSlide52.xml"/><Relationship Id="rId1" Type="http://schemas.openxmlformats.org/officeDocument/2006/relationships/slideLayout" Target="../slideLayouts/slideLayout11.xml"/><Relationship Id="rId6" Type="http://schemas.openxmlformats.org/officeDocument/2006/relationships/diagramData" Target="../diagrams/data171.xml"/><Relationship Id="rId11" Type="http://schemas.openxmlformats.org/officeDocument/2006/relationships/diagramData" Target="../diagrams/data172.xml"/><Relationship Id="rId5" Type="http://schemas.openxmlformats.org/officeDocument/2006/relationships/image" Target="../media/image51.png"/><Relationship Id="rId15" Type="http://schemas.microsoft.com/office/2007/relationships/diagramDrawing" Target="../diagrams/drawing126.xml"/><Relationship Id="rId10" Type="http://schemas.microsoft.com/office/2007/relationships/diagramDrawing" Target="../diagrams/drawing125.xml"/><Relationship Id="rId4" Type="http://schemas.openxmlformats.org/officeDocument/2006/relationships/image" Target="../media/image49.png"/><Relationship Id="rId9" Type="http://schemas.openxmlformats.org/officeDocument/2006/relationships/diagramColors" Target="../diagrams/colors125.xml"/><Relationship Id="rId14" Type="http://schemas.openxmlformats.org/officeDocument/2006/relationships/diagramColors" Target="../diagrams/colors126.xml"/></Relationships>
</file>

<file path=ppt/slides/_rels/slide55.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diagramQuickStyle" Target="../diagrams/quickStyle128.xml"/><Relationship Id="rId3" Type="http://schemas.openxmlformats.org/officeDocument/2006/relationships/diagramData" Target="../diagrams/data173.xml"/><Relationship Id="rId7" Type="http://schemas.microsoft.com/office/2007/relationships/diagramDrawing" Target="../diagrams/drawing127.xml"/><Relationship Id="rId12" Type="http://schemas.openxmlformats.org/officeDocument/2006/relationships/diagramLayout" Target="../diagrams/layout128.xml"/><Relationship Id="rId2" Type="http://schemas.openxmlformats.org/officeDocument/2006/relationships/notesSlide" Target="../notesSlides/notesSlide53.xml"/><Relationship Id="rId1" Type="http://schemas.openxmlformats.org/officeDocument/2006/relationships/slideLayout" Target="../slideLayouts/slideLayout11.xml"/><Relationship Id="rId6" Type="http://schemas.openxmlformats.org/officeDocument/2006/relationships/diagramColors" Target="../diagrams/colors127.xml"/><Relationship Id="rId11" Type="http://schemas.openxmlformats.org/officeDocument/2006/relationships/diagramData" Target="../diagrams/data174.xml"/><Relationship Id="rId5" Type="http://schemas.openxmlformats.org/officeDocument/2006/relationships/diagramQuickStyle" Target="../diagrams/quickStyle127.xml"/><Relationship Id="rId15" Type="http://schemas.microsoft.com/office/2007/relationships/diagramDrawing" Target="../diagrams/drawing128.xml"/><Relationship Id="rId10" Type="http://schemas.openxmlformats.org/officeDocument/2006/relationships/image" Target="../media/image51.png"/><Relationship Id="rId4" Type="http://schemas.openxmlformats.org/officeDocument/2006/relationships/diagramLayout" Target="../diagrams/layout127.xml"/><Relationship Id="rId9" Type="http://schemas.openxmlformats.org/officeDocument/2006/relationships/image" Target="../media/image49.png"/><Relationship Id="rId14" Type="http://schemas.openxmlformats.org/officeDocument/2006/relationships/diagramColors" Target="../diagrams/colors128.xml"/></Relationships>
</file>

<file path=ppt/slides/_rels/slide56.xml.rels><?xml version="1.0" encoding="UTF-8" standalone="yes"?>
<Relationships xmlns="http://schemas.openxmlformats.org/package/2006/relationships"><Relationship Id="rId8" Type="http://schemas.openxmlformats.org/officeDocument/2006/relationships/diagramQuickStyle" Target="../diagrams/quickStyle129.xml"/><Relationship Id="rId13" Type="http://schemas.openxmlformats.org/officeDocument/2006/relationships/diagramQuickStyle" Target="../diagrams/quickStyle130.xml"/><Relationship Id="rId3" Type="http://schemas.openxmlformats.org/officeDocument/2006/relationships/image" Target="../media/image50.png"/><Relationship Id="rId7" Type="http://schemas.openxmlformats.org/officeDocument/2006/relationships/diagramLayout" Target="../diagrams/layout129.xml"/><Relationship Id="rId12" Type="http://schemas.openxmlformats.org/officeDocument/2006/relationships/diagramLayout" Target="../diagrams/layout130.xml"/><Relationship Id="rId2" Type="http://schemas.openxmlformats.org/officeDocument/2006/relationships/notesSlide" Target="../notesSlides/notesSlide54.xml"/><Relationship Id="rId1" Type="http://schemas.openxmlformats.org/officeDocument/2006/relationships/slideLayout" Target="../slideLayouts/slideLayout11.xml"/><Relationship Id="rId6" Type="http://schemas.openxmlformats.org/officeDocument/2006/relationships/diagramData" Target="../diagrams/data175.xml"/><Relationship Id="rId11" Type="http://schemas.openxmlformats.org/officeDocument/2006/relationships/diagramData" Target="../diagrams/data176.xml"/><Relationship Id="rId5" Type="http://schemas.openxmlformats.org/officeDocument/2006/relationships/image" Target="../media/image51.png"/><Relationship Id="rId15" Type="http://schemas.microsoft.com/office/2007/relationships/diagramDrawing" Target="../diagrams/drawing130.xml"/><Relationship Id="rId10" Type="http://schemas.microsoft.com/office/2007/relationships/diagramDrawing" Target="../diagrams/drawing129.xml"/><Relationship Id="rId4" Type="http://schemas.openxmlformats.org/officeDocument/2006/relationships/image" Target="../media/image49.png"/><Relationship Id="rId9" Type="http://schemas.openxmlformats.org/officeDocument/2006/relationships/diagramColors" Target="../diagrams/colors129.xml"/><Relationship Id="rId14" Type="http://schemas.openxmlformats.org/officeDocument/2006/relationships/diagramColors" Target="../diagrams/colors130.xml"/></Relationships>
</file>

<file path=ppt/slides/_rels/slide57.xml.rels><?xml version="1.0" encoding="UTF-8" standalone="yes"?>
<Relationships xmlns="http://schemas.openxmlformats.org/package/2006/relationships"><Relationship Id="rId8" Type="http://schemas.openxmlformats.org/officeDocument/2006/relationships/image" Target="../media/image49.png"/><Relationship Id="rId13" Type="http://schemas.microsoft.com/office/2007/relationships/diagramDrawing" Target="../diagrams/drawing132.xml"/><Relationship Id="rId3" Type="http://schemas.openxmlformats.org/officeDocument/2006/relationships/diagramData" Target="../diagrams/data177.xml"/><Relationship Id="rId7" Type="http://schemas.microsoft.com/office/2007/relationships/diagramDrawing" Target="../diagrams/drawing131.xml"/><Relationship Id="rId12" Type="http://schemas.openxmlformats.org/officeDocument/2006/relationships/diagramColors" Target="../diagrams/colors132.xml"/><Relationship Id="rId17" Type="http://schemas.openxmlformats.org/officeDocument/2006/relationships/diagramColors" Target="../diagrams/colors132.xml"/><Relationship Id="rId2" Type="http://schemas.openxmlformats.org/officeDocument/2006/relationships/notesSlide" Target="../notesSlides/notesSlide55.xml"/><Relationship Id="rId16" Type="http://schemas.openxmlformats.org/officeDocument/2006/relationships/diagramQuickStyle" Target="../diagrams/quickStyle132.xml"/><Relationship Id="rId1" Type="http://schemas.openxmlformats.org/officeDocument/2006/relationships/slideLayout" Target="../slideLayouts/slideLayout7.xml"/><Relationship Id="rId6" Type="http://schemas.openxmlformats.org/officeDocument/2006/relationships/diagramColors" Target="../diagrams/colors131.xml"/><Relationship Id="rId11" Type="http://schemas.openxmlformats.org/officeDocument/2006/relationships/diagramQuickStyle" Target="../diagrams/quickStyle132.xml"/><Relationship Id="rId5" Type="http://schemas.openxmlformats.org/officeDocument/2006/relationships/diagramQuickStyle" Target="../diagrams/quickStyle131.xml"/><Relationship Id="rId15" Type="http://schemas.openxmlformats.org/officeDocument/2006/relationships/diagramLayout" Target="../diagrams/layout132.xml"/><Relationship Id="rId10" Type="http://schemas.openxmlformats.org/officeDocument/2006/relationships/diagramLayout" Target="../diagrams/layout132.xml"/><Relationship Id="rId4" Type="http://schemas.openxmlformats.org/officeDocument/2006/relationships/diagramLayout" Target="../diagrams/layout131.xml"/><Relationship Id="rId9" Type="http://schemas.openxmlformats.org/officeDocument/2006/relationships/diagramData" Target="../diagrams/data178.xml"/><Relationship Id="rId14" Type="http://schemas.openxmlformats.org/officeDocument/2006/relationships/diagramData" Target="../diagrams/data182.xml"/></Relationships>
</file>

<file path=ppt/slides/_rels/slide58.xml.rels><?xml version="1.0" encoding="UTF-8" standalone="yes"?>
<Relationships xmlns="http://schemas.openxmlformats.org/package/2006/relationships"><Relationship Id="rId8" Type="http://schemas.openxmlformats.org/officeDocument/2006/relationships/diagramData" Target="../diagrams/data184.xml"/><Relationship Id="rId13" Type="http://schemas.openxmlformats.org/officeDocument/2006/relationships/diagramLayout" Target="../diagrams/layout134.xml"/><Relationship Id="rId3" Type="http://schemas.openxmlformats.org/officeDocument/2006/relationships/diagramData" Target="../diagrams/data179.xml"/><Relationship Id="rId7" Type="http://schemas.microsoft.com/office/2007/relationships/diagramDrawing" Target="../diagrams/drawing133.xml"/><Relationship Id="rId12" Type="http://schemas.openxmlformats.org/officeDocument/2006/relationships/diagramData" Target="../diagrams/data180.xml"/><Relationship Id="rId2" Type="http://schemas.openxmlformats.org/officeDocument/2006/relationships/notesSlide" Target="../notesSlides/notesSlide56.xml"/><Relationship Id="rId16" Type="http://schemas.microsoft.com/office/2007/relationships/diagramDrawing" Target="../diagrams/drawing134.xml"/><Relationship Id="rId1" Type="http://schemas.openxmlformats.org/officeDocument/2006/relationships/slideLayout" Target="../slideLayouts/slideLayout7.xml"/><Relationship Id="rId6" Type="http://schemas.openxmlformats.org/officeDocument/2006/relationships/diagramColors" Target="../diagrams/colors133.xml"/><Relationship Id="rId11" Type="http://schemas.openxmlformats.org/officeDocument/2006/relationships/diagramColors" Target="../diagrams/colors133.xml"/><Relationship Id="rId5" Type="http://schemas.openxmlformats.org/officeDocument/2006/relationships/diagramQuickStyle" Target="../diagrams/quickStyle133.xml"/><Relationship Id="rId15" Type="http://schemas.openxmlformats.org/officeDocument/2006/relationships/diagramColors" Target="../diagrams/colors134.xml"/><Relationship Id="rId10" Type="http://schemas.openxmlformats.org/officeDocument/2006/relationships/diagramQuickStyle" Target="../diagrams/quickStyle133.xml"/><Relationship Id="rId4" Type="http://schemas.openxmlformats.org/officeDocument/2006/relationships/diagramLayout" Target="../diagrams/layout133.xml"/><Relationship Id="rId9" Type="http://schemas.openxmlformats.org/officeDocument/2006/relationships/diagramLayout" Target="../diagrams/layout133.xml"/><Relationship Id="rId14" Type="http://schemas.openxmlformats.org/officeDocument/2006/relationships/diagramQuickStyle" Target="../diagrams/quickStyle134.xml"/></Relationships>
</file>

<file path=ppt/slides/_rels/slide59.xml.rels><?xml version="1.0" encoding="UTF-8" standalone="yes"?>
<Relationships xmlns="http://schemas.openxmlformats.org/package/2006/relationships"><Relationship Id="rId8" Type="http://schemas.openxmlformats.org/officeDocument/2006/relationships/diagramData" Target="../diagrams/data187.xml"/><Relationship Id="rId13" Type="http://schemas.openxmlformats.org/officeDocument/2006/relationships/diagramLayout" Target="../diagrams/layout136.xml"/><Relationship Id="rId3" Type="http://schemas.openxmlformats.org/officeDocument/2006/relationships/diagramData" Target="../diagrams/data181.xml"/><Relationship Id="rId7" Type="http://schemas.microsoft.com/office/2007/relationships/diagramDrawing" Target="../diagrams/drawing135.xml"/><Relationship Id="rId12" Type="http://schemas.openxmlformats.org/officeDocument/2006/relationships/diagramData" Target="../diagrams/data183.xml"/><Relationship Id="rId2" Type="http://schemas.openxmlformats.org/officeDocument/2006/relationships/notesSlide" Target="../notesSlides/notesSlide57.xml"/><Relationship Id="rId16" Type="http://schemas.microsoft.com/office/2007/relationships/diagramDrawing" Target="../diagrams/drawing136.xml"/><Relationship Id="rId1" Type="http://schemas.openxmlformats.org/officeDocument/2006/relationships/slideLayout" Target="../slideLayouts/slideLayout7.xml"/><Relationship Id="rId6" Type="http://schemas.openxmlformats.org/officeDocument/2006/relationships/diagramColors" Target="../diagrams/colors135.xml"/><Relationship Id="rId11" Type="http://schemas.openxmlformats.org/officeDocument/2006/relationships/diagramColors" Target="../diagrams/colors135.xml"/><Relationship Id="rId5" Type="http://schemas.openxmlformats.org/officeDocument/2006/relationships/diagramQuickStyle" Target="../diagrams/quickStyle135.xml"/><Relationship Id="rId15" Type="http://schemas.openxmlformats.org/officeDocument/2006/relationships/diagramColors" Target="../diagrams/colors136.xml"/><Relationship Id="rId10" Type="http://schemas.openxmlformats.org/officeDocument/2006/relationships/diagramQuickStyle" Target="../diagrams/quickStyle135.xml"/><Relationship Id="rId4" Type="http://schemas.openxmlformats.org/officeDocument/2006/relationships/diagramLayout" Target="../diagrams/layout135.xml"/><Relationship Id="rId9" Type="http://schemas.openxmlformats.org/officeDocument/2006/relationships/diagramLayout" Target="../diagrams/layout135.xml"/><Relationship Id="rId14" Type="http://schemas.openxmlformats.org/officeDocument/2006/relationships/diagramQuickStyle" Target="../diagrams/quickStyle136.xml"/></Relationships>
</file>

<file path=ppt/slides/_rels/slide60.xml.rels><?xml version="1.0" encoding="UTF-8" standalone="yes"?>
<Relationships xmlns="http://schemas.openxmlformats.org/package/2006/relationships"><Relationship Id="rId8" Type="http://schemas.openxmlformats.org/officeDocument/2006/relationships/diagramData" Target="../diagrams/data190.xml"/><Relationship Id="rId13" Type="http://schemas.openxmlformats.org/officeDocument/2006/relationships/diagramLayout" Target="../diagrams/layout138.xml"/><Relationship Id="rId3" Type="http://schemas.openxmlformats.org/officeDocument/2006/relationships/diagramData" Target="../diagrams/data185.xml"/><Relationship Id="rId7" Type="http://schemas.microsoft.com/office/2007/relationships/diagramDrawing" Target="../diagrams/drawing137.xml"/><Relationship Id="rId12" Type="http://schemas.openxmlformats.org/officeDocument/2006/relationships/diagramData" Target="../diagrams/data186.xml"/><Relationship Id="rId2" Type="http://schemas.openxmlformats.org/officeDocument/2006/relationships/notesSlide" Target="../notesSlides/notesSlide58.xml"/><Relationship Id="rId16" Type="http://schemas.microsoft.com/office/2007/relationships/diagramDrawing" Target="../diagrams/drawing138.xml"/><Relationship Id="rId1" Type="http://schemas.openxmlformats.org/officeDocument/2006/relationships/slideLayout" Target="../slideLayouts/slideLayout7.xml"/><Relationship Id="rId6" Type="http://schemas.openxmlformats.org/officeDocument/2006/relationships/diagramColors" Target="../diagrams/colors137.xml"/><Relationship Id="rId11" Type="http://schemas.openxmlformats.org/officeDocument/2006/relationships/diagramColors" Target="../diagrams/colors137.xml"/><Relationship Id="rId5" Type="http://schemas.openxmlformats.org/officeDocument/2006/relationships/diagramQuickStyle" Target="../diagrams/quickStyle137.xml"/><Relationship Id="rId15" Type="http://schemas.openxmlformats.org/officeDocument/2006/relationships/diagramColors" Target="../diagrams/colors138.xml"/><Relationship Id="rId10" Type="http://schemas.openxmlformats.org/officeDocument/2006/relationships/diagramQuickStyle" Target="../diagrams/quickStyle137.xml"/><Relationship Id="rId4" Type="http://schemas.openxmlformats.org/officeDocument/2006/relationships/diagramLayout" Target="../diagrams/layout137.xml"/><Relationship Id="rId9" Type="http://schemas.openxmlformats.org/officeDocument/2006/relationships/diagramLayout" Target="../diagrams/layout137.xml"/><Relationship Id="rId14" Type="http://schemas.openxmlformats.org/officeDocument/2006/relationships/diagramQuickStyle" Target="../diagrams/quickStyle138.xml"/></Relationships>
</file>

<file path=ppt/slides/_rels/slide61.xml.rels><?xml version="1.0" encoding="UTF-8" standalone="yes"?>
<Relationships xmlns="http://schemas.openxmlformats.org/package/2006/relationships"><Relationship Id="rId8" Type="http://schemas.openxmlformats.org/officeDocument/2006/relationships/diagramData" Target="../diagrams/data193.xml"/><Relationship Id="rId13" Type="http://schemas.openxmlformats.org/officeDocument/2006/relationships/diagramLayout" Target="../diagrams/layout140.xml"/><Relationship Id="rId3" Type="http://schemas.openxmlformats.org/officeDocument/2006/relationships/diagramData" Target="../diagrams/data188.xml"/><Relationship Id="rId7" Type="http://schemas.microsoft.com/office/2007/relationships/diagramDrawing" Target="../diagrams/drawing139.xml"/><Relationship Id="rId12" Type="http://schemas.openxmlformats.org/officeDocument/2006/relationships/diagramData" Target="../diagrams/data189.xml"/><Relationship Id="rId2" Type="http://schemas.openxmlformats.org/officeDocument/2006/relationships/notesSlide" Target="../notesSlides/notesSlide59.xml"/><Relationship Id="rId16" Type="http://schemas.microsoft.com/office/2007/relationships/diagramDrawing" Target="../diagrams/drawing140.xml"/><Relationship Id="rId1" Type="http://schemas.openxmlformats.org/officeDocument/2006/relationships/slideLayout" Target="../slideLayouts/slideLayout7.xml"/><Relationship Id="rId6" Type="http://schemas.openxmlformats.org/officeDocument/2006/relationships/diagramColors" Target="../diagrams/colors139.xml"/><Relationship Id="rId11" Type="http://schemas.openxmlformats.org/officeDocument/2006/relationships/diagramColors" Target="../diagrams/colors139.xml"/><Relationship Id="rId5" Type="http://schemas.openxmlformats.org/officeDocument/2006/relationships/diagramQuickStyle" Target="../diagrams/quickStyle139.xml"/><Relationship Id="rId15" Type="http://schemas.openxmlformats.org/officeDocument/2006/relationships/diagramColors" Target="../diagrams/colors140.xml"/><Relationship Id="rId10" Type="http://schemas.openxmlformats.org/officeDocument/2006/relationships/diagramQuickStyle" Target="../diagrams/quickStyle139.xml"/><Relationship Id="rId4" Type="http://schemas.openxmlformats.org/officeDocument/2006/relationships/diagramLayout" Target="../diagrams/layout139.xml"/><Relationship Id="rId9" Type="http://schemas.openxmlformats.org/officeDocument/2006/relationships/diagramLayout" Target="../diagrams/layout139.xml"/><Relationship Id="rId14" Type="http://schemas.openxmlformats.org/officeDocument/2006/relationships/diagramQuickStyle" Target="../diagrams/quickStyle140.xml"/></Relationships>
</file>

<file path=ppt/slides/_rels/slide62.xml.rels><?xml version="1.0" encoding="UTF-8" standalone="yes"?>
<Relationships xmlns="http://schemas.openxmlformats.org/package/2006/relationships"><Relationship Id="rId8" Type="http://schemas.openxmlformats.org/officeDocument/2006/relationships/diagramData" Target="../diagrams/data196.xml"/><Relationship Id="rId13" Type="http://schemas.openxmlformats.org/officeDocument/2006/relationships/diagramLayout" Target="../diagrams/layout142.xml"/><Relationship Id="rId3" Type="http://schemas.openxmlformats.org/officeDocument/2006/relationships/diagramData" Target="../diagrams/data191.xml"/><Relationship Id="rId7" Type="http://schemas.microsoft.com/office/2007/relationships/diagramDrawing" Target="../diagrams/drawing141.xml"/><Relationship Id="rId12" Type="http://schemas.openxmlformats.org/officeDocument/2006/relationships/diagramData" Target="../diagrams/data192.xml"/><Relationship Id="rId2" Type="http://schemas.openxmlformats.org/officeDocument/2006/relationships/notesSlide" Target="../notesSlides/notesSlide60.xml"/><Relationship Id="rId16" Type="http://schemas.microsoft.com/office/2007/relationships/diagramDrawing" Target="../diagrams/drawing142.xml"/><Relationship Id="rId1" Type="http://schemas.openxmlformats.org/officeDocument/2006/relationships/slideLayout" Target="../slideLayouts/slideLayout7.xml"/><Relationship Id="rId6" Type="http://schemas.openxmlformats.org/officeDocument/2006/relationships/diagramColors" Target="../diagrams/colors141.xml"/><Relationship Id="rId11" Type="http://schemas.openxmlformats.org/officeDocument/2006/relationships/diagramColors" Target="../diagrams/colors141.xml"/><Relationship Id="rId5" Type="http://schemas.openxmlformats.org/officeDocument/2006/relationships/diagramQuickStyle" Target="../diagrams/quickStyle141.xml"/><Relationship Id="rId15" Type="http://schemas.openxmlformats.org/officeDocument/2006/relationships/diagramColors" Target="../diagrams/colors142.xml"/><Relationship Id="rId10" Type="http://schemas.openxmlformats.org/officeDocument/2006/relationships/diagramQuickStyle" Target="../diagrams/quickStyle141.xml"/><Relationship Id="rId4" Type="http://schemas.openxmlformats.org/officeDocument/2006/relationships/diagramLayout" Target="../diagrams/layout141.xml"/><Relationship Id="rId9" Type="http://schemas.openxmlformats.org/officeDocument/2006/relationships/diagramLayout" Target="../diagrams/layout141.xml"/><Relationship Id="rId14" Type="http://schemas.openxmlformats.org/officeDocument/2006/relationships/diagramQuickStyle" Target="../diagrams/quickStyle142.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194.xml"/><Relationship Id="rId7" Type="http://schemas.microsoft.com/office/2007/relationships/diagramDrawing" Target="../diagrams/drawing143.xml"/><Relationship Id="rId2" Type="http://schemas.openxmlformats.org/officeDocument/2006/relationships/notesSlide" Target="../notesSlides/notesSlide61.xml"/><Relationship Id="rId1" Type="http://schemas.openxmlformats.org/officeDocument/2006/relationships/slideLayout" Target="../slideLayouts/slideLayout11.xml"/><Relationship Id="rId6" Type="http://schemas.openxmlformats.org/officeDocument/2006/relationships/diagramColors" Target="../diagrams/colors143.xml"/><Relationship Id="rId5" Type="http://schemas.openxmlformats.org/officeDocument/2006/relationships/diagramQuickStyle" Target="../diagrams/quickStyle143.xml"/><Relationship Id="rId4" Type="http://schemas.openxmlformats.org/officeDocument/2006/relationships/diagramLayout" Target="../diagrams/layout143.xml"/></Relationships>
</file>

<file path=ppt/slides/_rels/slide64.xml.rels><?xml version="1.0" encoding="UTF-8" standalone="yes"?>
<Relationships xmlns="http://schemas.openxmlformats.org/package/2006/relationships"><Relationship Id="rId8" Type="http://schemas.openxmlformats.org/officeDocument/2006/relationships/diagramData" Target="../diagrams/data197.xml"/><Relationship Id="rId3" Type="http://schemas.openxmlformats.org/officeDocument/2006/relationships/diagramData" Target="../diagrams/data195.xml"/><Relationship Id="rId7" Type="http://schemas.microsoft.com/office/2007/relationships/diagramDrawing" Target="../diagrams/drawing144.xml"/><Relationship Id="rId12" Type="http://schemas.microsoft.com/office/2007/relationships/diagramDrawing" Target="../diagrams/drawing145.xml"/><Relationship Id="rId2" Type="http://schemas.openxmlformats.org/officeDocument/2006/relationships/notesSlide" Target="../notesSlides/notesSlide62.xml"/><Relationship Id="rId1" Type="http://schemas.openxmlformats.org/officeDocument/2006/relationships/slideLayout" Target="../slideLayouts/slideLayout11.xml"/><Relationship Id="rId6" Type="http://schemas.openxmlformats.org/officeDocument/2006/relationships/diagramColors" Target="../diagrams/colors144.xml"/><Relationship Id="rId11" Type="http://schemas.openxmlformats.org/officeDocument/2006/relationships/diagramColors" Target="../diagrams/colors145.xml"/><Relationship Id="rId5" Type="http://schemas.openxmlformats.org/officeDocument/2006/relationships/diagramQuickStyle" Target="../diagrams/quickStyle144.xml"/><Relationship Id="rId10" Type="http://schemas.openxmlformats.org/officeDocument/2006/relationships/diagramQuickStyle" Target="../diagrams/quickStyle145.xml"/><Relationship Id="rId4" Type="http://schemas.openxmlformats.org/officeDocument/2006/relationships/diagramLayout" Target="../diagrams/layout144.xml"/><Relationship Id="rId9" Type="http://schemas.openxmlformats.org/officeDocument/2006/relationships/diagramLayout" Target="../diagrams/layout145.xml"/></Relationships>
</file>

<file path=ppt/slides/_rels/slide65.xml.rels><?xml version="1.0" encoding="UTF-8" standalone="yes"?>
<Relationships xmlns="http://schemas.openxmlformats.org/package/2006/relationships"><Relationship Id="rId8" Type="http://schemas.openxmlformats.org/officeDocument/2006/relationships/diagramData" Target="../diagrams/data199.xml"/><Relationship Id="rId3" Type="http://schemas.openxmlformats.org/officeDocument/2006/relationships/diagramData" Target="../diagrams/data198.xml"/><Relationship Id="rId7" Type="http://schemas.microsoft.com/office/2007/relationships/diagramDrawing" Target="../diagrams/drawing146.xml"/><Relationship Id="rId12" Type="http://schemas.microsoft.com/office/2007/relationships/diagramDrawing" Target="../diagrams/drawing147.xml"/><Relationship Id="rId2" Type="http://schemas.openxmlformats.org/officeDocument/2006/relationships/notesSlide" Target="../notesSlides/notesSlide63.xml"/><Relationship Id="rId1" Type="http://schemas.openxmlformats.org/officeDocument/2006/relationships/slideLayout" Target="../slideLayouts/slideLayout11.xml"/><Relationship Id="rId6" Type="http://schemas.openxmlformats.org/officeDocument/2006/relationships/diagramColors" Target="../diagrams/colors146.xml"/><Relationship Id="rId11" Type="http://schemas.openxmlformats.org/officeDocument/2006/relationships/diagramColors" Target="../diagrams/colors147.xml"/><Relationship Id="rId5" Type="http://schemas.openxmlformats.org/officeDocument/2006/relationships/diagramQuickStyle" Target="../diagrams/quickStyle146.xml"/><Relationship Id="rId10" Type="http://schemas.openxmlformats.org/officeDocument/2006/relationships/diagramQuickStyle" Target="../diagrams/quickStyle147.xml"/><Relationship Id="rId4" Type="http://schemas.openxmlformats.org/officeDocument/2006/relationships/diagramLayout" Target="../diagrams/layout146.xml"/><Relationship Id="rId9" Type="http://schemas.openxmlformats.org/officeDocument/2006/relationships/diagramLayout" Target="../diagrams/layout147.xml"/></Relationships>
</file>

<file path=ppt/slides/_rels/slide66.xml.rels><?xml version="1.0" encoding="UTF-8" standalone="yes"?>
<Relationships xmlns="http://schemas.openxmlformats.org/package/2006/relationships"><Relationship Id="rId8" Type="http://schemas.openxmlformats.org/officeDocument/2006/relationships/diagramData" Target="../diagrams/data201.xml"/><Relationship Id="rId3" Type="http://schemas.openxmlformats.org/officeDocument/2006/relationships/diagramData" Target="../diagrams/data200.xml"/><Relationship Id="rId7" Type="http://schemas.microsoft.com/office/2007/relationships/diagramDrawing" Target="../diagrams/drawing148.xml"/><Relationship Id="rId12" Type="http://schemas.microsoft.com/office/2007/relationships/diagramDrawing" Target="../diagrams/drawing149.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diagramColors" Target="../diagrams/colors148.xml"/><Relationship Id="rId11" Type="http://schemas.openxmlformats.org/officeDocument/2006/relationships/diagramColors" Target="../diagrams/colors149.xml"/><Relationship Id="rId5" Type="http://schemas.openxmlformats.org/officeDocument/2006/relationships/diagramQuickStyle" Target="../diagrams/quickStyle148.xml"/><Relationship Id="rId10" Type="http://schemas.openxmlformats.org/officeDocument/2006/relationships/diagramQuickStyle" Target="../diagrams/quickStyle149.xml"/><Relationship Id="rId4" Type="http://schemas.openxmlformats.org/officeDocument/2006/relationships/diagramLayout" Target="../diagrams/layout148.xml"/><Relationship Id="rId9" Type="http://schemas.openxmlformats.org/officeDocument/2006/relationships/diagramLayout" Target="../diagrams/layout14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9.xml"/></Relationships>
</file>

<file path=ppt/slides/_rels/slide68.xml.rels><?xml version="1.0" encoding="UTF-8" standalone="yes"?>
<Relationships xmlns="http://schemas.openxmlformats.org/package/2006/relationships"><Relationship Id="rId8" Type="http://schemas.openxmlformats.org/officeDocument/2006/relationships/diagramData" Target="../diagrams/data203.xml"/><Relationship Id="rId3" Type="http://schemas.openxmlformats.org/officeDocument/2006/relationships/diagramData" Target="../diagrams/data202.xml"/><Relationship Id="rId7" Type="http://schemas.microsoft.com/office/2007/relationships/diagramDrawing" Target="../diagrams/drawing150.xml"/><Relationship Id="rId2" Type="http://schemas.openxmlformats.org/officeDocument/2006/relationships/notesSlide" Target="../notesSlides/notesSlide66.xml"/><Relationship Id="rId1" Type="http://schemas.openxmlformats.org/officeDocument/2006/relationships/slideLayout" Target="../slideLayouts/slideLayout11.xml"/><Relationship Id="rId6" Type="http://schemas.openxmlformats.org/officeDocument/2006/relationships/diagramColors" Target="../diagrams/colors150.xml"/><Relationship Id="rId5" Type="http://schemas.openxmlformats.org/officeDocument/2006/relationships/diagramQuickStyle" Target="../diagrams/quickStyle150.xml"/><Relationship Id="rId4" Type="http://schemas.openxmlformats.org/officeDocument/2006/relationships/diagramLayout" Target="../diagrams/layout1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E864A27-B96F-FF49-952F-8EF3F8AACCA2}"/>
              </a:ext>
            </a:extLst>
          </p:cNvPr>
          <p:cNvSpPr>
            <a:spLocks noGrp="1"/>
          </p:cNvSpPr>
          <p:nvPr>
            <p:ph type="dt" sz="half" idx="10"/>
          </p:nvPr>
        </p:nvSpPr>
        <p:spPr/>
        <p:txBody>
          <a:bodyPr/>
          <a:lstStyle/>
          <a:p>
            <a:fld id="{B9232ED5-267F-4B10-9875-AE0A138158F0}" type="datetime1">
              <a:rPr lang="en-GB" smtClean="0"/>
              <a:t>24/06/2026</a:t>
            </a:fld>
            <a:endParaRPr lang="en-GB" dirty="0"/>
          </a:p>
        </p:txBody>
      </p:sp>
      <p:sp>
        <p:nvSpPr>
          <p:cNvPr id="5" name="Slide Number Placeholder 4">
            <a:extLst>
              <a:ext uri="{FF2B5EF4-FFF2-40B4-BE49-F238E27FC236}">
                <a16:creationId xmlns:a16="http://schemas.microsoft.com/office/drawing/2014/main" id="{BE356401-0EC4-5C4E-B05C-BACA002CF46C}"/>
              </a:ext>
            </a:extLst>
          </p:cNvPr>
          <p:cNvSpPr>
            <a:spLocks noGrp="1"/>
          </p:cNvSpPr>
          <p:nvPr>
            <p:ph type="sldNum" sz="quarter" idx="12"/>
          </p:nvPr>
        </p:nvSpPr>
        <p:spPr/>
        <p:txBody>
          <a:bodyPr/>
          <a:lstStyle/>
          <a:p>
            <a:fld id="{091A926C-488A-4E3E-9C21-57CAA120E114}" type="slidenum">
              <a:rPr lang="en-GB" smtClean="0"/>
              <a:pPr/>
              <a:t>1</a:t>
            </a:fld>
            <a:endParaRPr lang="en-GB" dirty="0"/>
          </a:p>
        </p:txBody>
      </p:sp>
      <p:sp>
        <p:nvSpPr>
          <p:cNvPr id="15" name="Title 14">
            <a:extLst>
              <a:ext uri="{FF2B5EF4-FFF2-40B4-BE49-F238E27FC236}">
                <a16:creationId xmlns:a16="http://schemas.microsoft.com/office/drawing/2014/main" id="{8EA49827-CE52-FD4B-8399-162D5E1DD023}"/>
              </a:ext>
            </a:extLst>
          </p:cNvPr>
          <p:cNvSpPr>
            <a:spLocks noGrp="1"/>
          </p:cNvSpPr>
          <p:nvPr>
            <p:ph type="ctrTitle"/>
          </p:nvPr>
        </p:nvSpPr>
        <p:spPr>
          <a:xfrm>
            <a:off x="-1" y="692150"/>
            <a:ext cx="6095999" cy="5474035"/>
          </a:xfrm>
        </p:spPr>
        <p:txBody>
          <a:bodyPr/>
          <a:lstStyle/>
          <a:p>
            <a:endParaRPr lang="en-GB" dirty="0"/>
          </a:p>
        </p:txBody>
      </p:sp>
      <p:sp>
        <p:nvSpPr>
          <p:cNvPr id="16" name="Subtitle 15">
            <a:extLst>
              <a:ext uri="{FF2B5EF4-FFF2-40B4-BE49-F238E27FC236}">
                <a16:creationId xmlns:a16="http://schemas.microsoft.com/office/drawing/2014/main" id="{55F9F9FB-61AF-8548-83E5-79EB62A8C86B}"/>
              </a:ext>
            </a:extLst>
          </p:cNvPr>
          <p:cNvSpPr>
            <a:spLocks noGrp="1"/>
          </p:cNvSpPr>
          <p:nvPr>
            <p:ph type="subTitle" idx="1"/>
          </p:nvPr>
        </p:nvSpPr>
        <p:spPr>
          <a:xfrm>
            <a:off x="136523" y="1690577"/>
            <a:ext cx="5959476" cy="1596576"/>
          </a:xfrm>
        </p:spPr>
        <p:txBody>
          <a:bodyPr/>
          <a:lstStyle/>
          <a:p>
            <a:r>
              <a:rPr lang="en-US" dirty="0">
                <a:effectLst/>
                <a:latin typeface="+mj-lt"/>
              </a:rPr>
              <a:t>Investigating the Optimal Geometry of a</a:t>
            </a:r>
          </a:p>
          <a:p>
            <a:r>
              <a:rPr lang="en-US" dirty="0">
                <a:effectLst/>
                <a:latin typeface="+mj-lt"/>
              </a:rPr>
              <a:t>Vanadium Calibration Sample for Neutron</a:t>
            </a:r>
          </a:p>
          <a:p>
            <a:r>
              <a:rPr lang="en-US" dirty="0">
                <a:effectLst/>
                <a:latin typeface="+mj-lt"/>
              </a:rPr>
              <a:t>Scattering</a:t>
            </a:r>
          </a:p>
        </p:txBody>
      </p:sp>
      <p:sp>
        <p:nvSpPr>
          <p:cNvPr id="17" name="Text Placeholder 16">
            <a:extLst>
              <a:ext uri="{FF2B5EF4-FFF2-40B4-BE49-F238E27FC236}">
                <a16:creationId xmlns:a16="http://schemas.microsoft.com/office/drawing/2014/main" id="{D2D5F85F-0777-314B-A8CB-A12F7D46B70E}"/>
              </a:ext>
            </a:extLst>
          </p:cNvPr>
          <p:cNvSpPr>
            <a:spLocks noGrp="1"/>
          </p:cNvSpPr>
          <p:nvPr>
            <p:ph type="body" sz="quarter" idx="13"/>
          </p:nvPr>
        </p:nvSpPr>
        <p:spPr>
          <a:xfrm>
            <a:off x="136522" y="3666541"/>
            <a:ext cx="5959476" cy="1500882"/>
          </a:xfrm>
        </p:spPr>
        <p:txBody>
          <a:bodyPr/>
          <a:lstStyle/>
          <a:p>
            <a:r>
              <a:rPr lang="en-GB" b="0" dirty="0"/>
              <a:t>Christian Kaas Thyssen</a:t>
            </a:r>
          </a:p>
          <a:p>
            <a:r>
              <a:rPr lang="en-GB" b="0" dirty="0"/>
              <a:t>Niels Bohr institute</a:t>
            </a:r>
          </a:p>
          <a:p>
            <a:endParaRPr lang="en-GB" b="0" dirty="0"/>
          </a:p>
          <a:p>
            <a:r>
              <a:rPr lang="da-DK" dirty="0"/>
              <a:t>Niels Bohr Building, </a:t>
            </a:r>
            <a:r>
              <a:rPr lang="da-DK" b="0" i="0" dirty="0">
                <a:effectLst/>
              </a:rPr>
              <a:t>1.3.B.015, </a:t>
            </a:r>
          </a:p>
          <a:p>
            <a:r>
              <a:rPr lang="da-DK" dirty="0"/>
              <a:t>30. June 2026</a:t>
            </a:r>
            <a:endParaRPr lang="da-DK" b="0" i="0" dirty="0">
              <a:effectLst/>
            </a:endParaRPr>
          </a:p>
        </p:txBody>
      </p:sp>
      <p:sp>
        <p:nvSpPr>
          <p:cNvPr id="18" name="Text Placeholder 17">
            <a:extLst>
              <a:ext uri="{FF2B5EF4-FFF2-40B4-BE49-F238E27FC236}">
                <a16:creationId xmlns:a16="http://schemas.microsoft.com/office/drawing/2014/main" id="{1218C83D-C112-3B45-B0BC-99E9475815DB}"/>
              </a:ext>
            </a:extLst>
          </p:cNvPr>
          <p:cNvSpPr>
            <a:spLocks noGrp="1"/>
          </p:cNvSpPr>
          <p:nvPr>
            <p:ph type="body" sz="quarter" idx="14"/>
          </p:nvPr>
        </p:nvSpPr>
        <p:spPr>
          <a:xfrm>
            <a:off x="0" y="787508"/>
            <a:ext cx="6095999" cy="903069"/>
          </a:xfrm>
        </p:spPr>
        <p:txBody>
          <a:bodyPr/>
          <a:lstStyle/>
          <a:p>
            <a:pPr algn="ctr"/>
            <a:r>
              <a:rPr lang="en-GB" b="0" dirty="0"/>
              <a:t>Bachelor Thesis Defence</a:t>
            </a:r>
          </a:p>
        </p:txBody>
      </p:sp>
    </p:spTree>
    <p:extLst>
      <p:ext uri="{BB962C8B-B14F-4D97-AF65-F5344CB8AC3E}">
        <p14:creationId xmlns:p14="http://schemas.microsoft.com/office/powerpoint/2010/main" val="2609762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14B8D285-FAE7-9A64-7743-EC5D3E80B820}"/>
              </a:ext>
            </a:extLst>
          </p:cNvPr>
          <p:cNvSpPr>
            <a:spLocks noGrp="1"/>
          </p:cNvSpPr>
          <p:nvPr>
            <p:ph type="dt" sz="half" idx="10"/>
          </p:nvPr>
        </p:nvSpPr>
        <p:spPr/>
        <p:txBody>
          <a:bodyPr/>
          <a:lstStyle/>
          <a:p>
            <a:fld id="{BAE4B30B-D853-4AE6-9B99-718FF91CCB22}" type="datetime1">
              <a:rPr lang="en-GB" smtClean="0"/>
              <a:t>24/06/2026</a:t>
            </a:fld>
            <a:endParaRPr lang="en-GB" dirty="0"/>
          </a:p>
        </p:txBody>
      </p:sp>
      <p:sp>
        <p:nvSpPr>
          <p:cNvPr id="6" name="Slide Number Placeholder 5">
            <a:extLst>
              <a:ext uri="{FF2B5EF4-FFF2-40B4-BE49-F238E27FC236}">
                <a16:creationId xmlns:a16="http://schemas.microsoft.com/office/drawing/2014/main" id="{08E820DB-F758-B776-FDF7-41D2F93CCAAE}"/>
              </a:ext>
            </a:extLst>
          </p:cNvPr>
          <p:cNvSpPr>
            <a:spLocks noGrp="1"/>
          </p:cNvSpPr>
          <p:nvPr>
            <p:ph type="sldNum" sz="quarter" idx="12"/>
          </p:nvPr>
        </p:nvSpPr>
        <p:spPr/>
        <p:txBody>
          <a:bodyPr/>
          <a:lstStyle/>
          <a:p>
            <a:fld id="{091A926C-488A-4E3E-9C21-57CAA120E114}" type="slidenum">
              <a:rPr lang="en-GB" smtClean="0"/>
              <a:t>2</a:t>
            </a:fld>
            <a:endParaRPr lang="en-GB" dirty="0"/>
          </a:p>
        </p:txBody>
      </p:sp>
      <p:sp>
        <p:nvSpPr>
          <p:cNvPr id="12" name="Title 2">
            <a:extLst>
              <a:ext uri="{FF2B5EF4-FFF2-40B4-BE49-F238E27FC236}">
                <a16:creationId xmlns:a16="http://schemas.microsoft.com/office/drawing/2014/main" id="{6C27F121-DDE6-C661-B605-6EA471D91FFD}"/>
              </a:ext>
            </a:extLst>
          </p:cNvPr>
          <p:cNvSpPr>
            <a:spLocks noGrp="1"/>
          </p:cNvSpPr>
          <p:nvPr>
            <p:ph type="title"/>
          </p:nvPr>
        </p:nvSpPr>
        <p:spPr>
          <a:xfrm>
            <a:off x="588963" y="620714"/>
            <a:ext cx="11012488" cy="863599"/>
          </a:xfrm>
        </p:spPr>
        <p:txBody>
          <a:bodyPr anchor="t">
            <a:normAutofit/>
          </a:bodyPr>
          <a:lstStyle/>
          <a:p>
            <a:r>
              <a:rPr lang="en-US" dirty="0"/>
              <a:t>Why vanadium and why geometry matters</a:t>
            </a:r>
          </a:p>
        </p:txBody>
      </p:sp>
      <p:graphicFrame>
        <p:nvGraphicFramePr>
          <p:cNvPr id="16" name="Content Placeholder 6">
            <a:extLst>
              <a:ext uri="{FF2B5EF4-FFF2-40B4-BE49-F238E27FC236}">
                <a16:creationId xmlns:a16="http://schemas.microsoft.com/office/drawing/2014/main" id="{42DC530A-7DE2-FD17-CF86-4EBB9BDD8498}"/>
              </a:ext>
            </a:extLst>
          </p:cNvPr>
          <p:cNvGraphicFramePr>
            <a:graphicFrameLocks/>
          </p:cNvGraphicFramePr>
          <p:nvPr>
            <p:extLst>
              <p:ext uri="{D42A27DB-BD31-4B8C-83A1-F6EECF244321}">
                <p14:modId xmlns:p14="http://schemas.microsoft.com/office/powerpoint/2010/main" val="153746266"/>
              </p:ext>
            </p:extLst>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Diagram 1">
            <a:extLst>
              <a:ext uri="{FF2B5EF4-FFF2-40B4-BE49-F238E27FC236}">
                <a16:creationId xmlns:a16="http://schemas.microsoft.com/office/drawing/2014/main" id="{85FC667C-FB35-56D0-3CA1-CF0692803855}"/>
              </a:ext>
            </a:extLst>
          </p:cNvPr>
          <p:cNvGraphicFramePr/>
          <p:nvPr>
            <p:extLst>
              <p:ext uri="{D42A27DB-BD31-4B8C-83A1-F6EECF244321}">
                <p14:modId xmlns:p14="http://schemas.microsoft.com/office/powerpoint/2010/main" val="423067628"/>
              </p:ext>
            </p:extLst>
          </p:nvPr>
        </p:nvGraphicFramePr>
        <p:xfrm>
          <a:off x="-15879934" y="1591470"/>
          <a:ext cx="14872212" cy="4241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1" name="Subtitle 15">
            <a:extLst>
              <a:ext uri="{FF2B5EF4-FFF2-40B4-BE49-F238E27FC236}">
                <a16:creationId xmlns:a16="http://schemas.microsoft.com/office/drawing/2014/main" id="{C10070C7-815D-5BD1-B3E0-EFF9B200CC2F}"/>
              </a:ext>
            </a:extLst>
          </p:cNvPr>
          <p:cNvSpPr txBox="1">
            <a:spLocks/>
          </p:cNvSpPr>
          <p:nvPr/>
        </p:nvSpPr>
        <p:spPr>
          <a:xfrm>
            <a:off x="-6571282" y="1841343"/>
            <a:ext cx="5959476" cy="1596576"/>
          </a:xfrm>
          <a:prstGeom prst="rect">
            <a:avLst/>
          </a:prstGeom>
        </p:spPr>
        <p:txBody>
          <a:bodyPr vert="horz" lIns="0" tIns="0" rIns="0" bIns="0" rtlCol="0">
            <a:no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r>
              <a:rPr lang="en-US">
                <a:latin typeface="+mj-lt"/>
              </a:rPr>
              <a:t>Investigating the Optimal Geometry of a</a:t>
            </a:r>
          </a:p>
          <a:p>
            <a:r>
              <a:rPr lang="en-US">
                <a:latin typeface="+mj-lt"/>
              </a:rPr>
              <a:t>Vanadium Calibration Sample for Neutron</a:t>
            </a:r>
          </a:p>
          <a:p>
            <a:r>
              <a:rPr lang="en-US">
                <a:latin typeface="+mj-lt"/>
              </a:rPr>
              <a:t>Scattering</a:t>
            </a:r>
          </a:p>
        </p:txBody>
      </p:sp>
      <p:sp>
        <p:nvSpPr>
          <p:cNvPr id="13" name="Text Placeholder 16">
            <a:extLst>
              <a:ext uri="{FF2B5EF4-FFF2-40B4-BE49-F238E27FC236}">
                <a16:creationId xmlns:a16="http://schemas.microsoft.com/office/drawing/2014/main" id="{8F541B8F-DB24-530A-40A5-CF3663D387DF}"/>
              </a:ext>
            </a:extLst>
          </p:cNvPr>
          <p:cNvSpPr txBox="1">
            <a:spLocks/>
          </p:cNvSpPr>
          <p:nvPr/>
        </p:nvSpPr>
        <p:spPr>
          <a:xfrm>
            <a:off x="-6571282" y="3765648"/>
            <a:ext cx="5959476" cy="1500882"/>
          </a:xfrm>
          <a:prstGeom prst="rect">
            <a:avLst/>
          </a:prstGeom>
        </p:spPr>
        <p:txBody>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r>
              <a:rPr lang="en-GB"/>
              <a:t>Christian Kaas Thyssen</a:t>
            </a:r>
          </a:p>
          <a:p>
            <a:r>
              <a:rPr lang="en-GB"/>
              <a:t>Niels Bohr institute</a:t>
            </a:r>
          </a:p>
          <a:p>
            <a:endParaRPr lang="en-GB"/>
          </a:p>
          <a:p>
            <a:r>
              <a:rPr lang="en-GB"/>
              <a:t>Niels Bohr Building, 1.3.B.015, </a:t>
            </a:r>
          </a:p>
          <a:p>
            <a:r>
              <a:rPr lang="en-GB"/>
              <a:t>30. June 2026</a:t>
            </a:r>
          </a:p>
        </p:txBody>
      </p:sp>
      <p:sp>
        <p:nvSpPr>
          <p:cNvPr id="14" name="Text Placeholder 17">
            <a:extLst>
              <a:ext uri="{FF2B5EF4-FFF2-40B4-BE49-F238E27FC236}">
                <a16:creationId xmlns:a16="http://schemas.microsoft.com/office/drawing/2014/main" id="{D5541454-B3ED-698E-EB89-A71EC836BBFB}"/>
              </a:ext>
            </a:extLst>
          </p:cNvPr>
          <p:cNvSpPr txBox="1">
            <a:spLocks/>
          </p:cNvSpPr>
          <p:nvPr/>
        </p:nvSpPr>
        <p:spPr>
          <a:xfrm>
            <a:off x="-6571282" y="886615"/>
            <a:ext cx="6095999" cy="903069"/>
          </a:xfrm>
          <a:prstGeom prst="rect">
            <a:avLst/>
          </a:prstGeom>
        </p:spPr>
        <p:txBody>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pPr algn="ctr"/>
            <a:r>
              <a:rPr lang="en-GB"/>
              <a:t>Bachelor Thesis Defense</a:t>
            </a:r>
          </a:p>
        </p:txBody>
      </p:sp>
    </p:spTree>
    <p:extLst>
      <p:ext uri="{BB962C8B-B14F-4D97-AF65-F5344CB8AC3E}">
        <p14:creationId xmlns:p14="http://schemas.microsoft.com/office/powerpoint/2010/main" val="8722271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7D4A1-AC4D-0440-9388-7B15584C47C0}"/>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A3316761-F10A-9028-75FD-A445BA94F827}"/>
              </a:ext>
            </a:extLst>
          </p:cNvPr>
          <p:cNvSpPr>
            <a:spLocks noGrp="1"/>
          </p:cNvSpPr>
          <p:nvPr>
            <p:ph type="dt" sz="half" idx="10"/>
          </p:nvPr>
        </p:nvSpPr>
        <p:spPr/>
        <p:txBody>
          <a:bodyPr/>
          <a:lstStyle/>
          <a:p>
            <a:fld id="{BAE4B30B-D853-4AE6-9B99-718FF91CCB22}" type="datetime1">
              <a:rPr lang="en-GB" smtClean="0"/>
              <a:t>24/06/2026</a:t>
            </a:fld>
            <a:endParaRPr lang="en-GB" dirty="0"/>
          </a:p>
        </p:txBody>
      </p:sp>
      <p:sp>
        <p:nvSpPr>
          <p:cNvPr id="6" name="Slide Number Placeholder 5">
            <a:extLst>
              <a:ext uri="{FF2B5EF4-FFF2-40B4-BE49-F238E27FC236}">
                <a16:creationId xmlns:a16="http://schemas.microsoft.com/office/drawing/2014/main" id="{06F033A6-4DE4-C687-FF38-1335DB9D31BF}"/>
              </a:ext>
            </a:extLst>
          </p:cNvPr>
          <p:cNvSpPr>
            <a:spLocks noGrp="1"/>
          </p:cNvSpPr>
          <p:nvPr>
            <p:ph type="sldNum" sz="quarter" idx="12"/>
          </p:nvPr>
        </p:nvSpPr>
        <p:spPr/>
        <p:txBody>
          <a:bodyPr/>
          <a:lstStyle/>
          <a:p>
            <a:fld id="{091A926C-488A-4E3E-9C21-57CAA120E114}" type="slidenum">
              <a:rPr lang="en-GB" smtClean="0"/>
              <a:t>3</a:t>
            </a:fld>
            <a:endParaRPr lang="en-GB" dirty="0"/>
          </a:p>
        </p:txBody>
      </p:sp>
      <p:sp>
        <p:nvSpPr>
          <p:cNvPr id="12" name="Title 2">
            <a:extLst>
              <a:ext uri="{FF2B5EF4-FFF2-40B4-BE49-F238E27FC236}">
                <a16:creationId xmlns:a16="http://schemas.microsoft.com/office/drawing/2014/main" id="{6B2EACED-EBA9-57F2-8B05-B98C48B62324}"/>
              </a:ext>
            </a:extLst>
          </p:cNvPr>
          <p:cNvSpPr>
            <a:spLocks noGrp="1"/>
          </p:cNvSpPr>
          <p:nvPr>
            <p:ph type="title"/>
          </p:nvPr>
        </p:nvSpPr>
        <p:spPr>
          <a:xfrm>
            <a:off x="588963" y="620714"/>
            <a:ext cx="11012488" cy="863599"/>
          </a:xfrm>
        </p:spPr>
        <p:txBody>
          <a:bodyPr anchor="t">
            <a:normAutofit/>
          </a:bodyPr>
          <a:lstStyle/>
          <a:p>
            <a:r>
              <a:rPr lang="en-US" dirty="0"/>
              <a:t>Why vanadium and why geometry matters</a:t>
            </a:r>
          </a:p>
        </p:txBody>
      </p:sp>
      <p:graphicFrame>
        <p:nvGraphicFramePr>
          <p:cNvPr id="16" name="Content Placeholder 6">
            <a:extLst>
              <a:ext uri="{FF2B5EF4-FFF2-40B4-BE49-F238E27FC236}">
                <a16:creationId xmlns:a16="http://schemas.microsoft.com/office/drawing/2014/main" id="{C3F21BCA-280F-B97A-1B03-6E949433CF50}"/>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0" name="Diagram 19">
            <a:extLst>
              <a:ext uri="{FF2B5EF4-FFF2-40B4-BE49-F238E27FC236}">
                <a16:creationId xmlns:a16="http://schemas.microsoft.com/office/drawing/2014/main" id="{6A1432BC-2AA2-6699-7804-F560C1C02E78}"/>
              </a:ext>
            </a:extLst>
          </p:cNvPr>
          <p:cNvGraphicFramePr/>
          <p:nvPr>
            <p:extLst>
              <p:ext uri="{D42A27DB-BD31-4B8C-83A1-F6EECF244321}">
                <p14:modId xmlns:p14="http://schemas.microsoft.com/office/powerpoint/2010/main" val="2329258808"/>
              </p:ext>
            </p:extLst>
          </p:nvPr>
        </p:nvGraphicFramePr>
        <p:xfrm>
          <a:off x="588963" y="1442812"/>
          <a:ext cx="11012487" cy="221478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832487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C6A8-32FE-63F7-C109-B0D351689F95}"/>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91393821-B14A-D8EC-B50B-840B48A432E0}"/>
              </a:ext>
            </a:extLst>
          </p:cNvPr>
          <p:cNvSpPr>
            <a:spLocks noGrp="1"/>
          </p:cNvSpPr>
          <p:nvPr>
            <p:ph type="dt" sz="half" idx="10"/>
          </p:nvPr>
        </p:nvSpPr>
        <p:spPr/>
        <p:txBody>
          <a:bodyPr/>
          <a:lstStyle/>
          <a:p>
            <a:fld id="{BAE4B30B-D853-4AE6-9B99-718FF91CCB22}" type="datetime1">
              <a:rPr lang="en-GB" smtClean="0"/>
              <a:t>24/06/2026</a:t>
            </a:fld>
            <a:endParaRPr lang="en-GB" dirty="0"/>
          </a:p>
        </p:txBody>
      </p:sp>
      <p:sp>
        <p:nvSpPr>
          <p:cNvPr id="6" name="Slide Number Placeholder 5">
            <a:extLst>
              <a:ext uri="{FF2B5EF4-FFF2-40B4-BE49-F238E27FC236}">
                <a16:creationId xmlns:a16="http://schemas.microsoft.com/office/drawing/2014/main" id="{660BE294-D9E1-C2AE-ED61-0B4E22117FA0}"/>
              </a:ext>
            </a:extLst>
          </p:cNvPr>
          <p:cNvSpPr>
            <a:spLocks noGrp="1"/>
          </p:cNvSpPr>
          <p:nvPr>
            <p:ph type="sldNum" sz="quarter" idx="12"/>
          </p:nvPr>
        </p:nvSpPr>
        <p:spPr/>
        <p:txBody>
          <a:bodyPr/>
          <a:lstStyle/>
          <a:p>
            <a:fld id="{091A926C-488A-4E3E-9C21-57CAA120E114}" type="slidenum">
              <a:rPr lang="en-GB" smtClean="0"/>
              <a:t>4</a:t>
            </a:fld>
            <a:endParaRPr lang="en-GB" dirty="0"/>
          </a:p>
        </p:txBody>
      </p:sp>
      <p:sp>
        <p:nvSpPr>
          <p:cNvPr id="12" name="Title 2">
            <a:extLst>
              <a:ext uri="{FF2B5EF4-FFF2-40B4-BE49-F238E27FC236}">
                <a16:creationId xmlns:a16="http://schemas.microsoft.com/office/drawing/2014/main" id="{B7A70E86-4F47-41DF-903E-FC65ECC341C3}"/>
              </a:ext>
            </a:extLst>
          </p:cNvPr>
          <p:cNvSpPr>
            <a:spLocks noGrp="1"/>
          </p:cNvSpPr>
          <p:nvPr>
            <p:ph type="title"/>
          </p:nvPr>
        </p:nvSpPr>
        <p:spPr>
          <a:xfrm>
            <a:off x="588963" y="620714"/>
            <a:ext cx="11012488" cy="863599"/>
          </a:xfrm>
        </p:spPr>
        <p:txBody>
          <a:bodyPr anchor="t">
            <a:normAutofit/>
          </a:bodyPr>
          <a:lstStyle/>
          <a:p>
            <a:r>
              <a:rPr lang="en-US" dirty="0"/>
              <a:t>Why vanadium and why geometry matters</a:t>
            </a:r>
          </a:p>
        </p:txBody>
      </p:sp>
      <p:graphicFrame>
        <p:nvGraphicFramePr>
          <p:cNvPr id="16" name="Content Placeholder 6">
            <a:extLst>
              <a:ext uri="{FF2B5EF4-FFF2-40B4-BE49-F238E27FC236}">
                <a16:creationId xmlns:a16="http://schemas.microsoft.com/office/drawing/2014/main" id="{932DBE16-073E-3141-2FA2-3108669F9D08}"/>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0" name="Diagram 19">
            <a:extLst>
              <a:ext uri="{FF2B5EF4-FFF2-40B4-BE49-F238E27FC236}">
                <a16:creationId xmlns:a16="http://schemas.microsoft.com/office/drawing/2014/main" id="{5DAA6BAD-829B-E525-1F6E-6E98368EB5F1}"/>
              </a:ext>
            </a:extLst>
          </p:cNvPr>
          <p:cNvGraphicFramePr/>
          <p:nvPr>
            <p:extLst>
              <p:ext uri="{D42A27DB-BD31-4B8C-83A1-F6EECF244321}">
                <p14:modId xmlns:p14="http://schemas.microsoft.com/office/powerpoint/2010/main" val="721742554"/>
              </p:ext>
            </p:extLst>
          </p:nvPr>
        </p:nvGraphicFramePr>
        <p:xfrm>
          <a:off x="588963" y="1442811"/>
          <a:ext cx="11143254" cy="356314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751004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288FA-DEA7-882A-63C9-363D057B6A57}"/>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18761B0C-D4E7-386C-E1C7-64358A6A226B}"/>
              </a:ext>
            </a:extLst>
          </p:cNvPr>
          <p:cNvSpPr>
            <a:spLocks noGrp="1"/>
          </p:cNvSpPr>
          <p:nvPr>
            <p:ph type="dt" sz="half" idx="10"/>
          </p:nvPr>
        </p:nvSpPr>
        <p:spPr/>
        <p:txBody>
          <a:bodyPr/>
          <a:lstStyle/>
          <a:p>
            <a:fld id="{BAE4B30B-D853-4AE6-9B99-718FF91CCB22}" type="datetime1">
              <a:rPr lang="en-GB" smtClean="0"/>
              <a:t>24/06/2026</a:t>
            </a:fld>
            <a:endParaRPr lang="en-GB" dirty="0"/>
          </a:p>
        </p:txBody>
      </p:sp>
      <p:sp>
        <p:nvSpPr>
          <p:cNvPr id="6" name="Slide Number Placeholder 5">
            <a:extLst>
              <a:ext uri="{FF2B5EF4-FFF2-40B4-BE49-F238E27FC236}">
                <a16:creationId xmlns:a16="http://schemas.microsoft.com/office/drawing/2014/main" id="{9ACEC130-B834-DA33-F92F-BF144940422A}"/>
              </a:ext>
            </a:extLst>
          </p:cNvPr>
          <p:cNvSpPr>
            <a:spLocks noGrp="1"/>
          </p:cNvSpPr>
          <p:nvPr>
            <p:ph type="sldNum" sz="quarter" idx="12"/>
          </p:nvPr>
        </p:nvSpPr>
        <p:spPr/>
        <p:txBody>
          <a:bodyPr/>
          <a:lstStyle/>
          <a:p>
            <a:fld id="{091A926C-488A-4E3E-9C21-57CAA120E114}" type="slidenum">
              <a:rPr lang="en-GB" smtClean="0"/>
              <a:t>5</a:t>
            </a:fld>
            <a:endParaRPr lang="en-GB" dirty="0"/>
          </a:p>
        </p:txBody>
      </p:sp>
      <p:sp>
        <p:nvSpPr>
          <p:cNvPr id="12" name="Title 2">
            <a:extLst>
              <a:ext uri="{FF2B5EF4-FFF2-40B4-BE49-F238E27FC236}">
                <a16:creationId xmlns:a16="http://schemas.microsoft.com/office/drawing/2014/main" id="{69F6AC4A-921A-13CA-648C-305A30EFE9FA}"/>
              </a:ext>
            </a:extLst>
          </p:cNvPr>
          <p:cNvSpPr>
            <a:spLocks noGrp="1"/>
          </p:cNvSpPr>
          <p:nvPr>
            <p:ph type="title"/>
          </p:nvPr>
        </p:nvSpPr>
        <p:spPr>
          <a:xfrm>
            <a:off x="588963" y="620714"/>
            <a:ext cx="11012488" cy="863599"/>
          </a:xfrm>
        </p:spPr>
        <p:txBody>
          <a:bodyPr anchor="t">
            <a:normAutofit/>
          </a:bodyPr>
          <a:lstStyle/>
          <a:p>
            <a:r>
              <a:rPr lang="en-US" dirty="0"/>
              <a:t>Why vanadium and why geometry matters</a:t>
            </a:r>
          </a:p>
        </p:txBody>
      </p:sp>
      <p:graphicFrame>
        <p:nvGraphicFramePr>
          <p:cNvPr id="16" name="Content Placeholder 6">
            <a:extLst>
              <a:ext uri="{FF2B5EF4-FFF2-40B4-BE49-F238E27FC236}">
                <a16:creationId xmlns:a16="http://schemas.microsoft.com/office/drawing/2014/main" id="{422E44E2-47EF-E0A6-C7C7-0046F6203121}"/>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0" name="Diagram 19">
            <a:extLst>
              <a:ext uri="{FF2B5EF4-FFF2-40B4-BE49-F238E27FC236}">
                <a16:creationId xmlns:a16="http://schemas.microsoft.com/office/drawing/2014/main" id="{CEB94ECF-CCF7-062D-458F-9E1D35DE1C43}"/>
              </a:ext>
            </a:extLst>
          </p:cNvPr>
          <p:cNvGraphicFramePr/>
          <p:nvPr>
            <p:extLst>
              <p:ext uri="{D42A27DB-BD31-4B8C-83A1-F6EECF244321}">
                <p14:modId xmlns:p14="http://schemas.microsoft.com/office/powerpoint/2010/main" val="1631713834"/>
              </p:ext>
            </p:extLst>
          </p:nvPr>
        </p:nvGraphicFramePr>
        <p:xfrm>
          <a:off x="588963" y="1294154"/>
          <a:ext cx="11012487" cy="453911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721582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85BA-FD52-3394-0655-7AFA9B189FF0}"/>
              </a:ext>
            </a:extLst>
          </p:cNvPr>
          <p:cNvSpPr>
            <a:spLocks noGrp="1"/>
          </p:cNvSpPr>
          <p:nvPr>
            <p:ph type="title"/>
          </p:nvPr>
        </p:nvSpPr>
        <p:spPr/>
        <p:txBody>
          <a:bodyPr/>
          <a:lstStyle/>
          <a:p>
            <a:r>
              <a:rPr lang="en-US" dirty="0"/>
              <a:t>Research objectives</a:t>
            </a:r>
          </a:p>
        </p:txBody>
      </p:sp>
      <p:sp>
        <p:nvSpPr>
          <p:cNvPr id="3" name="Date Placeholder 2">
            <a:extLst>
              <a:ext uri="{FF2B5EF4-FFF2-40B4-BE49-F238E27FC236}">
                <a16:creationId xmlns:a16="http://schemas.microsoft.com/office/drawing/2014/main" id="{46ED4EA3-CAFD-9F47-6ACA-C6A8F5544408}"/>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F52573F9-FCB8-CB1A-3472-DA3CFDC6E406}"/>
              </a:ext>
            </a:extLst>
          </p:cNvPr>
          <p:cNvSpPr>
            <a:spLocks noGrp="1"/>
          </p:cNvSpPr>
          <p:nvPr>
            <p:ph type="sldNum" sz="quarter" idx="12"/>
          </p:nvPr>
        </p:nvSpPr>
        <p:spPr/>
        <p:txBody>
          <a:bodyPr/>
          <a:lstStyle/>
          <a:p>
            <a:fld id="{091A926C-488A-4E3E-9C21-57CAA120E114}" type="slidenum">
              <a:rPr lang="en-GB" smtClean="0"/>
              <a:t>6</a:t>
            </a:fld>
            <a:endParaRPr lang="en-GB" dirty="0"/>
          </a:p>
        </p:txBody>
      </p:sp>
      <p:graphicFrame>
        <p:nvGraphicFramePr>
          <p:cNvPr id="7" name="Content Placeholder 6">
            <a:extLst>
              <a:ext uri="{FF2B5EF4-FFF2-40B4-BE49-F238E27FC236}">
                <a16:creationId xmlns:a16="http://schemas.microsoft.com/office/drawing/2014/main" id="{59131AD5-BE2F-AB70-17E2-4C6B04737B25}"/>
              </a:ext>
            </a:extLst>
          </p:cNvPr>
          <p:cNvGraphicFramePr>
            <a:graphicFrameLocks/>
          </p:cNvGraphicFramePr>
          <p:nvPr>
            <p:extLst>
              <p:ext uri="{D42A27DB-BD31-4B8C-83A1-F6EECF244321}">
                <p14:modId xmlns:p14="http://schemas.microsoft.com/office/powerpoint/2010/main" val="249195415"/>
              </p:ext>
            </p:extLst>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CC521FAB-9541-5C3E-6822-07DAB9865315}"/>
              </a:ext>
            </a:extLst>
          </p:cNvPr>
          <p:cNvGraphicFramePr/>
          <p:nvPr>
            <p:extLst>
              <p:ext uri="{D42A27DB-BD31-4B8C-83A1-F6EECF244321}">
                <p14:modId xmlns:p14="http://schemas.microsoft.com/office/powerpoint/2010/main" val="3975083494"/>
              </p:ext>
            </p:extLst>
          </p:nvPr>
        </p:nvGraphicFramePr>
        <p:xfrm>
          <a:off x="13978394" y="1336914"/>
          <a:ext cx="11012487" cy="453911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3335031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1A2EE-C3ED-1C9F-B4A7-543CAF4BB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6CA785-6DC4-0751-44A7-695E0170D595}"/>
              </a:ext>
            </a:extLst>
          </p:cNvPr>
          <p:cNvSpPr>
            <a:spLocks noGrp="1"/>
          </p:cNvSpPr>
          <p:nvPr>
            <p:ph type="title"/>
          </p:nvPr>
        </p:nvSpPr>
        <p:spPr/>
        <p:txBody>
          <a:bodyPr/>
          <a:lstStyle/>
          <a:p>
            <a:r>
              <a:rPr lang="en-US" dirty="0"/>
              <a:t>Research objectives</a:t>
            </a:r>
          </a:p>
        </p:txBody>
      </p:sp>
      <p:sp>
        <p:nvSpPr>
          <p:cNvPr id="3" name="Date Placeholder 2">
            <a:extLst>
              <a:ext uri="{FF2B5EF4-FFF2-40B4-BE49-F238E27FC236}">
                <a16:creationId xmlns:a16="http://schemas.microsoft.com/office/drawing/2014/main" id="{EFD16CF8-81C1-9672-D6E4-160A054D59A0}"/>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251BFBCB-C422-8A76-52A4-D6E55C278850}"/>
              </a:ext>
            </a:extLst>
          </p:cNvPr>
          <p:cNvSpPr>
            <a:spLocks noGrp="1"/>
          </p:cNvSpPr>
          <p:nvPr>
            <p:ph type="sldNum" sz="quarter" idx="12"/>
          </p:nvPr>
        </p:nvSpPr>
        <p:spPr/>
        <p:txBody>
          <a:bodyPr/>
          <a:lstStyle/>
          <a:p>
            <a:fld id="{091A926C-488A-4E3E-9C21-57CAA120E114}" type="slidenum">
              <a:rPr lang="en-GB" smtClean="0"/>
              <a:t>7</a:t>
            </a:fld>
            <a:endParaRPr lang="en-GB" dirty="0"/>
          </a:p>
        </p:txBody>
      </p:sp>
      <p:graphicFrame>
        <p:nvGraphicFramePr>
          <p:cNvPr id="5" name="Diagram 4">
            <a:extLst>
              <a:ext uri="{FF2B5EF4-FFF2-40B4-BE49-F238E27FC236}">
                <a16:creationId xmlns:a16="http://schemas.microsoft.com/office/drawing/2014/main" id="{311651B5-30CE-C13F-1533-82A7A0257491}"/>
              </a:ext>
            </a:extLst>
          </p:cNvPr>
          <p:cNvGraphicFramePr/>
          <p:nvPr>
            <p:extLst>
              <p:ext uri="{D42A27DB-BD31-4B8C-83A1-F6EECF244321}">
                <p14:modId xmlns:p14="http://schemas.microsoft.com/office/powerpoint/2010/main" val="1610272304"/>
              </p:ext>
            </p:extLst>
          </p:nvPr>
        </p:nvGraphicFramePr>
        <p:xfrm>
          <a:off x="-1787978" y="1485572"/>
          <a:ext cx="14868547" cy="16140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Content Placeholder 6">
            <a:extLst>
              <a:ext uri="{FF2B5EF4-FFF2-40B4-BE49-F238E27FC236}">
                <a16:creationId xmlns:a16="http://schemas.microsoft.com/office/drawing/2014/main" id="{7D26A21E-FC0B-4CC5-A457-E07F5EA66126}"/>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236473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9C745-9B90-F01A-6A94-A4C780B02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1D8F0-55A8-A715-645B-3961E93213DD}"/>
              </a:ext>
            </a:extLst>
          </p:cNvPr>
          <p:cNvSpPr>
            <a:spLocks noGrp="1"/>
          </p:cNvSpPr>
          <p:nvPr>
            <p:ph type="title"/>
          </p:nvPr>
        </p:nvSpPr>
        <p:spPr/>
        <p:txBody>
          <a:bodyPr/>
          <a:lstStyle/>
          <a:p>
            <a:r>
              <a:rPr lang="en-US" dirty="0"/>
              <a:t>Research objectives</a:t>
            </a:r>
          </a:p>
        </p:txBody>
      </p:sp>
      <p:sp>
        <p:nvSpPr>
          <p:cNvPr id="3" name="Date Placeholder 2">
            <a:extLst>
              <a:ext uri="{FF2B5EF4-FFF2-40B4-BE49-F238E27FC236}">
                <a16:creationId xmlns:a16="http://schemas.microsoft.com/office/drawing/2014/main" id="{B902FE53-48AD-8C34-9C0A-28EAAC4E0CAD}"/>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101EDA1A-C689-2FC8-7440-0992F91893C4}"/>
              </a:ext>
            </a:extLst>
          </p:cNvPr>
          <p:cNvSpPr>
            <a:spLocks noGrp="1"/>
          </p:cNvSpPr>
          <p:nvPr>
            <p:ph type="sldNum" sz="quarter" idx="12"/>
          </p:nvPr>
        </p:nvSpPr>
        <p:spPr/>
        <p:txBody>
          <a:bodyPr/>
          <a:lstStyle/>
          <a:p>
            <a:fld id="{091A926C-488A-4E3E-9C21-57CAA120E114}" type="slidenum">
              <a:rPr lang="en-GB" smtClean="0"/>
              <a:t>8</a:t>
            </a:fld>
            <a:endParaRPr lang="en-GB" dirty="0"/>
          </a:p>
        </p:txBody>
      </p:sp>
      <p:graphicFrame>
        <p:nvGraphicFramePr>
          <p:cNvPr id="5" name="Diagram 4">
            <a:extLst>
              <a:ext uri="{FF2B5EF4-FFF2-40B4-BE49-F238E27FC236}">
                <a16:creationId xmlns:a16="http://schemas.microsoft.com/office/drawing/2014/main" id="{E9F644CF-608E-FCB0-9A99-05A6CFD966ED}"/>
              </a:ext>
            </a:extLst>
          </p:cNvPr>
          <p:cNvGraphicFramePr/>
          <p:nvPr>
            <p:extLst>
              <p:ext uri="{D42A27DB-BD31-4B8C-83A1-F6EECF244321}">
                <p14:modId xmlns:p14="http://schemas.microsoft.com/office/powerpoint/2010/main" val="2856354664"/>
              </p:ext>
            </p:extLst>
          </p:nvPr>
        </p:nvGraphicFramePr>
        <p:xfrm>
          <a:off x="-1787978" y="1485573"/>
          <a:ext cx="14899544" cy="30399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Content Placeholder 6">
            <a:extLst>
              <a:ext uri="{FF2B5EF4-FFF2-40B4-BE49-F238E27FC236}">
                <a16:creationId xmlns:a16="http://schemas.microsoft.com/office/drawing/2014/main" id="{02190807-5F99-5F38-0DB5-C6AF7E0C8A82}"/>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713236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27817-81F0-C00D-6A2C-DC7EA64EA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D326CC-F98A-4C91-82CD-B153463DF0AF}"/>
              </a:ext>
            </a:extLst>
          </p:cNvPr>
          <p:cNvSpPr>
            <a:spLocks noGrp="1"/>
          </p:cNvSpPr>
          <p:nvPr>
            <p:ph type="title"/>
          </p:nvPr>
        </p:nvSpPr>
        <p:spPr/>
        <p:txBody>
          <a:bodyPr/>
          <a:lstStyle/>
          <a:p>
            <a:r>
              <a:rPr lang="en-US" dirty="0"/>
              <a:t>Research objectives</a:t>
            </a:r>
          </a:p>
        </p:txBody>
      </p:sp>
      <p:sp>
        <p:nvSpPr>
          <p:cNvPr id="3" name="Date Placeholder 2">
            <a:extLst>
              <a:ext uri="{FF2B5EF4-FFF2-40B4-BE49-F238E27FC236}">
                <a16:creationId xmlns:a16="http://schemas.microsoft.com/office/drawing/2014/main" id="{9828C151-EF0D-12D4-8E4B-33033900D213}"/>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5CFD508C-BA6A-7C51-354E-B802891E62DA}"/>
              </a:ext>
            </a:extLst>
          </p:cNvPr>
          <p:cNvSpPr>
            <a:spLocks noGrp="1"/>
          </p:cNvSpPr>
          <p:nvPr>
            <p:ph type="sldNum" sz="quarter" idx="12"/>
          </p:nvPr>
        </p:nvSpPr>
        <p:spPr/>
        <p:txBody>
          <a:bodyPr/>
          <a:lstStyle/>
          <a:p>
            <a:fld id="{091A926C-488A-4E3E-9C21-57CAA120E114}" type="slidenum">
              <a:rPr lang="en-GB" smtClean="0"/>
              <a:t>9</a:t>
            </a:fld>
            <a:endParaRPr lang="en-GB" dirty="0"/>
          </a:p>
        </p:txBody>
      </p:sp>
      <p:graphicFrame>
        <p:nvGraphicFramePr>
          <p:cNvPr id="5" name="Diagram 4">
            <a:extLst>
              <a:ext uri="{FF2B5EF4-FFF2-40B4-BE49-F238E27FC236}">
                <a16:creationId xmlns:a16="http://schemas.microsoft.com/office/drawing/2014/main" id="{9015C797-0BBC-9808-254C-05B17017A468}"/>
              </a:ext>
            </a:extLst>
          </p:cNvPr>
          <p:cNvGraphicFramePr/>
          <p:nvPr/>
        </p:nvGraphicFramePr>
        <p:xfrm>
          <a:off x="-1787978" y="1485572"/>
          <a:ext cx="14872212" cy="4241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Content Placeholder 6">
            <a:extLst>
              <a:ext uri="{FF2B5EF4-FFF2-40B4-BE49-F238E27FC236}">
                <a16:creationId xmlns:a16="http://schemas.microsoft.com/office/drawing/2014/main" id="{311B907C-5164-9F3A-A63E-CE1284B772CF}"/>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132767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BDB9893A-37A4-EF73-63C3-72B6142047E0}"/>
              </a:ext>
            </a:extLst>
          </p:cNvPr>
          <p:cNvSpPr>
            <a:spLocks noGrp="1"/>
          </p:cNvSpPr>
          <p:nvPr>
            <p:ph type="dt" sz="half" idx="10"/>
          </p:nvPr>
        </p:nvSpPr>
        <p:spPr/>
        <p:txBody>
          <a:bodyPr/>
          <a:lstStyle/>
          <a:p>
            <a:fld id="{BAE4B30B-D853-4AE6-9B99-718FF91CCB22}" type="datetime1">
              <a:rPr lang="en-GB" smtClean="0"/>
              <a:t>24/06/2026</a:t>
            </a:fld>
            <a:endParaRPr lang="en-GB" dirty="0"/>
          </a:p>
        </p:txBody>
      </p:sp>
      <p:sp>
        <p:nvSpPr>
          <p:cNvPr id="6" name="Slide Number Placeholder 5">
            <a:extLst>
              <a:ext uri="{FF2B5EF4-FFF2-40B4-BE49-F238E27FC236}">
                <a16:creationId xmlns:a16="http://schemas.microsoft.com/office/drawing/2014/main" id="{4F6D3620-2448-255B-6B67-7EF5C5A54A92}"/>
              </a:ext>
            </a:extLst>
          </p:cNvPr>
          <p:cNvSpPr>
            <a:spLocks noGrp="1"/>
          </p:cNvSpPr>
          <p:nvPr>
            <p:ph type="sldNum" sz="quarter" idx="12"/>
          </p:nvPr>
        </p:nvSpPr>
        <p:spPr/>
        <p:txBody>
          <a:bodyPr/>
          <a:lstStyle/>
          <a:p>
            <a:fld id="{091A926C-488A-4E3E-9C21-57CAA120E114}" type="slidenum">
              <a:rPr lang="en-GB" smtClean="0"/>
              <a:t>10</a:t>
            </a:fld>
            <a:endParaRPr lang="en-GB" dirty="0"/>
          </a:p>
        </p:txBody>
      </p:sp>
      <p:sp>
        <p:nvSpPr>
          <p:cNvPr id="8" name="Titel 1">
            <a:extLst>
              <a:ext uri="{FF2B5EF4-FFF2-40B4-BE49-F238E27FC236}">
                <a16:creationId xmlns:a16="http://schemas.microsoft.com/office/drawing/2014/main" id="{CCD0124B-DFD8-1CF6-40CD-288DA94AF6B9}"/>
              </a:ext>
            </a:extLst>
          </p:cNvPr>
          <p:cNvSpPr>
            <a:spLocks noGrp="1"/>
          </p:cNvSpPr>
          <p:nvPr>
            <p:ph type="title"/>
          </p:nvPr>
        </p:nvSpPr>
        <p:spPr>
          <a:xfrm>
            <a:off x="588964" y="620714"/>
            <a:ext cx="11012486" cy="865186"/>
          </a:xfrm>
        </p:spPr>
        <p:txBody>
          <a:bodyPr anchor="t">
            <a:normAutofit/>
          </a:bodyPr>
          <a:lstStyle/>
          <a:p>
            <a:r>
              <a:rPr lang="en-US" sz="3000" noProof="1"/>
              <a:t>Theory</a:t>
            </a:r>
          </a:p>
        </p:txBody>
      </p:sp>
      <p:graphicFrame>
        <p:nvGraphicFramePr>
          <p:cNvPr id="28" name="Content Placeholder 6">
            <a:extLst>
              <a:ext uri="{FF2B5EF4-FFF2-40B4-BE49-F238E27FC236}">
                <a16:creationId xmlns:a16="http://schemas.microsoft.com/office/drawing/2014/main" id="{96BF9880-DFB2-FBE6-38B2-8FCC66D13A15}"/>
              </a:ext>
            </a:extLst>
          </p:cNvPr>
          <p:cNvGraphicFramePr>
            <a:graphicFrameLocks/>
          </p:cNvGraphicFramePr>
          <p:nvPr>
            <p:extLst>
              <p:ext uri="{D42A27DB-BD31-4B8C-83A1-F6EECF244321}">
                <p14:modId xmlns:p14="http://schemas.microsoft.com/office/powerpoint/2010/main" val="1233656704"/>
              </p:ext>
            </p:extLst>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a:extLst>
              <a:ext uri="{FF2B5EF4-FFF2-40B4-BE49-F238E27FC236}">
                <a16:creationId xmlns:a16="http://schemas.microsoft.com/office/drawing/2014/main" id="{331AF1D6-D0A3-8D71-230B-7D8511802619}"/>
              </a:ext>
            </a:extLst>
          </p:cNvPr>
          <p:cNvGraphicFramePr/>
          <p:nvPr>
            <p:extLst>
              <p:ext uri="{D42A27DB-BD31-4B8C-83A1-F6EECF244321}">
                <p14:modId xmlns:p14="http://schemas.microsoft.com/office/powerpoint/2010/main" val="4203913584"/>
              </p:ext>
            </p:extLst>
          </p:nvPr>
        </p:nvGraphicFramePr>
        <p:xfrm>
          <a:off x="12186834" y="1308100"/>
          <a:ext cx="14872212" cy="4241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5608487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55A18-47BE-C331-1C08-B388A7173629}"/>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9D14CB97-CF1B-C6A6-9BE1-C4591123C167}"/>
              </a:ext>
            </a:extLst>
          </p:cNvPr>
          <p:cNvSpPr>
            <a:spLocks noGrp="1"/>
          </p:cNvSpPr>
          <p:nvPr>
            <p:ph type="dt" sz="half" idx="10"/>
          </p:nvPr>
        </p:nvSpPr>
        <p:spPr/>
        <p:txBody>
          <a:bodyPr/>
          <a:lstStyle/>
          <a:p>
            <a:fld id="{BAE4B30B-D853-4AE6-9B99-718FF91CCB22}" type="datetime1">
              <a:rPr lang="en-GB" smtClean="0"/>
              <a:t>24/06/2026</a:t>
            </a:fld>
            <a:endParaRPr lang="en-GB" dirty="0"/>
          </a:p>
        </p:txBody>
      </p:sp>
      <p:sp>
        <p:nvSpPr>
          <p:cNvPr id="6" name="Slide Number Placeholder 5">
            <a:extLst>
              <a:ext uri="{FF2B5EF4-FFF2-40B4-BE49-F238E27FC236}">
                <a16:creationId xmlns:a16="http://schemas.microsoft.com/office/drawing/2014/main" id="{CFF4834D-67DC-4F09-5E5E-1A5A77EEB871}"/>
              </a:ext>
            </a:extLst>
          </p:cNvPr>
          <p:cNvSpPr>
            <a:spLocks noGrp="1"/>
          </p:cNvSpPr>
          <p:nvPr>
            <p:ph type="sldNum" sz="quarter" idx="12"/>
          </p:nvPr>
        </p:nvSpPr>
        <p:spPr/>
        <p:txBody>
          <a:bodyPr/>
          <a:lstStyle/>
          <a:p>
            <a:fld id="{091A926C-488A-4E3E-9C21-57CAA120E114}" type="slidenum">
              <a:rPr lang="en-GB" smtClean="0"/>
              <a:t>11</a:t>
            </a:fld>
            <a:endParaRPr lang="en-GB" dirty="0"/>
          </a:p>
        </p:txBody>
      </p:sp>
      <p:sp>
        <p:nvSpPr>
          <p:cNvPr id="8" name="Titel 1">
            <a:extLst>
              <a:ext uri="{FF2B5EF4-FFF2-40B4-BE49-F238E27FC236}">
                <a16:creationId xmlns:a16="http://schemas.microsoft.com/office/drawing/2014/main" id="{B73A4764-3FEF-CA80-1EC0-40D08EAFB5C3}"/>
              </a:ext>
            </a:extLst>
          </p:cNvPr>
          <p:cNvSpPr>
            <a:spLocks noGrp="1"/>
          </p:cNvSpPr>
          <p:nvPr>
            <p:ph type="title"/>
          </p:nvPr>
        </p:nvSpPr>
        <p:spPr>
          <a:xfrm>
            <a:off x="588964" y="620714"/>
            <a:ext cx="11012486" cy="865186"/>
          </a:xfrm>
        </p:spPr>
        <p:txBody>
          <a:bodyPr anchor="t">
            <a:normAutofit/>
          </a:bodyPr>
          <a:lstStyle/>
          <a:p>
            <a:r>
              <a:rPr lang="en-US" sz="3000" noProof="1"/>
              <a:t>Theory</a:t>
            </a:r>
          </a:p>
        </p:txBody>
      </p:sp>
      <mc:AlternateContent xmlns:mc="http://schemas.openxmlformats.org/markup-compatibility/2006" xmlns:a14="http://schemas.microsoft.com/office/drawing/2010/main">
        <mc:Choice Requires="a14">
          <p:graphicFrame>
            <p:nvGraphicFramePr>
              <p:cNvPr id="23" name="Diagram 22">
                <a:extLst>
                  <a:ext uri="{FF2B5EF4-FFF2-40B4-BE49-F238E27FC236}">
                    <a16:creationId xmlns:a16="http://schemas.microsoft.com/office/drawing/2014/main" id="{ACE65E31-89B2-56EE-6525-86C0FFA61E33}"/>
                  </a:ext>
                </a:extLst>
              </p:cNvPr>
              <p:cNvGraphicFramePr/>
              <p:nvPr>
                <p:extLst>
                  <p:ext uri="{D42A27DB-BD31-4B8C-83A1-F6EECF244321}">
                    <p14:modId xmlns:p14="http://schemas.microsoft.com/office/powerpoint/2010/main" val="1186753822"/>
                  </p:ext>
                </p:extLst>
              </p:nvPr>
            </p:nvGraphicFramePr>
            <p:xfrm>
              <a:off x="588964" y="1190874"/>
              <a:ext cx="11012486" cy="25287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23" name="Diagram 22">
                <a:extLst>
                  <a:ext uri="{FF2B5EF4-FFF2-40B4-BE49-F238E27FC236}">
                    <a16:creationId xmlns:a16="http://schemas.microsoft.com/office/drawing/2014/main" id="{ACE65E31-89B2-56EE-6525-86C0FFA61E33}"/>
                  </a:ext>
                </a:extLst>
              </p:cNvPr>
              <p:cNvGraphicFramePr/>
              <p:nvPr>
                <p:extLst>
                  <p:ext uri="{D42A27DB-BD31-4B8C-83A1-F6EECF244321}">
                    <p14:modId xmlns:p14="http://schemas.microsoft.com/office/powerpoint/2010/main" val="1186753822"/>
                  </p:ext>
                </p:extLst>
              </p:nvPr>
            </p:nvGraphicFramePr>
            <p:xfrm>
              <a:off x="588964" y="1190874"/>
              <a:ext cx="11012486" cy="252871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graphicFrame>
        <p:nvGraphicFramePr>
          <p:cNvPr id="28" name="Content Placeholder 6">
            <a:extLst>
              <a:ext uri="{FF2B5EF4-FFF2-40B4-BE49-F238E27FC236}">
                <a16:creationId xmlns:a16="http://schemas.microsoft.com/office/drawing/2014/main" id="{38272332-CE7D-0208-777C-CC414C471FFD}"/>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8157903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EB3B7-1AE2-6BBB-E6F5-675C09B9D313}"/>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7E461500-67D4-C9FB-39F2-3EE4615C7481}"/>
              </a:ext>
            </a:extLst>
          </p:cNvPr>
          <p:cNvSpPr>
            <a:spLocks noGrp="1"/>
          </p:cNvSpPr>
          <p:nvPr>
            <p:ph type="dt" sz="half" idx="10"/>
          </p:nvPr>
        </p:nvSpPr>
        <p:spPr/>
        <p:txBody>
          <a:bodyPr/>
          <a:lstStyle/>
          <a:p>
            <a:fld id="{BAE4B30B-D853-4AE6-9B99-718FF91CCB22}" type="datetime1">
              <a:rPr lang="en-GB" smtClean="0"/>
              <a:t>24/06/2026</a:t>
            </a:fld>
            <a:endParaRPr lang="en-GB" dirty="0"/>
          </a:p>
        </p:txBody>
      </p:sp>
      <p:sp>
        <p:nvSpPr>
          <p:cNvPr id="6" name="Slide Number Placeholder 5">
            <a:extLst>
              <a:ext uri="{FF2B5EF4-FFF2-40B4-BE49-F238E27FC236}">
                <a16:creationId xmlns:a16="http://schemas.microsoft.com/office/drawing/2014/main" id="{49FB68FD-A62A-3633-8D8B-FAD3B3BC9C93}"/>
              </a:ext>
            </a:extLst>
          </p:cNvPr>
          <p:cNvSpPr>
            <a:spLocks noGrp="1"/>
          </p:cNvSpPr>
          <p:nvPr>
            <p:ph type="sldNum" sz="quarter" idx="12"/>
          </p:nvPr>
        </p:nvSpPr>
        <p:spPr/>
        <p:txBody>
          <a:bodyPr/>
          <a:lstStyle/>
          <a:p>
            <a:fld id="{091A926C-488A-4E3E-9C21-57CAA120E114}" type="slidenum">
              <a:rPr lang="en-GB" smtClean="0"/>
              <a:t>12</a:t>
            </a:fld>
            <a:endParaRPr lang="en-GB" dirty="0"/>
          </a:p>
        </p:txBody>
      </p:sp>
      <p:sp>
        <p:nvSpPr>
          <p:cNvPr id="8" name="Titel 1">
            <a:extLst>
              <a:ext uri="{FF2B5EF4-FFF2-40B4-BE49-F238E27FC236}">
                <a16:creationId xmlns:a16="http://schemas.microsoft.com/office/drawing/2014/main" id="{FF156F24-B0F2-92B6-C85D-A86DE5FAA643}"/>
              </a:ext>
            </a:extLst>
          </p:cNvPr>
          <p:cNvSpPr>
            <a:spLocks noGrp="1"/>
          </p:cNvSpPr>
          <p:nvPr>
            <p:ph type="title"/>
          </p:nvPr>
        </p:nvSpPr>
        <p:spPr>
          <a:xfrm>
            <a:off x="588964" y="620714"/>
            <a:ext cx="11012486" cy="865186"/>
          </a:xfrm>
        </p:spPr>
        <p:txBody>
          <a:bodyPr anchor="t">
            <a:normAutofit/>
          </a:bodyPr>
          <a:lstStyle/>
          <a:p>
            <a:r>
              <a:rPr lang="en-US" sz="3000" noProof="1"/>
              <a:t>Theory</a:t>
            </a:r>
          </a:p>
        </p:txBody>
      </p:sp>
      <mc:AlternateContent xmlns:mc="http://schemas.openxmlformats.org/markup-compatibility/2006" xmlns:a14="http://schemas.microsoft.com/office/drawing/2010/main">
        <mc:Choice Requires="a14">
          <p:graphicFrame>
            <p:nvGraphicFramePr>
              <p:cNvPr id="23" name="Diagram 22">
                <a:extLst>
                  <a:ext uri="{FF2B5EF4-FFF2-40B4-BE49-F238E27FC236}">
                    <a16:creationId xmlns:a16="http://schemas.microsoft.com/office/drawing/2014/main" id="{FF39BB15-6521-1554-72D1-C7E7D9335E59}"/>
                  </a:ext>
                </a:extLst>
              </p:cNvPr>
              <p:cNvGraphicFramePr/>
              <p:nvPr>
                <p:extLst>
                  <p:ext uri="{D42A27DB-BD31-4B8C-83A1-F6EECF244321}">
                    <p14:modId xmlns:p14="http://schemas.microsoft.com/office/powerpoint/2010/main" val="2692078304"/>
                  </p:ext>
                </p:extLst>
              </p:nvPr>
            </p:nvGraphicFramePr>
            <p:xfrm>
              <a:off x="588964" y="1190874"/>
              <a:ext cx="11012486" cy="32571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23" name="Diagram 22">
                <a:extLst>
                  <a:ext uri="{FF2B5EF4-FFF2-40B4-BE49-F238E27FC236}">
                    <a16:creationId xmlns:a16="http://schemas.microsoft.com/office/drawing/2014/main" id="{FF39BB15-6521-1554-72D1-C7E7D9335E59}"/>
                  </a:ext>
                </a:extLst>
              </p:cNvPr>
              <p:cNvGraphicFramePr/>
              <p:nvPr>
                <p:extLst>
                  <p:ext uri="{D42A27DB-BD31-4B8C-83A1-F6EECF244321}">
                    <p14:modId xmlns:p14="http://schemas.microsoft.com/office/powerpoint/2010/main" val="2692078304"/>
                  </p:ext>
                </p:extLst>
              </p:nvPr>
            </p:nvGraphicFramePr>
            <p:xfrm>
              <a:off x="588964" y="1190874"/>
              <a:ext cx="11012486" cy="32571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graphicFrame>
        <p:nvGraphicFramePr>
          <p:cNvPr id="28" name="Content Placeholder 6">
            <a:extLst>
              <a:ext uri="{FF2B5EF4-FFF2-40B4-BE49-F238E27FC236}">
                <a16:creationId xmlns:a16="http://schemas.microsoft.com/office/drawing/2014/main" id="{75EDF8A2-767C-DF2C-AC04-64E3318EB7F7}"/>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1013117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2AB0E-A6B3-D728-FFE4-B8FAD793878F}"/>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6171EEFD-708C-A9F1-14A5-A3E8E889D97F}"/>
              </a:ext>
            </a:extLst>
          </p:cNvPr>
          <p:cNvSpPr>
            <a:spLocks noGrp="1"/>
          </p:cNvSpPr>
          <p:nvPr>
            <p:ph type="dt" sz="half" idx="10"/>
          </p:nvPr>
        </p:nvSpPr>
        <p:spPr/>
        <p:txBody>
          <a:bodyPr/>
          <a:lstStyle/>
          <a:p>
            <a:fld id="{BAE4B30B-D853-4AE6-9B99-718FF91CCB22}" type="datetime1">
              <a:rPr lang="en-GB" smtClean="0"/>
              <a:t>24/06/2026</a:t>
            </a:fld>
            <a:endParaRPr lang="en-GB" dirty="0"/>
          </a:p>
        </p:txBody>
      </p:sp>
      <p:sp>
        <p:nvSpPr>
          <p:cNvPr id="6" name="Slide Number Placeholder 5">
            <a:extLst>
              <a:ext uri="{FF2B5EF4-FFF2-40B4-BE49-F238E27FC236}">
                <a16:creationId xmlns:a16="http://schemas.microsoft.com/office/drawing/2014/main" id="{050C38B6-9853-D041-A817-3972580C0640}"/>
              </a:ext>
            </a:extLst>
          </p:cNvPr>
          <p:cNvSpPr>
            <a:spLocks noGrp="1"/>
          </p:cNvSpPr>
          <p:nvPr>
            <p:ph type="sldNum" sz="quarter" idx="12"/>
          </p:nvPr>
        </p:nvSpPr>
        <p:spPr/>
        <p:txBody>
          <a:bodyPr/>
          <a:lstStyle/>
          <a:p>
            <a:fld id="{091A926C-488A-4E3E-9C21-57CAA120E114}" type="slidenum">
              <a:rPr lang="en-GB" smtClean="0"/>
              <a:t>13</a:t>
            </a:fld>
            <a:endParaRPr lang="en-GB" dirty="0"/>
          </a:p>
        </p:txBody>
      </p:sp>
      <p:sp>
        <p:nvSpPr>
          <p:cNvPr id="8" name="Titel 1">
            <a:extLst>
              <a:ext uri="{FF2B5EF4-FFF2-40B4-BE49-F238E27FC236}">
                <a16:creationId xmlns:a16="http://schemas.microsoft.com/office/drawing/2014/main" id="{91D671D5-669C-83BE-A3F4-E1814DFC61F7}"/>
              </a:ext>
            </a:extLst>
          </p:cNvPr>
          <p:cNvSpPr>
            <a:spLocks noGrp="1"/>
          </p:cNvSpPr>
          <p:nvPr>
            <p:ph type="title"/>
          </p:nvPr>
        </p:nvSpPr>
        <p:spPr>
          <a:xfrm>
            <a:off x="588964" y="620714"/>
            <a:ext cx="11012486" cy="865186"/>
          </a:xfrm>
        </p:spPr>
        <p:txBody>
          <a:bodyPr anchor="t">
            <a:normAutofit/>
          </a:bodyPr>
          <a:lstStyle/>
          <a:p>
            <a:r>
              <a:rPr lang="en-US" sz="3000" noProof="1"/>
              <a:t>Theory</a:t>
            </a:r>
          </a:p>
        </p:txBody>
      </p:sp>
      <mc:AlternateContent xmlns:mc="http://schemas.openxmlformats.org/markup-compatibility/2006" xmlns:a14="http://schemas.microsoft.com/office/drawing/2010/main">
        <mc:Choice Requires="a14">
          <p:graphicFrame>
            <p:nvGraphicFramePr>
              <p:cNvPr id="23" name="Diagram 22">
                <a:extLst>
                  <a:ext uri="{FF2B5EF4-FFF2-40B4-BE49-F238E27FC236}">
                    <a16:creationId xmlns:a16="http://schemas.microsoft.com/office/drawing/2014/main" id="{FC6F97D5-AB92-FD34-9AA4-06AD214596AF}"/>
                  </a:ext>
                </a:extLst>
              </p:cNvPr>
              <p:cNvGraphicFramePr/>
              <p:nvPr>
                <p:extLst>
                  <p:ext uri="{D42A27DB-BD31-4B8C-83A1-F6EECF244321}">
                    <p14:modId xmlns:p14="http://schemas.microsoft.com/office/powerpoint/2010/main" val="265795124"/>
                  </p:ext>
                </p:extLst>
              </p:nvPr>
            </p:nvGraphicFramePr>
            <p:xfrm>
              <a:off x="588964" y="1190874"/>
              <a:ext cx="11012486" cy="43527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23" name="Diagram 22">
                <a:extLst>
                  <a:ext uri="{FF2B5EF4-FFF2-40B4-BE49-F238E27FC236}">
                    <a16:creationId xmlns:a16="http://schemas.microsoft.com/office/drawing/2014/main" id="{FC6F97D5-AB92-FD34-9AA4-06AD214596AF}"/>
                  </a:ext>
                </a:extLst>
              </p:cNvPr>
              <p:cNvGraphicFramePr/>
              <p:nvPr>
                <p:extLst>
                  <p:ext uri="{D42A27DB-BD31-4B8C-83A1-F6EECF244321}">
                    <p14:modId xmlns:p14="http://schemas.microsoft.com/office/powerpoint/2010/main" val="265795124"/>
                  </p:ext>
                </p:extLst>
              </p:nvPr>
            </p:nvGraphicFramePr>
            <p:xfrm>
              <a:off x="588964" y="1190874"/>
              <a:ext cx="11012486" cy="435279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graphicFrame>
        <p:nvGraphicFramePr>
          <p:cNvPr id="28" name="Content Placeholder 6">
            <a:extLst>
              <a:ext uri="{FF2B5EF4-FFF2-40B4-BE49-F238E27FC236}">
                <a16:creationId xmlns:a16="http://schemas.microsoft.com/office/drawing/2014/main" id="{B3C64ADB-8746-F125-2ADC-246E25CA7904}"/>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260709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0F417-65CC-0994-1540-59878291267D}"/>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8DA1AEC5-C0BB-1A63-08B1-AA85451C8A9D}"/>
              </a:ext>
            </a:extLst>
          </p:cNvPr>
          <p:cNvSpPr>
            <a:spLocks noGrp="1"/>
          </p:cNvSpPr>
          <p:nvPr>
            <p:ph type="dt" sz="half" idx="10"/>
          </p:nvPr>
        </p:nvSpPr>
        <p:spPr/>
        <p:txBody>
          <a:bodyPr/>
          <a:lstStyle/>
          <a:p>
            <a:fld id="{BAE4B30B-D853-4AE6-9B99-718FF91CCB22}" type="datetime1">
              <a:rPr lang="en-GB" smtClean="0"/>
              <a:t>24/06/2026</a:t>
            </a:fld>
            <a:endParaRPr lang="en-GB" dirty="0"/>
          </a:p>
        </p:txBody>
      </p:sp>
      <p:sp>
        <p:nvSpPr>
          <p:cNvPr id="6" name="Slide Number Placeholder 5">
            <a:extLst>
              <a:ext uri="{FF2B5EF4-FFF2-40B4-BE49-F238E27FC236}">
                <a16:creationId xmlns:a16="http://schemas.microsoft.com/office/drawing/2014/main" id="{3FC69174-F432-4011-EAE2-094F1C025097}"/>
              </a:ext>
            </a:extLst>
          </p:cNvPr>
          <p:cNvSpPr>
            <a:spLocks noGrp="1"/>
          </p:cNvSpPr>
          <p:nvPr>
            <p:ph type="sldNum" sz="quarter" idx="12"/>
          </p:nvPr>
        </p:nvSpPr>
        <p:spPr/>
        <p:txBody>
          <a:bodyPr/>
          <a:lstStyle/>
          <a:p>
            <a:fld id="{091A926C-488A-4E3E-9C21-57CAA120E114}" type="slidenum">
              <a:rPr lang="en-GB" smtClean="0"/>
              <a:t>14</a:t>
            </a:fld>
            <a:endParaRPr lang="en-GB" dirty="0"/>
          </a:p>
        </p:txBody>
      </p:sp>
      <p:sp>
        <p:nvSpPr>
          <p:cNvPr id="8" name="Titel 1">
            <a:extLst>
              <a:ext uri="{FF2B5EF4-FFF2-40B4-BE49-F238E27FC236}">
                <a16:creationId xmlns:a16="http://schemas.microsoft.com/office/drawing/2014/main" id="{4277B44E-D713-B420-5B88-AC93835DF5F0}"/>
              </a:ext>
            </a:extLst>
          </p:cNvPr>
          <p:cNvSpPr>
            <a:spLocks noGrp="1"/>
          </p:cNvSpPr>
          <p:nvPr>
            <p:ph type="title"/>
          </p:nvPr>
        </p:nvSpPr>
        <p:spPr>
          <a:xfrm>
            <a:off x="588964" y="620714"/>
            <a:ext cx="11012486" cy="865186"/>
          </a:xfrm>
        </p:spPr>
        <p:txBody>
          <a:bodyPr anchor="t">
            <a:normAutofit/>
          </a:bodyPr>
          <a:lstStyle/>
          <a:p>
            <a:r>
              <a:rPr lang="en-US" sz="3000" noProof="1"/>
              <a:t>Theory</a:t>
            </a:r>
          </a:p>
        </p:txBody>
      </p:sp>
      <mc:AlternateContent xmlns:mc="http://schemas.openxmlformats.org/markup-compatibility/2006">
        <mc:Choice xmlns:a14="http://schemas.microsoft.com/office/drawing/2010/main" Requires="a14">
          <p:graphicFrame>
            <p:nvGraphicFramePr>
              <p:cNvPr id="23" name="Diagram 22">
                <a:extLst>
                  <a:ext uri="{FF2B5EF4-FFF2-40B4-BE49-F238E27FC236}">
                    <a16:creationId xmlns:a16="http://schemas.microsoft.com/office/drawing/2014/main" id="{6EE8DA7C-8035-F169-412B-C13D2F5E1514}"/>
                  </a:ext>
                </a:extLst>
              </p:cNvPr>
              <p:cNvGraphicFramePr/>
              <p:nvPr>
                <p:extLst>
                  <p:ext uri="{D42A27DB-BD31-4B8C-83A1-F6EECF244321}">
                    <p14:modId xmlns:p14="http://schemas.microsoft.com/office/powerpoint/2010/main" val="491559225"/>
                  </p:ext>
                </p:extLst>
              </p:nvPr>
            </p:nvGraphicFramePr>
            <p:xfrm>
              <a:off x="588964" y="1190874"/>
              <a:ext cx="11012486" cy="5046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p:graphicFrame>
            <p:nvGraphicFramePr>
              <p:cNvPr id="23" name="Diagram 22">
                <a:extLst>
                  <a:ext uri="{FF2B5EF4-FFF2-40B4-BE49-F238E27FC236}">
                    <a16:creationId xmlns:a16="http://schemas.microsoft.com/office/drawing/2014/main" id="{6EE8DA7C-8035-F169-412B-C13D2F5E1514}"/>
                  </a:ext>
                </a:extLst>
              </p:cNvPr>
              <p:cNvGraphicFramePr/>
              <p:nvPr>
                <p:extLst>
                  <p:ext uri="{D42A27DB-BD31-4B8C-83A1-F6EECF244321}">
                    <p14:modId xmlns:p14="http://schemas.microsoft.com/office/powerpoint/2010/main" val="491559225"/>
                  </p:ext>
                </p:extLst>
              </p:nvPr>
            </p:nvGraphicFramePr>
            <p:xfrm>
              <a:off x="588964" y="1190874"/>
              <a:ext cx="11012486" cy="5046412"/>
            </p:xfrm>
            <a:graphic>
              <a:graphicData uri="http://schemas.openxmlformats.org/drawingml/2006/diagram">
                <dgm:relIds xmlns:dgm="http://schemas.openxmlformats.org/drawingml/2006/diagram" xmlns:r="http://schemas.openxmlformats.org/officeDocument/2006/relationships" r:dm="rId8" r:lo="rId4" r:qs="rId5" r:cs="rId6"/>
              </a:graphicData>
            </a:graphic>
          </p:graphicFrame>
        </mc:Fallback>
      </mc:AlternateContent>
      <p:graphicFrame>
        <p:nvGraphicFramePr>
          <p:cNvPr id="28" name="Content Placeholder 6">
            <a:extLst>
              <a:ext uri="{FF2B5EF4-FFF2-40B4-BE49-F238E27FC236}">
                <a16:creationId xmlns:a16="http://schemas.microsoft.com/office/drawing/2014/main" id="{61B6FE97-3372-5D3F-C53B-FCCE26E9E5D1}"/>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AlternateContent xmlns:mc="http://schemas.openxmlformats.org/markup-compatibility/2006" xmlns:a14="http://schemas.microsoft.com/office/drawing/2010/main">
        <mc:Choice Requires="a14">
          <p:graphicFrame>
            <p:nvGraphicFramePr>
              <p:cNvPr id="9" name="Content Placeholder 26">
                <a:extLst>
                  <a:ext uri="{FF2B5EF4-FFF2-40B4-BE49-F238E27FC236}">
                    <a16:creationId xmlns:a16="http://schemas.microsoft.com/office/drawing/2014/main" id="{BD7C4322-4F98-77A2-DEAE-F4A19E16FD0F}"/>
                  </a:ext>
                </a:extLst>
              </p:cNvPr>
              <p:cNvGraphicFramePr>
                <a:graphicFrameLocks/>
              </p:cNvGraphicFramePr>
              <p:nvPr/>
            </p:nvGraphicFramePr>
            <p:xfrm>
              <a:off x="13039411" y="2514044"/>
              <a:ext cx="3470937" cy="2400072"/>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Choice>
        <mc:Fallback xmlns="">
          <p:graphicFrame>
            <p:nvGraphicFramePr>
              <p:cNvPr id="9" name="Content Placeholder 26">
                <a:extLst>
                  <a:ext uri="{FF2B5EF4-FFF2-40B4-BE49-F238E27FC236}">
                    <a16:creationId xmlns:a16="http://schemas.microsoft.com/office/drawing/2014/main" id="{BD7C4322-4F98-77A2-DEAE-F4A19E16FD0F}"/>
                  </a:ext>
                </a:extLst>
              </p:cNvPr>
              <p:cNvGraphicFramePr>
                <a:graphicFrameLocks/>
              </p:cNvGraphicFramePr>
              <p:nvPr/>
            </p:nvGraphicFramePr>
            <p:xfrm>
              <a:off x="13039411" y="2514044"/>
              <a:ext cx="3470937" cy="2400072"/>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mc:Fallback>
      </mc:AlternateContent>
      <p:cxnSp>
        <p:nvCxnSpPr>
          <p:cNvPr id="4" name="Straight Arrow Connector 3">
            <a:extLst>
              <a:ext uri="{FF2B5EF4-FFF2-40B4-BE49-F238E27FC236}">
                <a16:creationId xmlns:a16="http://schemas.microsoft.com/office/drawing/2014/main" id="{F8BA394A-0536-5A80-AEBA-033A0A54AEE6}"/>
              </a:ext>
            </a:extLst>
          </p:cNvPr>
          <p:cNvCxnSpPr>
            <a:cxnSpLocks/>
          </p:cNvCxnSpPr>
          <p:nvPr/>
        </p:nvCxnSpPr>
        <p:spPr>
          <a:xfrm flipV="1">
            <a:off x="6865749" y="7324103"/>
            <a:ext cx="1262944" cy="13201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38866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E9E56-F013-C75F-77DF-5164A1638CF7}"/>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A29D1A1E-B949-A19E-20E6-D5FCCDEBF9D0}"/>
              </a:ext>
            </a:extLst>
          </p:cNvPr>
          <p:cNvSpPr>
            <a:spLocks noGrp="1"/>
          </p:cNvSpPr>
          <p:nvPr>
            <p:ph type="dt" sz="half" idx="10"/>
          </p:nvPr>
        </p:nvSpPr>
        <p:spPr/>
        <p:txBody>
          <a:bodyPr/>
          <a:lstStyle/>
          <a:p>
            <a:fld id="{BAE4B30B-D853-4AE6-9B99-718FF91CCB22}" type="datetime1">
              <a:rPr lang="en-GB" smtClean="0"/>
              <a:t>24/06/2026</a:t>
            </a:fld>
            <a:endParaRPr lang="en-GB" dirty="0"/>
          </a:p>
        </p:txBody>
      </p:sp>
      <p:sp>
        <p:nvSpPr>
          <p:cNvPr id="6" name="Slide Number Placeholder 5">
            <a:extLst>
              <a:ext uri="{FF2B5EF4-FFF2-40B4-BE49-F238E27FC236}">
                <a16:creationId xmlns:a16="http://schemas.microsoft.com/office/drawing/2014/main" id="{2A74281D-F51F-10F9-0DD5-1CDDD7392D17}"/>
              </a:ext>
            </a:extLst>
          </p:cNvPr>
          <p:cNvSpPr>
            <a:spLocks noGrp="1"/>
          </p:cNvSpPr>
          <p:nvPr>
            <p:ph type="sldNum" sz="quarter" idx="12"/>
          </p:nvPr>
        </p:nvSpPr>
        <p:spPr/>
        <p:txBody>
          <a:bodyPr/>
          <a:lstStyle/>
          <a:p>
            <a:fld id="{091A926C-488A-4E3E-9C21-57CAA120E114}" type="slidenum">
              <a:rPr lang="en-GB" smtClean="0"/>
              <a:t>15</a:t>
            </a:fld>
            <a:endParaRPr lang="en-GB" dirty="0"/>
          </a:p>
        </p:txBody>
      </p:sp>
      <p:sp>
        <p:nvSpPr>
          <p:cNvPr id="8" name="Titel 1">
            <a:extLst>
              <a:ext uri="{FF2B5EF4-FFF2-40B4-BE49-F238E27FC236}">
                <a16:creationId xmlns:a16="http://schemas.microsoft.com/office/drawing/2014/main" id="{80A8BCB6-FDDA-68ED-AF29-8BA4C4F695B5}"/>
              </a:ext>
            </a:extLst>
          </p:cNvPr>
          <p:cNvSpPr>
            <a:spLocks noGrp="1"/>
          </p:cNvSpPr>
          <p:nvPr>
            <p:ph type="title"/>
          </p:nvPr>
        </p:nvSpPr>
        <p:spPr>
          <a:xfrm>
            <a:off x="588964" y="620714"/>
            <a:ext cx="11012486" cy="865186"/>
          </a:xfrm>
        </p:spPr>
        <p:txBody>
          <a:bodyPr anchor="t">
            <a:normAutofit/>
          </a:bodyPr>
          <a:lstStyle/>
          <a:p>
            <a:r>
              <a:rPr lang="en-US" sz="3000" noProof="1"/>
              <a:t>Theory</a:t>
            </a:r>
          </a:p>
        </p:txBody>
      </p:sp>
      <mc:AlternateContent xmlns:mc="http://schemas.openxmlformats.org/markup-compatibility/2006" xmlns:a14="http://schemas.microsoft.com/office/drawing/2010/main">
        <mc:Choice Requires="a14">
          <p:graphicFrame>
            <p:nvGraphicFramePr>
              <p:cNvPr id="27" name="Content Placeholder 26">
                <a:extLst>
                  <a:ext uri="{FF2B5EF4-FFF2-40B4-BE49-F238E27FC236}">
                    <a16:creationId xmlns:a16="http://schemas.microsoft.com/office/drawing/2014/main" id="{264F4D63-6116-FD8E-428F-0D715164ED6A}"/>
                  </a:ext>
                </a:extLst>
              </p:cNvPr>
              <p:cNvGraphicFramePr>
                <a:graphicFrameLocks noGrp="1"/>
              </p:cNvGraphicFramePr>
              <p:nvPr>
                <p:ph sz="half" idx="1"/>
                <p:extLst>
                  <p:ext uri="{D42A27DB-BD31-4B8C-83A1-F6EECF244321}">
                    <p14:modId xmlns:p14="http://schemas.microsoft.com/office/powerpoint/2010/main" val="2601599515"/>
                  </p:ext>
                </p:extLst>
              </p:nvPr>
            </p:nvGraphicFramePr>
            <p:xfrm>
              <a:off x="8593642" y="3167694"/>
              <a:ext cx="3470937" cy="24000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27" name="Content Placeholder 26">
                <a:extLst>
                  <a:ext uri="{FF2B5EF4-FFF2-40B4-BE49-F238E27FC236}">
                    <a16:creationId xmlns:a16="http://schemas.microsoft.com/office/drawing/2014/main" id="{264F4D63-6116-FD8E-428F-0D715164ED6A}"/>
                  </a:ext>
                </a:extLst>
              </p:cNvPr>
              <p:cNvGraphicFramePr>
                <a:graphicFrameLocks noGrp="1"/>
              </p:cNvGraphicFramePr>
              <p:nvPr>
                <p:ph sz="half" idx="1"/>
                <p:extLst>
                  <p:ext uri="{D42A27DB-BD31-4B8C-83A1-F6EECF244321}">
                    <p14:modId xmlns:p14="http://schemas.microsoft.com/office/powerpoint/2010/main" val="2601599515"/>
                  </p:ext>
                </p:extLst>
              </p:nvPr>
            </p:nvGraphicFramePr>
            <p:xfrm>
              <a:off x="8593642" y="3167694"/>
              <a:ext cx="3470937" cy="240007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mc:AlternateContent xmlns:mc="http://schemas.openxmlformats.org/markup-compatibility/2006">
        <mc:Choice xmlns:a14="http://schemas.microsoft.com/office/drawing/2010/main" Requires="a14">
          <p:graphicFrame>
            <p:nvGraphicFramePr>
              <p:cNvPr id="23" name="Diagram 22">
                <a:extLst>
                  <a:ext uri="{FF2B5EF4-FFF2-40B4-BE49-F238E27FC236}">
                    <a16:creationId xmlns:a16="http://schemas.microsoft.com/office/drawing/2014/main" id="{903E9DED-8D7A-437C-963F-FA14AAA89B63}"/>
                  </a:ext>
                </a:extLst>
              </p:cNvPr>
              <p:cNvGraphicFramePr/>
              <p:nvPr>
                <p:extLst>
                  <p:ext uri="{D42A27DB-BD31-4B8C-83A1-F6EECF244321}">
                    <p14:modId xmlns:p14="http://schemas.microsoft.com/office/powerpoint/2010/main" val="1360300269"/>
                  </p:ext>
                </p:extLst>
              </p:nvPr>
            </p:nvGraphicFramePr>
            <p:xfrm>
              <a:off x="588964" y="1190874"/>
              <a:ext cx="6741734" cy="504641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mc:Choice>
        <mc:Fallback>
          <p:graphicFrame>
            <p:nvGraphicFramePr>
              <p:cNvPr id="23" name="Diagram 22">
                <a:extLst>
                  <a:ext uri="{FF2B5EF4-FFF2-40B4-BE49-F238E27FC236}">
                    <a16:creationId xmlns:a16="http://schemas.microsoft.com/office/drawing/2014/main" id="{903E9DED-8D7A-437C-963F-FA14AAA89B63}"/>
                  </a:ext>
                </a:extLst>
              </p:cNvPr>
              <p:cNvGraphicFramePr/>
              <p:nvPr>
                <p:extLst>
                  <p:ext uri="{D42A27DB-BD31-4B8C-83A1-F6EECF244321}">
                    <p14:modId xmlns:p14="http://schemas.microsoft.com/office/powerpoint/2010/main" val="1360300269"/>
                  </p:ext>
                </p:extLst>
              </p:nvPr>
            </p:nvGraphicFramePr>
            <p:xfrm>
              <a:off x="588964" y="1190874"/>
              <a:ext cx="6741734" cy="5046412"/>
            </p:xfrm>
            <a:graphic>
              <a:graphicData uri="http://schemas.openxmlformats.org/drawingml/2006/diagram">
                <dgm:relIds xmlns:dgm="http://schemas.openxmlformats.org/drawingml/2006/diagram" xmlns:r="http://schemas.openxmlformats.org/officeDocument/2006/relationships" r:dm="rId17" r:lo="rId13" r:qs="rId14" r:cs="rId15"/>
              </a:graphicData>
            </a:graphic>
          </p:graphicFrame>
        </mc:Fallback>
      </mc:AlternateContent>
      <p:graphicFrame>
        <p:nvGraphicFramePr>
          <p:cNvPr id="28" name="Content Placeholder 6">
            <a:extLst>
              <a:ext uri="{FF2B5EF4-FFF2-40B4-BE49-F238E27FC236}">
                <a16:creationId xmlns:a16="http://schemas.microsoft.com/office/drawing/2014/main" id="{F59ACF9E-76BB-10AB-80F0-D94DA611B431}"/>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cxnSp>
        <p:nvCxnSpPr>
          <p:cNvPr id="3" name="Straight Arrow Connector 2">
            <a:extLst>
              <a:ext uri="{FF2B5EF4-FFF2-40B4-BE49-F238E27FC236}">
                <a16:creationId xmlns:a16="http://schemas.microsoft.com/office/drawing/2014/main" id="{23D41F22-8A27-E740-5576-1FF4B330CC15}"/>
              </a:ext>
            </a:extLst>
          </p:cNvPr>
          <p:cNvCxnSpPr>
            <a:cxnSpLocks/>
            <a:endCxn id="27" idx="1"/>
          </p:cNvCxnSpPr>
          <p:nvPr/>
        </p:nvCxnSpPr>
        <p:spPr>
          <a:xfrm flipV="1">
            <a:off x="7330698" y="4367730"/>
            <a:ext cx="1262944" cy="13201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BD071E3A-D9E1-A7FD-E7C9-7F9A571DCEBF}"/>
              </a:ext>
            </a:extLst>
          </p:cNvPr>
          <p:cNvSpPr txBox="1">
            <a:spLocks/>
          </p:cNvSpPr>
          <p:nvPr/>
        </p:nvSpPr>
        <p:spPr>
          <a:xfrm>
            <a:off x="588962" y="-889793"/>
            <a:ext cx="11012488" cy="863599"/>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defRPr sz="3000" b="0" i="0" kern="1200" spc="60" baseline="0">
                <a:solidFill>
                  <a:schemeClr val="accent1"/>
                </a:solidFill>
                <a:latin typeface="+mj-lt"/>
                <a:ea typeface="Open Sans Extrabold" panose="020B0606030504020204" pitchFamily="34" charset="0"/>
                <a:cs typeface="Microsoft New Tai Lue" panose="020B0502040204020203" pitchFamily="34" charset="0"/>
              </a:defRPr>
            </a:lvl1pPr>
          </a:lstStyle>
          <a:p>
            <a:r>
              <a:rPr lang="en-US" dirty="0"/>
              <a:t>The McMini implementation</a:t>
            </a:r>
          </a:p>
        </p:txBody>
      </p:sp>
    </p:spTree>
    <p:extLst>
      <p:ext uri="{BB962C8B-B14F-4D97-AF65-F5344CB8AC3E}">
        <p14:creationId xmlns:p14="http://schemas.microsoft.com/office/powerpoint/2010/main" val="3575641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5796E7E-90C1-1287-8589-A9219D3B5AEF}"/>
              </a:ext>
            </a:extLst>
          </p:cNvPr>
          <p:cNvSpPr>
            <a:spLocks noGrp="1"/>
          </p:cNvSpPr>
          <p:nvPr>
            <p:ph type="title"/>
          </p:nvPr>
        </p:nvSpPr>
        <p:spPr>
          <a:xfrm>
            <a:off x="588963" y="620714"/>
            <a:ext cx="11012488" cy="863599"/>
          </a:xfrm>
        </p:spPr>
        <p:txBody>
          <a:bodyPr anchor="t">
            <a:normAutofit/>
          </a:bodyPr>
          <a:lstStyle/>
          <a:p>
            <a:r>
              <a:rPr lang="en-US" dirty="0"/>
              <a:t>The McMini implementation</a:t>
            </a:r>
          </a:p>
        </p:txBody>
      </p:sp>
      <p:sp>
        <p:nvSpPr>
          <p:cNvPr id="4" name="Pladsholder til dato 3">
            <a:extLst>
              <a:ext uri="{FF2B5EF4-FFF2-40B4-BE49-F238E27FC236}">
                <a16:creationId xmlns:a16="http://schemas.microsoft.com/office/drawing/2014/main" id="{92F6F1BB-0CB2-CB93-E29D-6C766D2A5768}"/>
              </a:ext>
            </a:extLst>
          </p:cNvPr>
          <p:cNvSpPr>
            <a:spLocks noGrp="1"/>
          </p:cNvSpPr>
          <p:nvPr>
            <p:ph type="dt" sz="half" idx="10"/>
          </p:nvPr>
        </p:nvSpPr>
        <p:spPr>
          <a:xfrm>
            <a:off x="10329111" y="85745"/>
            <a:ext cx="814976" cy="176797"/>
          </a:xfrm>
        </p:spPr>
        <p:txBody>
          <a:bodyPr anchor="b">
            <a:normAutofit/>
          </a:bodyPr>
          <a:lstStyle/>
          <a:p>
            <a:pPr>
              <a:spcAft>
                <a:spcPts val="600"/>
              </a:spcAft>
            </a:pPr>
            <a:fld id="{1337CCA8-EEC6-4184-AB5B-DDB10B05E1AF}" type="datetime1">
              <a:rPr lang="en-GB" smtClean="0"/>
              <a:pPr>
                <a:spcAft>
                  <a:spcPts val="600"/>
                </a:spcAft>
              </a:pPr>
              <a:t>24/06/2026</a:t>
            </a:fld>
            <a:endParaRPr lang="en-GB" dirty="0"/>
          </a:p>
        </p:txBody>
      </p:sp>
      <p:sp>
        <p:nvSpPr>
          <p:cNvPr id="5" name="Pladsholder til slidenummer 4">
            <a:extLst>
              <a:ext uri="{FF2B5EF4-FFF2-40B4-BE49-F238E27FC236}">
                <a16:creationId xmlns:a16="http://schemas.microsoft.com/office/drawing/2014/main" id="{F1E9DB0C-C5BA-575D-8527-00D77E409758}"/>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16</a:t>
            </a:fld>
            <a:endParaRPr lang="en-GB"/>
          </a:p>
        </p:txBody>
      </p:sp>
      <p:graphicFrame>
        <p:nvGraphicFramePr>
          <p:cNvPr id="2" name="Content Placeholder 6">
            <a:extLst>
              <a:ext uri="{FF2B5EF4-FFF2-40B4-BE49-F238E27FC236}">
                <a16:creationId xmlns:a16="http://schemas.microsoft.com/office/drawing/2014/main" id="{468EB36C-060A-163F-CC46-BD2B61A3DB9C}"/>
              </a:ext>
            </a:extLst>
          </p:cNvPr>
          <p:cNvGraphicFramePr>
            <a:graphicFrameLocks/>
          </p:cNvGraphicFramePr>
          <p:nvPr>
            <p:extLst>
              <p:ext uri="{D42A27DB-BD31-4B8C-83A1-F6EECF244321}">
                <p14:modId xmlns:p14="http://schemas.microsoft.com/office/powerpoint/2010/main" val="824579610"/>
              </p:ext>
            </p:extLst>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Content Placeholder 15">
            <a:extLst>
              <a:ext uri="{FF2B5EF4-FFF2-40B4-BE49-F238E27FC236}">
                <a16:creationId xmlns:a16="http://schemas.microsoft.com/office/drawing/2014/main" id="{5391DDD1-03BB-0325-70DF-F40FC7591A4D}"/>
              </a:ext>
            </a:extLst>
          </p:cNvPr>
          <p:cNvSpPr>
            <a:spLocks noGrp="1"/>
          </p:cNvSpPr>
          <p:nvPr>
            <p:ph idx="1"/>
          </p:nvPr>
        </p:nvSpPr>
        <p:spPr/>
        <p:txBody>
          <a:bodyPr/>
          <a:lstStyle/>
          <a:p>
            <a:endParaRPr lang="en-US" dirty="0"/>
          </a:p>
        </p:txBody>
      </p:sp>
      <mc:AlternateContent xmlns:mc="http://schemas.openxmlformats.org/markup-compatibility/2006" xmlns:a14="http://schemas.microsoft.com/office/drawing/2010/main">
        <mc:Choice Requires="a14">
          <p:graphicFrame>
            <p:nvGraphicFramePr>
              <p:cNvPr id="17" name="Content Placeholder 26">
                <a:extLst>
                  <a:ext uri="{FF2B5EF4-FFF2-40B4-BE49-F238E27FC236}">
                    <a16:creationId xmlns:a16="http://schemas.microsoft.com/office/drawing/2014/main" id="{B25C58C1-F745-AE60-1E33-38F08F2E33BB}"/>
                  </a:ext>
                </a:extLst>
              </p:cNvPr>
              <p:cNvGraphicFramePr>
                <a:graphicFrameLocks/>
              </p:cNvGraphicFramePr>
              <p:nvPr>
                <p:extLst>
                  <p:ext uri="{D42A27DB-BD31-4B8C-83A1-F6EECF244321}">
                    <p14:modId xmlns:p14="http://schemas.microsoft.com/office/powerpoint/2010/main" val="3454903949"/>
                  </p:ext>
                </p:extLst>
              </p:nvPr>
            </p:nvGraphicFramePr>
            <p:xfrm>
              <a:off x="12864394" y="2829153"/>
              <a:ext cx="3470937" cy="240007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Choice>
        <mc:Fallback xmlns="">
          <p:graphicFrame>
            <p:nvGraphicFramePr>
              <p:cNvPr id="17" name="Content Placeholder 26">
                <a:extLst>
                  <a:ext uri="{FF2B5EF4-FFF2-40B4-BE49-F238E27FC236}">
                    <a16:creationId xmlns:a16="http://schemas.microsoft.com/office/drawing/2014/main" id="{B25C58C1-F745-AE60-1E33-38F08F2E33BB}"/>
                  </a:ext>
                </a:extLst>
              </p:cNvPr>
              <p:cNvGraphicFramePr>
                <a:graphicFrameLocks/>
              </p:cNvGraphicFramePr>
              <p:nvPr>
                <p:extLst>
                  <p:ext uri="{D42A27DB-BD31-4B8C-83A1-F6EECF244321}">
                    <p14:modId xmlns:p14="http://schemas.microsoft.com/office/powerpoint/2010/main" val="3454903949"/>
                  </p:ext>
                </p:extLst>
              </p:nvPr>
            </p:nvGraphicFramePr>
            <p:xfrm>
              <a:off x="12864394" y="2829153"/>
              <a:ext cx="3470937" cy="240007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mc:Fallback>
      </mc:AlternateContent>
      <mc:AlternateContent xmlns:mc="http://schemas.openxmlformats.org/markup-compatibility/2006" xmlns:a14="http://schemas.microsoft.com/office/drawing/2010/main">
        <mc:Choice Requires="a14">
          <p:graphicFrame>
            <p:nvGraphicFramePr>
              <p:cNvPr id="18" name="Diagram 17">
                <a:extLst>
                  <a:ext uri="{FF2B5EF4-FFF2-40B4-BE49-F238E27FC236}">
                    <a16:creationId xmlns:a16="http://schemas.microsoft.com/office/drawing/2014/main" id="{99B10F3D-266D-015C-1E80-C8AAB2336788}"/>
                  </a:ext>
                </a:extLst>
              </p:cNvPr>
              <p:cNvGraphicFramePr/>
              <p:nvPr>
                <p:extLst>
                  <p:ext uri="{D42A27DB-BD31-4B8C-83A1-F6EECF244321}">
                    <p14:modId xmlns:p14="http://schemas.microsoft.com/office/powerpoint/2010/main" val="1199373912"/>
                  </p:ext>
                </p:extLst>
              </p:nvPr>
            </p:nvGraphicFramePr>
            <p:xfrm>
              <a:off x="-7446711" y="905794"/>
              <a:ext cx="6741734" cy="5046412"/>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mc:Choice>
        <mc:Fallback xmlns="">
          <p:graphicFrame>
            <p:nvGraphicFramePr>
              <p:cNvPr id="18" name="Diagram 17">
                <a:extLst>
                  <a:ext uri="{FF2B5EF4-FFF2-40B4-BE49-F238E27FC236}">
                    <a16:creationId xmlns:a16="http://schemas.microsoft.com/office/drawing/2014/main" id="{99B10F3D-266D-015C-1E80-C8AAB2336788}"/>
                  </a:ext>
                </a:extLst>
              </p:cNvPr>
              <p:cNvGraphicFramePr/>
              <p:nvPr>
                <p:extLst>
                  <p:ext uri="{D42A27DB-BD31-4B8C-83A1-F6EECF244321}">
                    <p14:modId xmlns:p14="http://schemas.microsoft.com/office/powerpoint/2010/main" val="1199373912"/>
                  </p:ext>
                </p:extLst>
              </p:nvPr>
            </p:nvGraphicFramePr>
            <p:xfrm>
              <a:off x="-7446711" y="905794"/>
              <a:ext cx="6741734" cy="5046412"/>
            </p:xfrm>
            <a:graphic>
              <a:graphicData uri="http://schemas.openxmlformats.org/drawingml/2006/diagram">
                <dgm:relIds xmlns:dgm="http://schemas.openxmlformats.org/drawingml/2006/diagram" xmlns:r="http://schemas.openxmlformats.org/officeDocument/2006/relationships" r:dm="rId21" r:lo="rId22" r:qs="rId23" r:cs="rId24"/>
              </a:graphicData>
            </a:graphic>
          </p:graphicFrame>
        </mc:Fallback>
      </mc:AlternateContent>
      <p:sp>
        <p:nvSpPr>
          <p:cNvPr id="20" name="Titel 1">
            <a:extLst>
              <a:ext uri="{FF2B5EF4-FFF2-40B4-BE49-F238E27FC236}">
                <a16:creationId xmlns:a16="http://schemas.microsoft.com/office/drawing/2014/main" id="{BBBB09EA-05DF-8D0C-F79E-2EB3EDFD45CF}"/>
              </a:ext>
            </a:extLst>
          </p:cNvPr>
          <p:cNvSpPr txBox="1">
            <a:spLocks/>
          </p:cNvSpPr>
          <p:nvPr/>
        </p:nvSpPr>
        <p:spPr>
          <a:xfrm>
            <a:off x="588963" y="-899905"/>
            <a:ext cx="11012486" cy="865186"/>
          </a:xfrm>
          <a:prstGeom prst="rect">
            <a:avLst/>
          </a:prstGeom>
        </p:spPr>
        <p:txBody>
          <a:bodyPr vert="horz" lIns="0" tIns="0" rIns="0" bIns="0" rtlCol="0" anchor="t" anchorCtr="0">
            <a:normAutofit/>
          </a:bodyPr>
          <a:lstStyle>
            <a:lvl1pPr algn="l" defTabSz="914400" rtl="0" eaLnBrk="1" latinLnBrk="0" hangingPunct="1">
              <a:lnSpc>
                <a:spcPct val="100000"/>
              </a:lnSpc>
              <a:spcBef>
                <a:spcPct val="0"/>
              </a:spcBef>
              <a:buNone/>
              <a:defRPr sz="3000" b="0" i="0" kern="1200" spc="60" baseline="0">
                <a:solidFill>
                  <a:schemeClr val="accent1"/>
                </a:solidFill>
                <a:latin typeface="+mj-lt"/>
                <a:ea typeface="Open Sans Extrabold" panose="020B0606030504020204" pitchFamily="34" charset="0"/>
                <a:cs typeface="Microsoft New Tai Lue" panose="020B0502040204020203" pitchFamily="34" charset="0"/>
              </a:defRPr>
            </a:lvl1pPr>
          </a:lstStyle>
          <a:p>
            <a:r>
              <a:rPr lang="en-US" noProof="1"/>
              <a:t>Theory</a:t>
            </a:r>
          </a:p>
        </p:txBody>
      </p:sp>
      <p:cxnSp>
        <p:nvCxnSpPr>
          <p:cNvPr id="21" name="Straight Arrow Connector 20">
            <a:extLst>
              <a:ext uri="{FF2B5EF4-FFF2-40B4-BE49-F238E27FC236}">
                <a16:creationId xmlns:a16="http://schemas.microsoft.com/office/drawing/2014/main" id="{10BD9D1D-C79A-C9DB-D621-5365A4AE14B0}"/>
              </a:ext>
            </a:extLst>
          </p:cNvPr>
          <p:cNvCxnSpPr>
            <a:cxnSpLocks/>
          </p:cNvCxnSpPr>
          <p:nvPr/>
        </p:nvCxnSpPr>
        <p:spPr>
          <a:xfrm flipV="1">
            <a:off x="6865749" y="7324103"/>
            <a:ext cx="1262944" cy="13201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9465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10A9A-7206-B629-463B-3AAFA3EB2F1A}"/>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D570D09-D6A3-EE22-14EE-7B049B183475}"/>
              </a:ext>
            </a:extLst>
          </p:cNvPr>
          <p:cNvSpPr>
            <a:spLocks noGrp="1"/>
          </p:cNvSpPr>
          <p:nvPr>
            <p:ph type="title"/>
          </p:nvPr>
        </p:nvSpPr>
        <p:spPr>
          <a:xfrm>
            <a:off x="588963" y="620714"/>
            <a:ext cx="11012488" cy="863599"/>
          </a:xfrm>
        </p:spPr>
        <p:txBody>
          <a:bodyPr anchor="t">
            <a:normAutofit/>
          </a:bodyPr>
          <a:lstStyle/>
          <a:p>
            <a:r>
              <a:rPr lang="en-US" dirty="0"/>
              <a:t>The McMini implementation</a:t>
            </a:r>
          </a:p>
        </p:txBody>
      </p:sp>
      <p:sp>
        <p:nvSpPr>
          <p:cNvPr id="4" name="Pladsholder til dato 3">
            <a:extLst>
              <a:ext uri="{FF2B5EF4-FFF2-40B4-BE49-F238E27FC236}">
                <a16:creationId xmlns:a16="http://schemas.microsoft.com/office/drawing/2014/main" id="{D5D0F5FA-5477-943B-CD21-DDCDA17825B5}"/>
              </a:ext>
            </a:extLst>
          </p:cNvPr>
          <p:cNvSpPr>
            <a:spLocks noGrp="1"/>
          </p:cNvSpPr>
          <p:nvPr>
            <p:ph type="dt" sz="half" idx="10"/>
          </p:nvPr>
        </p:nvSpPr>
        <p:spPr>
          <a:xfrm>
            <a:off x="10329111" y="85745"/>
            <a:ext cx="814976" cy="176797"/>
          </a:xfrm>
        </p:spPr>
        <p:txBody>
          <a:bodyPr anchor="b">
            <a:normAutofit/>
          </a:bodyPr>
          <a:lstStyle/>
          <a:p>
            <a:pPr>
              <a:spcAft>
                <a:spcPts val="600"/>
              </a:spcAft>
            </a:pPr>
            <a:fld id="{1337CCA8-EEC6-4184-AB5B-DDB10B05E1AF}" type="datetime1">
              <a:rPr lang="en-GB" smtClean="0"/>
              <a:pPr>
                <a:spcAft>
                  <a:spcPts val="600"/>
                </a:spcAft>
              </a:pPr>
              <a:t>24/06/2026</a:t>
            </a:fld>
            <a:endParaRPr lang="en-GB" dirty="0"/>
          </a:p>
        </p:txBody>
      </p:sp>
      <p:sp>
        <p:nvSpPr>
          <p:cNvPr id="5" name="Pladsholder til slidenummer 4">
            <a:extLst>
              <a:ext uri="{FF2B5EF4-FFF2-40B4-BE49-F238E27FC236}">
                <a16:creationId xmlns:a16="http://schemas.microsoft.com/office/drawing/2014/main" id="{35AD1BE8-700E-70DA-4F88-9FCD78D33804}"/>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17</a:t>
            </a:fld>
            <a:endParaRPr lang="en-GB"/>
          </a:p>
        </p:txBody>
      </p:sp>
      <p:graphicFrame>
        <p:nvGraphicFramePr>
          <p:cNvPr id="2" name="Content Placeholder 6">
            <a:extLst>
              <a:ext uri="{FF2B5EF4-FFF2-40B4-BE49-F238E27FC236}">
                <a16:creationId xmlns:a16="http://schemas.microsoft.com/office/drawing/2014/main" id="{B14C8AEB-E966-1330-9C1F-EFAAD7BD23FF}"/>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Content Placeholder 7">
            <a:extLst>
              <a:ext uri="{FF2B5EF4-FFF2-40B4-BE49-F238E27FC236}">
                <a16:creationId xmlns:a16="http://schemas.microsoft.com/office/drawing/2014/main" id="{D5EABCFD-4A27-6B36-C9C7-8888C7305509}"/>
              </a:ext>
            </a:extLst>
          </p:cNvPr>
          <p:cNvPicPr>
            <a:picLocks noGrp="1" noChangeAspect="1"/>
          </p:cNvPicPr>
          <p:nvPr>
            <p:ph idx="1"/>
          </p:nvPr>
        </p:nvPicPr>
        <p:blipFill>
          <a:blip r:embed="rId8"/>
          <a:stretch>
            <a:fillRect/>
          </a:stretch>
        </p:blipFill>
        <p:spPr>
          <a:xfrm>
            <a:off x="0" y="1484313"/>
            <a:ext cx="12192000" cy="3666616"/>
          </a:xfrm>
          <a:prstGeom prst="rect">
            <a:avLst/>
          </a:prstGeom>
        </p:spPr>
      </p:pic>
    </p:spTree>
    <p:extLst>
      <p:ext uri="{BB962C8B-B14F-4D97-AF65-F5344CB8AC3E}">
        <p14:creationId xmlns:p14="http://schemas.microsoft.com/office/powerpoint/2010/main" val="28627773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F526E-DFC2-5FF0-8C74-69D45D71A19E}"/>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EDDD6448-A2A2-2CA5-ADB7-D7098A4E9CDC}"/>
              </a:ext>
            </a:extLst>
          </p:cNvPr>
          <p:cNvSpPr>
            <a:spLocks noGrp="1"/>
          </p:cNvSpPr>
          <p:nvPr>
            <p:ph type="title"/>
          </p:nvPr>
        </p:nvSpPr>
        <p:spPr>
          <a:xfrm>
            <a:off x="588963" y="620714"/>
            <a:ext cx="11012488" cy="863599"/>
          </a:xfrm>
        </p:spPr>
        <p:txBody>
          <a:bodyPr anchor="t">
            <a:normAutofit/>
          </a:bodyPr>
          <a:lstStyle/>
          <a:p>
            <a:r>
              <a:rPr lang="en-US" dirty="0"/>
              <a:t>The McMini implementation</a:t>
            </a:r>
          </a:p>
        </p:txBody>
      </p:sp>
      <p:sp>
        <p:nvSpPr>
          <p:cNvPr id="4" name="Pladsholder til dato 3">
            <a:extLst>
              <a:ext uri="{FF2B5EF4-FFF2-40B4-BE49-F238E27FC236}">
                <a16:creationId xmlns:a16="http://schemas.microsoft.com/office/drawing/2014/main" id="{36CF53CA-6FC2-389E-5E14-D0DA090C1523}"/>
              </a:ext>
            </a:extLst>
          </p:cNvPr>
          <p:cNvSpPr>
            <a:spLocks noGrp="1"/>
          </p:cNvSpPr>
          <p:nvPr>
            <p:ph type="dt" sz="half" idx="10"/>
          </p:nvPr>
        </p:nvSpPr>
        <p:spPr>
          <a:xfrm>
            <a:off x="10329111" y="85745"/>
            <a:ext cx="814976" cy="176797"/>
          </a:xfrm>
        </p:spPr>
        <p:txBody>
          <a:bodyPr anchor="b">
            <a:normAutofit/>
          </a:bodyPr>
          <a:lstStyle/>
          <a:p>
            <a:pPr>
              <a:spcAft>
                <a:spcPts val="600"/>
              </a:spcAft>
            </a:pPr>
            <a:fld id="{1337CCA8-EEC6-4184-AB5B-DDB10B05E1AF}" type="datetime1">
              <a:rPr lang="en-GB" smtClean="0"/>
              <a:pPr>
                <a:spcAft>
                  <a:spcPts val="600"/>
                </a:spcAft>
              </a:pPr>
              <a:t>24/06/2026</a:t>
            </a:fld>
            <a:endParaRPr lang="en-GB" dirty="0"/>
          </a:p>
        </p:txBody>
      </p:sp>
      <p:sp>
        <p:nvSpPr>
          <p:cNvPr id="5" name="Pladsholder til slidenummer 4">
            <a:extLst>
              <a:ext uri="{FF2B5EF4-FFF2-40B4-BE49-F238E27FC236}">
                <a16:creationId xmlns:a16="http://schemas.microsoft.com/office/drawing/2014/main" id="{984211D5-3DF5-8A24-8414-5753A407F10D}"/>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18</a:t>
            </a:fld>
            <a:endParaRPr lang="en-GB"/>
          </a:p>
        </p:txBody>
      </p:sp>
      <p:graphicFrame>
        <p:nvGraphicFramePr>
          <p:cNvPr id="2" name="Content Placeholder 6">
            <a:extLst>
              <a:ext uri="{FF2B5EF4-FFF2-40B4-BE49-F238E27FC236}">
                <a16:creationId xmlns:a16="http://schemas.microsoft.com/office/drawing/2014/main" id="{73450C38-506C-E79C-7445-86A1A41C288E}"/>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Content Placeholder 7">
            <a:extLst>
              <a:ext uri="{FF2B5EF4-FFF2-40B4-BE49-F238E27FC236}">
                <a16:creationId xmlns:a16="http://schemas.microsoft.com/office/drawing/2014/main" id="{EF7163B4-52B9-77AE-A4A8-464906871741}"/>
              </a:ext>
            </a:extLst>
          </p:cNvPr>
          <p:cNvPicPr>
            <a:picLocks noGrp="1" noChangeAspect="1"/>
          </p:cNvPicPr>
          <p:nvPr>
            <p:ph idx="1"/>
          </p:nvPr>
        </p:nvPicPr>
        <p:blipFill>
          <a:blip r:embed="rId8"/>
          <a:stretch>
            <a:fillRect/>
          </a:stretch>
        </p:blipFill>
        <p:spPr>
          <a:xfrm>
            <a:off x="0" y="1484313"/>
            <a:ext cx="12192000" cy="3666616"/>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1C64C2C-6DDC-C5FB-F0BA-B9E790659013}"/>
                  </a:ext>
                </a:extLst>
              </p:cNvPr>
              <p:cNvSpPr txBox="1"/>
              <p:nvPr/>
            </p:nvSpPr>
            <p:spPr>
              <a:xfrm>
                <a:off x="3207042" y="1374510"/>
                <a:ext cx="1463028" cy="761812"/>
              </a:xfrm>
              <a:prstGeom prst="rect">
                <a:avLst/>
              </a:prstGeom>
            </p:spPr>
            <p:txBody>
              <a:bodyPr vert="horz" wrap="non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lang="da-DK" sz="2400" b="0" i="1" smtClean="0">
                          <a:solidFill>
                            <a:schemeClr val="tx1"/>
                          </a:solidFill>
                          <a:latin typeface="Cambria Math" panose="02040503050406030204" pitchFamily="18" charset="0"/>
                        </a:rPr>
                        <m:t>𝑠</m:t>
                      </m:r>
                      <m:r>
                        <a:rPr lang="da-DK" sz="2400" b="0" i="1" smtClean="0">
                          <a:solidFill>
                            <a:schemeClr val="tx1"/>
                          </a:solidFill>
                          <a:latin typeface="Cambria Math" panose="02040503050406030204" pitchFamily="18" charset="0"/>
                        </a:rPr>
                        <m:t>=−</m:t>
                      </m:r>
                      <m:f>
                        <m:fPr>
                          <m:ctrlPr>
                            <a:rPr lang="en-US" sz="2400" b="0" i="1" smtClean="0">
                              <a:solidFill>
                                <a:schemeClr val="tx1"/>
                              </a:solidFill>
                              <a:latin typeface="Cambria Math" panose="02040503050406030204" pitchFamily="18" charset="0"/>
                            </a:rPr>
                          </m:ctrlPr>
                        </m:fPr>
                        <m:num>
                          <m:func>
                            <m:funcPr>
                              <m:ctrlPr>
                                <a:rPr lang="en-US" sz="2400" b="0" i="1" smtClean="0">
                                  <a:solidFill>
                                    <a:schemeClr val="tx1"/>
                                  </a:solidFill>
                                  <a:latin typeface="Cambria Math" panose="02040503050406030204" pitchFamily="18" charset="0"/>
                                </a:rPr>
                              </m:ctrlPr>
                            </m:funcPr>
                            <m:fName>
                              <m:r>
                                <m:rPr>
                                  <m:sty m:val="p"/>
                                </m:rPr>
                                <a:rPr lang="en-US" sz="2400" b="0" i="0" smtClean="0">
                                  <a:solidFill>
                                    <a:schemeClr val="tx1"/>
                                  </a:solidFill>
                                  <a:latin typeface="Cambria Math" panose="02040503050406030204" pitchFamily="18" charset="0"/>
                                </a:rPr>
                                <m:t>ln</m:t>
                              </m:r>
                            </m:fName>
                            <m:e>
                              <m:r>
                                <a:rPr lang="en-US" sz="2400" b="0" i="1" smtClean="0">
                                  <a:solidFill>
                                    <a:schemeClr val="tx1"/>
                                  </a:solidFill>
                                  <a:latin typeface="Cambria Math" panose="02040503050406030204" pitchFamily="18" charset="0"/>
                                  <a:ea typeface="Cambria Math" panose="02040503050406030204" pitchFamily="18" charset="0"/>
                                </a:rPr>
                                <m:t>𝒰</m:t>
                              </m:r>
                            </m:e>
                          </m:func>
                        </m:num>
                        <m:den>
                          <m:sSub>
                            <m:sSubPr>
                              <m:ctrlPr>
                                <a:rPr lang="en-US" sz="2400" b="0" i="1" smtClean="0">
                                  <a:solidFill>
                                    <a:schemeClr val="tx1"/>
                                  </a:solidFill>
                                  <a:latin typeface="Cambria Math" panose="02040503050406030204" pitchFamily="18" charset="0"/>
                                </a:rPr>
                              </m:ctrlPr>
                            </m:sSubPr>
                            <m:e>
                              <m:r>
                                <m:rPr>
                                  <m:sty m:val="p"/>
                                </m:rPr>
                                <a:rPr lang="el-GR" sz="2400" b="0" i="1" smtClean="0">
                                  <a:solidFill>
                                    <a:schemeClr val="tx1"/>
                                  </a:solidFill>
                                  <a:latin typeface="Cambria Math" panose="02040503050406030204" pitchFamily="18" charset="0"/>
                                  <a:ea typeface="Cambria Math" panose="02040503050406030204" pitchFamily="18" charset="0"/>
                                </a:rPr>
                                <m:t>Σ</m:t>
                              </m:r>
                            </m:e>
                            <m:sub>
                              <m:r>
                                <a:rPr lang="da-DK" sz="2400" b="0" i="1" smtClean="0">
                                  <a:solidFill>
                                    <a:schemeClr val="tx1"/>
                                  </a:solidFill>
                                  <a:latin typeface="Cambria Math" panose="02040503050406030204" pitchFamily="18" charset="0"/>
                                </a:rPr>
                                <m:t>𝑡</m:t>
                              </m:r>
                            </m:sub>
                          </m:sSub>
                        </m:den>
                      </m:f>
                    </m:oMath>
                  </m:oMathPara>
                </a14:m>
                <a:endParaRPr lang="en-US" sz="2400" b="0" dirty="0">
                  <a:solidFill>
                    <a:schemeClr val="tx1"/>
                  </a:solidFill>
                  <a:latin typeface="+mn-lt"/>
                </a:endParaRPr>
              </a:p>
            </p:txBody>
          </p:sp>
        </mc:Choice>
        <mc:Fallback xmlns="">
          <p:sp>
            <p:nvSpPr>
              <p:cNvPr id="10" name="TextBox 9">
                <a:extLst>
                  <a:ext uri="{FF2B5EF4-FFF2-40B4-BE49-F238E27FC236}">
                    <a16:creationId xmlns:a16="http://schemas.microsoft.com/office/drawing/2014/main" id="{71C64C2C-6DDC-C5FB-F0BA-B9E790659013}"/>
                  </a:ext>
                </a:extLst>
              </p:cNvPr>
              <p:cNvSpPr txBox="1">
                <a:spLocks noRot="1" noChangeAspect="1" noMove="1" noResize="1" noEditPoints="1" noAdjustHandles="1" noChangeArrowheads="1" noChangeShapeType="1" noTextEdit="1"/>
              </p:cNvSpPr>
              <p:nvPr/>
            </p:nvSpPr>
            <p:spPr>
              <a:xfrm>
                <a:off x="3207042" y="1374510"/>
                <a:ext cx="1463028" cy="761812"/>
              </a:xfrm>
              <a:prstGeom prst="rect">
                <a:avLst/>
              </a:prstGeom>
              <a:blipFill>
                <a:blip r:embed="rId9"/>
                <a:stretch>
                  <a:fillRect l="-1724" t="-3333" r="-3448" b="-8333"/>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CFB9A9BA-1117-B54F-13C6-447D9CE761C2}"/>
              </a:ext>
            </a:extLst>
          </p:cNvPr>
          <p:cNvCxnSpPr>
            <a:cxnSpLocks/>
            <a:stCxn id="10" idx="3"/>
          </p:cNvCxnSpPr>
          <p:nvPr/>
        </p:nvCxnSpPr>
        <p:spPr>
          <a:xfrm>
            <a:off x="4670070" y="1755416"/>
            <a:ext cx="1964906" cy="1255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5288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9F7F6-293C-3EBC-4C6B-4D3D6DACB46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EADF973C-4283-CBF4-5016-F7620E590928}"/>
              </a:ext>
            </a:extLst>
          </p:cNvPr>
          <p:cNvSpPr>
            <a:spLocks noGrp="1"/>
          </p:cNvSpPr>
          <p:nvPr>
            <p:ph type="title"/>
          </p:nvPr>
        </p:nvSpPr>
        <p:spPr>
          <a:xfrm>
            <a:off x="588963" y="620714"/>
            <a:ext cx="11012488" cy="863599"/>
          </a:xfrm>
        </p:spPr>
        <p:txBody>
          <a:bodyPr anchor="t">
            <a:normAutofit/>
          </a:bodyPr>
          <a:lstStyle/>
          <a:p>
            <a:r>
              <a:rPr lang="en-US" dirty="0"/>
              <a:t>The McMini implementation</a:t>
            </a:r>
          </a:p>
        </p:txBody>
      </p:sp>
      <p:sp>
        <p:nvSpPr>
          <p:cNvPr id="4" name="Pladsholder til dato 3">
            <a:extLst>
              <a:ext uri="{FF2B5EF4-FFF2-40B4-BE49-F238E27FC236}">
                <a16:creationId xmlns:a16="http://schemas.microsoft.com/office/drawing/2014/main" id="{5B06BEB8-A6B1-E388-FE1E-F8970B3116E1}"/>
              </a:ext>
            </a:extLst>
          </p:cNvPr>
          <p:cNvSpPr>
            <a:spLocks noGrp="1"/>
          </p:cNvSpPr>
          <p:nvPr>
            <p:ph type="dt" sz="half" idx="10"/>
          </p:nvPr>
        </p:nvSpPr>
        <p:spPr>
          <a:xfrm>
            <a:off x="10329111" y="85745"/>
            <a:ext cx="814976" cy="176797"/>
          </a:xfrm>
        </p:spPr>
        <p:txBody>
          <a:bodyPr anchor="b">
            <a:normAutofit/>
          </a:bodyPr>
          <a:lstStyle/>
          <a:p>
            <a:pPr>
              <a:spcAft>
                <a:spcPts val="600"/>
              </a:spcAft>
            </a:pPr>
            <a:fld id="{1337CCA8-EEC6-4184-AB5B-DDB10B05E1AF}" type="datetime1">
              <a:rPr lang="en-GB" smtClean="0"/>
              <a:pPr>
                <a:spcAft>
                  <a:spcPts val="600"/>
                </a:spcAft>
              </a:pPr>
              <a:t>24/06/2026</a:t>
            </a:fld>
            <a:endParaRPr lang="en-GB" dirty="0"/>
          </a:p>
        </p:txBody>
      </p:sp>
      <p:sp>
        <p:nvSpPr>
          <p:cNvPr id="5" name="Pladsholder til slidenummer 4">
            <a:extLst>
              <a:ext uri="{FF2B5EF4-FFF2-40B4-BE49-F238E27FC236}">
                <a16:creationId xmlns:a16="http://schemas.microsoft.com/office/drawing/2014/main" id="{99A7DFCA-677F-1D7C-2469-EFD7D8388691}"/>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19</a:t>
            </a:fld>
            <a:endParaRPr lang="en-GB"/>
          </a:p>
        </p:txBody>
      </p:sp>
      <p:graphicFrame>
        <p:nvGraphicFramePr>
          <p:cNvPr id="2" name="Content Placeholder 6">
            <a:extLst>
              <a:ext uri="{FF2B5EF4-FFF2-40B4-BE49-F238E27FC236}">
                <a16:creationId xmlns:a16="http://schemas.microsoft.com/office/drawing/2014/main" id="{0AD960DD-0DE3-6F32-13FF-4904335D3317}"/>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Content Placeholder 7">
            <a:extLst>
              <a:ext uri="{FF2B5EF4-FFF2-40B4-BE49-F238E27FC236}">
                <a16:creationId xmlns:a16="http://schemas.microsoft.com/office/drawing/2014/main" id="{1710FECA-A102-AE2B-7F2C-17E082EDC0B0}"/>
              </a:ext>
            </a:extLst>
          </p:cNvPr>
          <p:cNvPicPr>
            <a:picLocks noGrp="1" noChangeAspect="1"/>
          </p:cNvPicPr>
          <p:nvPr>
            <p:ph idx="1"/>
          </p:nvPr>
        </p:nvPicPr>
        <p:blipFill>
          <a:blip r:embed="rId8"/>
          <a:stretch>
            <a:fillRect/>
          </a:stretch>
        </p:blipFill>
        <p:spPr>
          <a:xfrm>
            <a:off x="0" y="1484313"/>
            <a:ext cx="12192000" cy="3666616"/>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F017BB6-FFA3-CDB8-2109-BB2D3223DA3A}"/>
                  </a:ext>
                </a:extLst>
              </p:cNvPr>
              <p:cNvSpPr txBox="1"/>
              <p:nvPr/>
            </p:nvSpPr>
            <p:spPr>
              <a:xfrm>
                <a:off x="3207042" y="1374510"/>
                <a:ext cx="1463028" cy="761812"/>
              </a:xfrm>
              <a:prstGeom prst="rect">
                <a:avLst/>
              </a:prstGeom>
            </p:spPr>
            <p:txBody>
              <a:bodyPr vert="horz" wrap="non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lang="da-DK" sz="2400" b="0" i="1" smtClean="0">
                          <a:solidFill>
                            <a:schemeClr val="tx1"/>
                          </a:solidFill>
                          <a:latin typeface="Cambria Math" panose="02040503050406030204" pitchFamily="18" charset="0"/>
                        </a:rPr>
                        <m:t>𝑠</m:t>
                      </m:r>
                      <m:r>
                        <a:rPr lang="da-DK" sz="2400" b="0" i="1" smtClean="0">
                          <a:solidFill>
                            <a:schemeClr val="tx1"/>
                          </a:solidFill>
                          <a:latin typeface="Cambria Math" panose="02040503050406030204" pitchFamily="18" charset="0"/>
                        </a:rPr>
                        <m:t>=−</m:t>
                      </m:r>
                      <m:f>
                        <m:fPr>
                          <m:ctrlPr>
                            <a:rPr lang="en-US" sz="2400" b="0" i="1" smtClean="0">
                              <a:solidFill>
                                <a:schemeClr val="tx1"/>
                              </a:solidFill>
                              <a:latin typeface="Cambria Math" panose="02040503050406030204" pitchFamily="18" charset="0"/>
                            </a:rPr>
                          </m:ctrlPr>
                        </m:fPr>
                        <m:num>
                          <m:func>
                            <m:funcPr>
                              <m:ctrlPr>
                                <a:rPr lang="en-US" sz="2400" b="0" i="1" smtClean="0">
                                  <a:solidFill>
                                    <a:schemeClr val="tx1"/>
                                  </a:solidFill>
                                  <a:latin typeface="Cambria Math" panose="02040503050406030204" pitchFamily="18" charset="0"/>
                                </a:rPr>
                              </m:ctrlPr>
                            </m:funcPr>
                            <m:fName>
                              <m:r>
                                <m:rPr>
                                  <m:sty m:val="p"/>
                                </m:rPr>
                                <a:rPr lang="en-US" sz="2400" b="0" i="0" smtClean="0">
                                  <a:solidFill>
                                    <a:schemeClr val="tx1"/>
                                  </a:solidFill>
                                  <a:latin typeface="Cambria Math" panose="02040503050406030204" pitchFamily="18" charset="0"/>
                                </a:rPr>
                                <m:t>ln</m:t>
                              </m:r>
                            </m:fName>
                            <m:e>
                              <m:r>
                                <a:rPr lang="en-US" sz="2400" b="0" i="1" smtClean="0">
                                  <a:solidFill>
                                    <a:schemeClr val="tx1"/>
                                  </a:solidFill>
                                  <a:latin typeface="Cambria Math" panose="02040503050406030204" pitchFamily="18" charset="0"/>
                                  <a:ea typeface="Cambria Math" panose="02040503050406030204" pitchFamily="18" charset="0"/>
                                </a:rPr>
                                <m:t>𝒰</m:t>
                              </m:r>
                            </m:e>
                          </m:func>
                        </m:num>
                        <m:den>
                          <m:sSub>
                            <m:sSubPr>
                              <m:ctrlPr>
                                <a:rPr lang="en-US" sz="2400" b="0" i="1" smtClean="0">
                                  <a:solidFill>
                                    <a:schemeClr val="tx1"/>
                                  </a:solidFill>
                                  <a:latin typeface="Cambria Math" panose="02040503050406030204" pitchFamily="18" charset="0"/>
                                </a:rPr>
                              </m:ctrlPr>
                            </m:sSubPr>
                            <m:e>
                              <m:r>
                                <m:rPr>
                                  <m:sty m:val="p"/>
                                </m:rPr>
                                <a:rPr lang="el-GR" sz="2400" b="0" i="1" smtClean="0">
                                  <a:solidFill>
                                    <a:schemeClr val="tx1"/>
                                  </a:solidFill>
                                  <a:latin typeface="Cambria Math" panose="02040503050406030204" pitchFamily="18" charset="0"/>
                                  <a:ea typeface="Cambria Math" panose="02040503050406030204" pitchFamily="18" charset="0"/>
                                </a:rPr>
                                <m:t>Σ</m:t>
                              </m:r>
                            </m:e>
                            <m:sub>
                              <m:r>
                                <a:rPr lang="da-DK" sz="2400" b="0" i="1" smtClean="0">
                                  <a:solidFill>
                                    <a:schemeClr val="tx1"/>
                                  </a:solidFill>
                                  <a:latin typeface="Cambria Math" panose="02040503050406030204" pitchFamily="18" charset="0"/>
                                </a:rPr>
                                <m:t>𝑡</m:t>
                              </m:r>
                            </m:sub>
                          </m:sSub>
                        </m:den>
                      </m:f>
                    </m:oMath>
                  </m:oMathPara>
                </a14:m>
                <a:endParaRPr lang="en-US" sz="2400" b="0" dirty="0">
                  <a:solidFill>
                    <a:schemeClr val="tx1"/>
                  </a:solidFill>
                  <a:latin typeface="+mn-lt"/>
                </a:endParaRPr>
              </a:p>
            </p:txBody>
          </p:sp>
        </mc:Choice>
        <mc:Fallback xmlns="">
          <p:sp>
            <p:nvSpPr>
              <p:cNvPr id="10" name="TextBox 9">
                <a:extLst>
                  <a:ext uri="{FF2B5EF4-FFF2-40B4-BE49-F238E27FC236}">
                    <a16:creationId xmlns:a16="http://schemas.microsoft.com/office/drawing/2014/main" id="{DF017BB6-FFA3-CDB8-2109-BB2D3223DA3A}"/>
                  </a:ext>
                </a:extLst>
              </p:cNvPr>
              <p:cNvSpPr txBox="1">
                <a:spLocks noRot="1" noChangeAspect="1" noMove="1" noResize="1" noEditPoints="1" noAdjustHandles="1" noChangeArrowheads="1" noChangeShapeType="1" noTextEdit="1"/>
              </p:cNvSpPr>
              <p:nvPr/>
            </p:nvSpPr>
            <p:spPr>
              <a:xfrm>
                <a:off x="3207042" y="1374510"/>
                <a:ext cx="1463028" cy="761812"/>
              </a:xfrm>
              <a:prstGeom prst="rect">
                <a:avLst/>
              </a:prstGeom>
              <a:blipFill>
                <a:blip r:embed="rId9"/>
                <a:stretch>
                  <a:fillRect l="-1724" t="-3333" r="-3448"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8751691-78CB-7C9E-8A85-CFDA034977FD}"/>
                  </a:ext>
                </a:extLst>
              </p:cNvPr>
              <p:cNvSpPr txBox="1"/>
              <p:nvPr/>
            </p:nvSpPr>
            <p:spPr>
              <a:xfrm>
                <a:off x="9460673" y="620714"/>
                <a:ext cx="1275926" cy="753796"/>
              </a:xfrm>
              <a:prstGeom prst="rect">
                <a:avLst/>
              </a:prstGeom>
            </p:spPr>
            <p:txBody>
              <a:bodyPr vert="horz" wrap="none" lIns="0" tIns="0" rIns="0" bIns="0" rtlCol="0" anchor="t" anchorCtr="0">
                <a:spAutoFit/>
              </a:bodyPr>
              <a:lstStyle/>
              <a:p>
                <a:pPr>
                  <a:spcBef>
                    <a:spcPct val="0"/>
                  </a:spcBef>
                </a:pPr>
                <a14:m>
                  <m:oMathPara xmlns:m="http://schemas.openxmlformats.org/officeDocument/2006/math">
                    <m:oMathParaPr>
                      <m:jc m:val="centerGroup"/>
                    </m:oMathParaPr>
                    <m:oMath xmlns:m="http://schemas.openxmlformats.org/officeDocument/2006/math">
                      <m:r>
                        <a:rPr lang="da-DK" sz="2400" b="0" i="1" smtClean="0">
                          <a:solidFill>
                            <a:schemeClr val="tx1"/>
                          </a:solidFill>
                          <a:latin typeface="Cambria Math" panose="02040503050406030204" pitchFamily="18" charset="0"/>
                        </a:rPr>
                        <m:t>𝑝</m:t>
                      </m:r>
                      <m:r>
                        <a:rPr lang="da-DK" sz="2400" b="0" i="1" smtClean="0">
                          <a:solidFill>
                            <a:schemeClr val="tx1"/>
                          </a:solidFill>
                          <a:latin typeface="Cambria Math" panose="02040503050406030204" pitchFamily="18" charset="0"/>
                        </a:rPr>
                        <m:t>=</m:t>
                      </m:r>
                      <m:f>
                        <m:fPr>
                          <m:ctrlPr>
                            <a:rPr lang="en-US" sz="2400" b="0" i="1" smtClean="0">
                              <a:solidFill>
                                <a:schemeClr val="tx1"/>
                              </a:solidFill>
                              <a:latin typeface="Cambria Math" panose="02040503050406030204" pitchFamily="18" charset="0"/>
                            </a:rPr>
                          </m:ctrlPr>
                        </m:fPr>
                        <m:num>
                          <m:sSub>
                            <m:sSubPr>
                              <m:ctrlPr>
                                <a:rPr lang="en-US" sz="2400" i="1">
                                  <a:latin typeface="Cambria Math" panose="02040503050406030204" pitchFamily="18" charset="0"/>
                                </a:rPr>
                              </m:ctrlPr>
                            </m:sSubPr>
                            <m:e>
                              <m:r>
                                <m:rPr>
                                  <m:sty m:val="p"/>
                                </m:rPr>
                                <a:rPr lang="el-GR" sz="2400" i="1">
                                  <a:latin typeface="Cambria Math" panose="02040503050406030204" pitchFamily="18" charset="0"/>
                                  <a:ea typeface="Cambria Math" panose="02040503050406030204" pitchFamily="18" charset="0"/>
                                </a:rPr>
                                <m:t>Σ</m:t>
                              </m:r>
                            </m:e>
                            <m:sub>
                              <m:r>
                                <m:rPr>
                                  <m:sty m:val="p"/>
                                </m:rPr>
                                <a:rPr lang="da-DK" sz="2400" b="0" i="0" smtClean="0">
                                  <a:latin typeface="Cambria Math" panose="02040503050406030204" pitchFamily="18" charset="0"/>
                                  <a:ea typeface="Cambria Math" panose="02040503050406030204" pitchFamily="18" charset="0"/>
                                </a:rPr>
                                <m:t>scat</m:t>
                              </m:r>
                            </m:sub>
                          </m:sSub>
                        </m:num>
                        <m:den>
                          <m:sSub>
                            <m:sSubPr>
                              <m:ctrlPr>
                                <a:rPr lang="en-US" sz="2400" i="1">
                                  <a:latin typeface="Cambria Math" panose="02040503050406030204" pitchFamily="18" charset="0"/>
                                </a:rPr>
                              </m:ctrlPr>
                            </m:sSubPr>
                            <m:e>
                              <m:r>
                                <m:rPr>
                                  <m:sty m:val="p"/>
                                </m:rPr>
                                <a:rPr lang="el-GR" sz="2400" i="1">
                                  <a:latin typeface="Cambria Math" panose="02040503050406030204" pitchFamily="18" charset="0"/>
                                  <a:ea typeface="Cambria Math" panose="02040503050406030204" pitchFamily="18" charset="0"/>
                                </a:rPr>
                                <m:t>Σ</m:t>
                              </m:r>
                            </m:e>
                            <m:sub>
                              <m:r>
                                <m:rPr>
                                  <m:sty m:val="p"/>
                                </m:rPr>
                                <a:rPr lang="da-DK" sz="2400" b="0" i="0" smtClean="0">
                                  <a:latin typeface="Cambria Math" panose="02040503050406030204" pitchFamily="18" charset="0"/>
                                  <a:ea typeface="Cambria Math" panose="02040503050406030204" pitchFamily="18" charset="0"/>
                                </a:rPr>
                                <m:t>t</m:t>
                              </m:r>
                            </m:sub>
                          </m:sSub>
                        </m:den>
                      </m:f>
                    </m:oMath>
                  </m:oMathPara>
                </a14:m>
                <a:endParaRPr lang="en-US" sz="2400" b="0" dirty="0">
                  <a:solidFill>
                    <a:schemeClr val="tx1"/>
                  </a:solidFill>
                  <a:latin typeface="+mn-lt"/>
                </a:endParaRPr>
              </a:p>
            </p:txBody>
          </p:sp>
        </mc:Choice>
        <mc:Fallback xmlns="">
          <p:sp>
            <p:nvSpPr>
              <p:cNvPr id="11" name="TextBox 10">
                <a:extLst>
                  <a:ext uri="{FF2B5EF4-FFF2-40B4-BE49-F238E27FC236}">
                    <a16:creationId xmlns:a16="http://schemas.microsoft.com/office/drawing/2014/main" id="{48751691-78CB-7C9E-8A85-CFDA034977FD}"/>
                  </a:ext>
                </a:extLst>
              </p:cNvPr>
              <p:cNvSpPr txBox="1">
                <a:spLocks noRot="1" noChangeAspect="1" noMove="1" noResize="1" noEditPoints="1" noAdjustHandles="1" noChangeArrowheads="1" noChangeShapeType="1" noTextEdit="1"/>
              </p:cNvSpPr>
              <p:nvPr/>
            </p:nvSpPr>
            <p:spPr>
              <a:xfrm>
                <a:off x="9460673" y="620714"/>
                <a:ext cx="1275926" cy="753796"/>
              </a:xfrm>
              <a:prstGeom prst="rect">
                <a:avLst/>
              </a:prstGeom>
              <a:blipFill>
                <a:blip r:embed="rId10"/>
                <a:stretch>
                  <a:fillRect l="-3922" b="-8197"/>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A3B3AE33-4F36-3DFE-88ED-C14DCB65F54C}"/>
              </a:ext>
            </a:extLst>
          </p:cNvPr>
          <p:cNvCxnSpPr>
            <a:cxnSpLocks/>
            <a:stCxn id="10" idx="3"/>
          </p:cNvCxnSpPr>
          <p:nvPr/>
        </p:nvCxnSpPr>
        <p:spPr>
          <a:xfrm>
            <a:off x="4670070" y="1755416"/>
            <a:ext cx="1964906" cy="12554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CE69055-1C1C-5694-BB02-2AE4809A7377}"/>
              </a:ext>
            </a:extLst>
          </p:cNvPr>
          <p:cNvCxnSpPr>
            <a:cxnSpLocks/>
            <a:stCxn id="11" idx="2"/>
          </p:cNvCxnSpPr>
          <p:nvPr/>
        </p:nvCxnSpPr>
        <p:spPr>
          <a:xfrm flipH="1">
            <a:off x="9735015" y="1374510"/>
            <a:ext cx="363621" cy="1636319"/>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9104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89A01-BEF2-246A-CA61-C9A663E2D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7A415-0543-DDE7-6B76-7E5E43E429A3}"/>
              </a:ext>
            </a:extLst>
          </p:cNvPr>
          <p:cNvSpPr>
            <a:spLocks noGrp="1"/>
          </p:cNvSpPr>
          <p:nvPr>
            <p:ph type="title"/>
          </p:nvPr>
        </p:nvSpPr>
        <p:spPr/>
        <p:txBody>
          <a:bodyPr/>
          <a:lstStyle/>
          <a:p>
            <a:r>
              <a:rPr lang="en-US" sz="3200" noProof="1"/>
              <a:t>Validation result: McMini vs McStas</a:t>
            </a:r>
            <a:endParaRPr lang="en-US" dirty="0"/>
          </a:p>
        </p:txBody>
      </p:sp>
      <p:sp>
        <p:nvSpPr>
          <p:cNvPr id="3" name="Date Placeholder 2">
            <a:extLst>
              <a:ext uri="{FF2B5EF4-FFF2-40B4-BE49-F238E27FC236}">
                <a16:creationId xmlns:a16="http://schemas.microsoft.com/office/drawing/2014/main" id="{F811F250-A861-7A64-670B-D571317DE764}"/>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E5A5E484-9C8C-E451-86A0-75D2FCBFDF15}"/>
              </a:ext>
            </a:extLst>
          </p:cNvPr>
          <p:cNvSpPr>
            <a:spLocks noGrp="1"/>
          </p:cNvSpPr>
          <p:nvPr>
            <p:ph type="sldNum" sz="quarter" idx="12"/>
          </p:nvPr>
        </p:nvSpPr>
        <p:spPr/>
        <p:txBody>
          <a:bodyPr/>
          <a:lstStyle/>
          <a:p>
            <a:fld id="{091A926C-488A-4E3E-9C21-57CAA120E114}" type="slidenum">
              <a:rPr lang="en-GB" smtClean="0"/>
              <a:t>20</a:t>
            </a:fld>
            <a:endParaRPr lang="en-GB" dirty="0"/>
          </a:p>
        </p:txBody>
      </p:sp>
      <p:graphicFrame>
        <p:nvGraphicFramePr>
          <p:cNvPr id="5" name="Content Placeholder 6">
            <a:extLst>
              <a:ext uri="{FF2B5EF4-FFF2-40B4-BE49-F238E27FC236}">
                <a16:creationId xmlns:a16="http://schemas.microsoft.com/office/drawing/2014/main" id="{8D9351D6-F350-C161-8B40-16BEF74851EA}"/>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81102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4F4A9-8B5B-80EE-9C86-D20D974A0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51537-171F-C98D-1269-A1FFBDD6298F}"/>
              </a:ext>
            </a:extLst>
          </p:cNvPr>
          <p:cNvSpPr>
            <a:spLocks noGrp="1"/>
          </p:cNvSpPr>
          <p:nvPr>
            <p:ph type="title"/>
          </p:nvPr>
        </p:nvSpPr>
        <p:spPr/>
        <p:txBody>
          <a:bodyPr/>
          <a:lstStyle/>
          <a:p>
            <a:r>
              <a:rPr lang="en-US" sz="3200" noProof="1"/>
              <a:t>Validation result: McMini vs McStas</a:t>
            </a:r>
            <a:endParaRPr lang="en-US" dirty="0"/>
          </a:p>
        </p:txBody>
      </p:sp>
      <p:sp>
        <p:nvSpPr>
          <p:cNvPr id="3" name="Date Placeholder 2">
            <a:extLst>
              <a:ext uri="{FF2B5EF4-FFF2-40B4-BE49-F238E27FC236}">
                <a16:creationId xmlns:a16="http://schemas.microsoft.com/office/drawing/2014/main" id="{CCD8EB22-FADC-879D-60B2-9CF19347341C}"/>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15CF2E4E-8E9A-C67B-3E28-F52D8BE03C77}"/>
              </a:ext>
            </a:extLst>
          </p:cNvPr>
          <p:cNvSpPr>
            <a:spLocks noGrp="1"/>
          </p:cNvSpPr>
          <p:nvPr>
            <p:ph type="sldNum" sz="quarter" idx="12"/>
          </p:nvPr>
        </p:nvSpPr>
        <p:spPr/>
        <p:txBody>
          <a:bodyPr/>
          <a:lstStyle/>
          <a:p>
            <a:fld id="{091A926C-488A-4E3E-9C21-57CAA120E114}" type="slidenum">
              <a:rPr lang="en-GB" smtClean="0"/>
              <a:t>21</a:t>
            </a:fld>
            <a:endParaRPr lang="en-GB" dirty="0"/>
          </a:p>
        </p:txBody>
      </p:sp>
      <p:graphicFrame>
        <p:nvGraphicFramePr>
          <p:cNvPr id="5" name="Content Placeholder 6">
            <a:extLst>
              <a:ext uri="{FF2B5EF4-FFF2-40B4-BE49-F238E27FC236}">
                <a16:creationId xmlns:a16="http://schemas.microsoft.com/office/drawing/2014/main" id="{1C627660-EF7E-AED3-D4E9-4AA6CCAD1D65}"/>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Billede 2">
            <a:extLst>
              <a:ext uri="{FF2B5EF4-FFF2-40B4-BE49-F238E27FC236}">
                <a16:creationId xmlns:a16="http://schemas.microsoft.com/office/drawing/2014/main" id="{1345E714-815F-1ACD-F893-2A9B7ADD3F22}"/>
              </a:ext>
            </a:extLst>
          </p:cNvPr>
          <p:cNvPicPr>
            <a:picLocks noChangeAspect="1"/>
          </p:cNvPicPr>
          <p:nvPr/>
        </p:nvPicPr>
        <p:blipFill>
          <a:blip r:embed="rId8"/>
          <a:stretch>
            <a:fillRect/>
          </a:stretch>
        </p:blipFill>
        <p:spPr>
          <a:xfrm>
            <a:off x="1337792" y="1485572"/>
            <a:ext cx="9514831" cy="3954215"/>
          </a:xfrm>
          <a:prstGeom prst="rect">
            <a:avLst/>
          </a:prstGeom>
        </p:spPr>
      </p:pic>
      <mc:AlternateContent xmlns:mc="http://schemas.openxmlformats.org/markup-compatibility/2006" xmlns:a14="http://schemas.microsoft.com/office/drawing/2010/main">
        <mc:Choice Requires="a14">
          <p:graphicFrame>
            <p:nvGraphicFramePr>
              <p:cNvPr id="10" name="Diagram 9">
                <a:extLst>
                  <a:ext uri="{FF2B5EF4-FFF2-40B4-BE49-F238E27FC236}">
                    <a16:creationId xmlns:a16="http://schemas.microsoft.com/office/drawing/2014/main" id="{921A6C47-504A-CE5C-EC7F-A7E2300C83CE}"/>
                  </a:ext>
                </a:extLst>
              </p:cNvPr>
              <p:cNvGraphicFramePr/>
              <p:nvPr>
                <p:extLst>
                  <p:ext uri="{D42A27DB-BD31-4B8C-83A1-F6EECF244321}">
                    <p14:modId xmlns:p14="http://schemas.microsoft.com/office/powerpoint/2010/main" val="461973609"/>
                  </p:ext>
                </p:extLst>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Choice>
        <mc:Fallback xmlns="">
          <p:graphicFrame>
            <p:nvGraphicFramePr>
              <p:cNvPr id="10" name="Diagram 9">
                <a:extLst>
                  <a:ext uri="{FF2B5EF4-FFF2-40B4-BE49-F238E27FC236}">
                    <a16:creationId xmlns:a16="http://schemas.microsoft.com/office/drawing/2014/main" id="{921A6C47-504A-CE5C-EC7F-A7E2300C83CE}"/>
                  </a:ext>
                </a:extLst>
              </p:cNvPr>
              <p:cNvGraphicFramePr/>
              <p:nvPr>
                <p:extLst>
                  <p:ext uri="{D42A27DB-BD31-4B8C-83A1-F6EECF244321}">
                    <p14:modId xmlns:p14="http://schemas.microsoft.com/office/powerpoint/2010/main" val="461973609"/>
                  </p:ext>
                </p:extLst>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p:spTree>
    <p:extLst>
      <p:ext uri="{BB962C8B-B14F-4D97-AF65-F5344CB8AC3E}">
        <p14:creationId xmlns:p14="http://schemas.microsoft.com/office/powerpoint/2010/main" val="3816496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05FE-CBFE-0D40-5F19-8817F7006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C4AA3E-99A6-2657-D8FD-175B8F51BEB3}"/>
              </a:ext>
            </a:extLst>
          </p:cNvPr>
          <p:cNvSpPr>
            <a:spLocks noGrp="1"/>
          </p:cNvSpPr>
          <p:nvPr>
            <p:ph type="title"/>
          </p:nvPr>
        </p:nvSpPr>
        <p:spPr/>
        <p:txBody>
          <a:bodyPr/>
          <a:lstStyle/>
          <a:p>
            <a:r>
              <a:rPr lang="en-US" sz="3200" noProof="1"/>
              <a:t>Validation result: McMini vs McStas</a:t>
            </a:r>
            <a:endParaRPr lang="en-US" dirty="0"/>
          </a:p>
        </p:txBody>
      </p:sp>
      <p:sp>
        <p:nvSpPr>
          <p:cNvPr id="3" name="Date Placeholder 2">
            <a:extLst>
              <a:ext uri="{FF2B5EF4-FFF2-40B4-BE49-F238E27FC236}">
                <a16:creationId xmlns:a16="http://schemas.microsoft.com/office/drawing/2014/main" id="{C2E636BB-304D-D671-FC98-40667A3E8E66}"/>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0FAD5695-18D8-F308-6D91-B3C52D56E99C}"/>
              </a:ext>
            </a:extLst>
          </p:cNvPr>
          <p:cNvSpPr>
            <a:spLocks noGrp="1"/>
          </p:cNvSpPr>
          <p:nvPr>
            <p:ph type="sldNum" sz="quarter" idx="12"/>
          </p:nvPr>
        </p:nvSpPr>
        <p:spPr/>
        <p:txBody>
          <a:bodyPr/>
          <a:lstStyle/>
          <a:p>
            <a:fld id="{091A926C-488A-4E3E-9C21-57CAA120E114}" type="slidenum">
              <a:rPr lang="en-GB" smtClean="0"/>
              <a:t>22</a:t>
            </a:fld>
            <a:endParaRPr lang="en-GB" dirty="0"/>
          </a:p>
        </p:txBody>
      </p:sp>
      <p:graphicFrame>
        <p:nvGraphicFramePr>
          <p:cNvPr id="5" name="Content Placeholder 6">
            <a:extLst>
              <a:ext uri="{FF2B5EF4-FFF2-40B4-BE49-F238E27FC236}">
                <a16:creationId xmlns:a16="http://schemas.microsoft.com/office/drawing/2014/main" id="{C440434E-ABC2-6F74-18EC-8E6FBEE3ADCC}"/>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Billede 2">
            <a:extLst>
              <a:ext uri="{FF2B5EF4-FFF2-40B4-BE49-F238E27FC236}">
                <a16:creationId xmlns:a16="http://schemas.microsoft.com/office/drawing/2014/main" id="{365ED111-90EC-6165-8556-8F128BDEFBE3}"/>
              </a:ext>
            </a:extLst>
          </p:cNvPr>
          <p:cNvPicPr>
            <a:picLocks noChangeAspect="1"/>
          </p:cNvPicPr>
          <p:nvPr/>
        </p:nvPicPr>
        <p:blipFill>
          <a:blip r:embed="rId8"/>
          <a:stretch>
            <a:fillRect/>
          </a:stretch>
        </p:blipFill>
        <p:spPr>
          <a:xfrm>
            <a:off x="81531" y="3332019"/>
            <a:ext cx="7665842" cy="3185804"/>
          </a:xfrm>
          <a:prstGeom prst="rect">
            <a:avLst/>
          </a:prstGeom>
        </p:spPr>
      </p:pic>
      <mc:AlternateContent xmlns:mc="http://schemas.openxmlformats.org/markup-compatibility/2006" xmlns:a14="http://schemas.microsoft.com/office/drawing/2010/main">
        <mc:Choice Requires="a14">
          <p:graphicFrame>
            <p:nvGraphicFramePr>
              <p:cNvPr id="10" name="Diagram 9">
                <a:extLst>
                  <a:ext uri="{FF2B5EF4-FFF2-40B4-BE49-F238E27FC236}">
                    <a16:creationId xmlns:a16="http://schemas.microsoft.com/office/drawing/2014/main" id="{3F29CF18-13B2-2C13-A82D-FCB298585F8E}"/>
                  </a:ext>
                </a:extLst>
              </p:cNvPr>
              <p:cNvGraphicFramePr/>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Choice>
        <mc:Fallback xmlns="">
          <p:graphicFrame>
            <p:nvGraphicFramePr>
              <p:cNvPr id="10" name="Diagram 9">
                <a:extLst>
                  <a:ext uri="{FF2B5EF4-FFF2-40B4-BE49-F238E27FC236}">
                    <a16:creationId xmlns:a16="http://schemas.microsoft.com/office/drawing/2014/main" id="{3F29CF18-13B2-2C13-A82D-FCB298585F8E}"/>
                  </a:ext>
                </a:extLst>
              </p:cNvPr>
              <p:cNvGraphicFramePr/>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mc:AlternateContent xmlns:mc="http://schemas.openxmlformats.org/markup-compatibility/2006" xmlns:a14="http://schemas.microsoft.com/office/drawing/2010/main">
        <mc:Choice Requires="a14">
          <p:graphicFrame>
            <p:nvGraphicFramePr>
              <p:cNvPr id="12" name="Diagram 11">
                <a:extLst>
                  <a:ext uri="{FF2B5EF4-FFF2-40B4-BE49-F238E27FC236}">
                    <a16:creationId xmlns:a16="http://schemas.microsoft.com/office/drawing/2014/main" id="{5F2DD3CD-67C9-1FED-7990-98B0DAFF2BB2}"/>
                  </a:ext>
                </a:extLst>
              </p:cNvPr>
              <p:cNvGraphicFramePr/>
              <p:nvPr>
                <p:extLst>
                  <p:ext uri="{D42A27DB-BD31-4B8C-83A1-F6EECF244321}">
                    <p14:modId xmlns:p14="http://schemas.microsoft.com/office/powerpoint/2010/main" val="1295484100"/>
                  </p:ext>
                </p:extLst>
              </p:nvPr>
            </p:nvGraphicFramePr>
            <p:xfrm>
              <a:off x="588964" y="1134538"/>
              <a:ext cx="7914956" cy="1136222"/>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mc:Choice>
        <mc:Fallback xmlns="">
          <p:graphicFrame>
            <p:nvGraphicFramePr>
              <p:cNvPr id="12" name="Diagram 11">
                <a:extLst>
                  <a:ext uri="{FF2B5EF4-FFF2-40B4-BE49-F238E27FC236}">
                    <a16:creationId xmlns:a16="http://schemas.microsoft.com/office/drawing/2014/main" id="{5F2DD3CD-67C9-1FED-7990-98B0DAFF2BB2}"/>
                  </a:ext>
                </a:extLst>
              </p:cNvPr>
              <p:cNvGraphicFramePr/>
              <p:nvPr>
                <p:extLst>
                  <p:ext uri="{D42A27DB-BD31-4B8C-83A1-F6EECF244321}">
                    <p14:modId xmlns:p14="http://schemas.microsoft.com/office/powerpoint/2010/main" val="1295484100"/>
                  </p:ext>
                </p:extLst>
              </p:nvPr>
            </p:nvGraphicFramePr>
            <p:xfrm>
              <a:off x="588964" y="1134538"/>
              <a:ext cx="7914956" cy="1136222"/>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mc:Fallback>
      </mc:AlternateContent>
      <p:pic>
        <p:nvPicPr>
          <p:cNvPr id="9" name="Pladsholder til indhold 9">
            <a:extLst>
              <a:ext uri="{FF2B5EF4-FFF2-40B4-BE49-F238E27FC236}">
                <a16:creationId xmlns:a16="http://schemas.microsoft.com/office/drawing/2014/main" id="{563B1194-9AB5-59B5-4C16-5BB8C36B1A98}"/>
              </a:ext>
            </a:extLst>
          </p:cNvPr>
          <p:cNvPicPr>
            <a:picLocks noChangeAspect="1"/>
          </p:cNvPicPr>
          <p:nvPr/>
        </p:nvPicPr>
        <p:blipFill>
          <a:blip r:embed="rId27"/>
          <a:srcRect l="-1" t="2" r="-1359" b="-5"/>
          <a:stretch>
            <a:fillRect/>
          </a:stretch>
        </p:blipFill>
        <p:spPr>
          <a:xfrm>
            <a:off x="12562087" y="3410413"/>
            <a:ext cx="4135622" cy="3039812"/>
          </a:xfrm>
          <a:prstGeom prst="rect">
            <a:avLst/>
          </a:prstGeom>
          <a:noFill/>
        </p:spPr>
      </p:pic>
      <p:pic>
        <p:nvPicPr>
          <p:cNvPr id="11" name="Pladsholder til indhold 7">
            <a:extLst>
              <a:ext uri="{FF2B5EF4-FFF2-40B4-BE49-F238E27FC236}">
                <a16:creationId xmlns:a16="http://schemas.microsoft.com/office/drawing/2014/main" id="{01C7F4D7-2E45-DB76-0F21-1DBA09F3DE8B}"/>
              </a:ext>
            </a:extLst>
          </p:cNvPr>
          <p:cNvPicPr>
            <a:picLocks noChangeAspect="1"/>
          </p:cNvPicPr>
          <p:nvPr/>
        </p:nvPicPr>
        <p:blipFill>
          <a:blip r:embed="rId28"/>
          <a:srcRect l="-1" t="2" r="-1359" b="-5"/>
          <a:stretch>
            <a:fillRect/>
          </a:stretch>
        </p:blipFill>
        <p:spPr>
          <a:xfrm>
            <a:off x="12562087" y="389188"/>
            <a:ext cx="4135622" cy="3039812"/>
          </a:xfrm>
          <a:prstGeom prst="rect">
            <a:avLst/>
          </a:prstGeom>
          <a:noFill/>
        </p:spPr>
      </p:pic>
    </p:spTree>
    <p:extLst>
      <p:ext uri="{BB962C8B-B14F-4D97-AF65-F5344CB8AC3E}">
        <p14:creationId xmlns:p14="http://schemas.microsoft.com/office/powerpoint/2010/main" val="245466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1A6BA-9910-42A0-FF59-6C46821FFA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948FF-FE23-1DA9-33EC-C78B6E93A293}"/>
              </a:ext>
            </a:extLst>
          </p:cNvPr>
          <p:cNvSpPr>
            <a:spLocks noGrp="1"/>
          </p:cNvSpPr>
          <p:nvPr>
            <p:ph type="title"/>
          </p:nvPr>
        </p:nvSpPr>
        <p:spPr/>
        <p:txBody>
          <a:bodyPr/>
          <a:lstStyle/>
          <a:p>
            <a:r>
              <a:rPr lang="en-US" sz="3200" noProof="1"/>
              <a:t>Validation result: McMini vs McStas</a:t>
            </a:r>
            <a:endParaRPr lang="en-US" dirty="0"/>
          </a:p>
        </p:txBody>
      </p:sp>
      <p:sp>
        <p:nvSpPr>
          <p:cNvPr id="3" name="Date Placeholder 2">
            <a:extLst>
              <a:ext uri="{FF2B5EF4-FFF2-40B4-BE49-F238E27FC236}">
                <a16:creationId xmlns:a16="http://schemas.microsoft.com/office/drawing/2014/main" id="{CF63CD84-4AA4-4A51-F436-8ABD5E66AC47}"/>
              </a:ext>
            </a:extLst>
          </p:cNvPr>
          <p:cNvSpPr>
            <a:spLocks noGrp="1"/>
          </p:cNvSpPr>
          <p:nvPr>
            <p:ph type="dt" sz="half" idx="10"/>
          </p:nvPr>
        </p:nvSpPr>
        <p:spPr/>
        <p:txBody>
          <a:bodyPr/>
          <a:lstStyle/>
          <a:p>
            <a:fld id="{CA98901C-AD74-491C-9322-C106FC5C099A}" type="datetime1">
              <a:rPr lang="en-GB" smtClean="0"/>
              <a:t>27/06/2026</a:t>
            </a:fld>
            <a:endParaRPr lang="en-GB" dirty="0"/>
          </a:p>
        </p:txBody>
      </p:sp>
      <p:sp>
        <p:nvSpPr>
          <p:cNvPr id="4" name="Slide Number Placeholder 3">
            <a:extLst>
              <a:ext uri="{FF2B5EF4-FFF2-40B4-BE49-F238E27FC236}">
                <a16:creationId xmlns:a16="http://schemas.microsoft.com/office/drawing/2014/main" id="{1FDCEB19-5BD0-6B07-2538-0C248720D89F}"/>
              </a:ext>
            </a:extLst>
          </p:cNvPr>
          <p:cNvSpPr>
            <a:spLocks noGrp="1"/>
          </p:cNvSpPr>
          <p:nvPr>
            <p:ph type="sldNum" sz="quarter" idx="12"/>
          </p:nvPr>
        </p:nvSpPr>
        <p:spPr/>
        <p:txBody>
          <a:bodyPr/>
          <a:lstStyle/>
          <a:p>
            <a:fld id="{091A926C-488A-4E3E-9C21-57CAA120E114}" type="slidenum">
              <a:rPr lang="en-GB" smtClean="0"/>
              <a:t>23</a:t>
            </a:fld>
            <a:endParaRPr lang="en-GB" dirty="0"/>
          </a:p>
        </p:txBody>
      </p:sp>
      <p:graphicFrame>
        <p:nvGraphicFramePr>
          <p:cNvPr id="5" name="Content Placeholder 6">
            <a:extLst>
              <a:ext uri="{FF2B5EF4-FFF2-40B4-BE49-F238E27FC236}">
                <a16:creationId xmlns:a16="http://schemas.microsoft.com/office/drawing/2014/main" id="{2A8D52A5-5D7E-8F7E-12CD-03C33A7F81B0}"/>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Billede 2">
            <a:extLst>
              <a:ext uri="{FF2B5EF4-FFF2-40B4-BE49-F238E27FC236}">
                <a16:creationId xmlns:a16="http://schemas.microsoft.com/office/drawing/2014/main" id="{60304AA2-AA54-B9A9-D59C-55275F827421}"/>
              </a:ext>
            </a:extLst>
          </p:cNvPr>
          <p:cNvPicPr>
            <a:picLocks noChangeAspect="1"/>
          </p:cNvPicPr>
          <p:nvPr/>
        </p:nvPicPr>
        <p:blipFill>
          <a:blip r:embed="rId8"/>
          <a:stretch>
            <a:fillRect/>
          </a:stretch>
        </p:blipFill>
        <p:spPr>
          <a:xfrm>
            <a:off x="81531" y="3332019"/>
            <a:ext cx="7665842" cy="3185804"/>
          </a:xfrm>
          <a:prstGeom prst="rect">
            <a:avLst/>
          </a:prstGeom>
        </p:spPr>
      </p:pic>
      <mc:AlternateContent xmlns:mc="http://schemas.openxmlformats.org/markup-compatibility/2006" xmlns:a14="http://schemas.microsoft.com/office/drawing/2010/main">
        <mc:Choice Requires="a14">
          <p:graphicFrame>
            <p:nvGraphicFramePr>
              <p:cNvPr id="10" name="Diagram 9">
                <a:extLst>
                  <a:ext uri="{FF2B5EF4-FFF2-40B4-BE49-F238E27FC236}">
                    <a16:creationId xmlns:a16="http://schemas.microsoft.com/office/drawing/2014/main" id="{5EB74ECB-A643-F66C-56AF-044E7F8B0F6A}"/>
                  </a:ext>
                </a:extLst>
              </p:cNvPr>
              <p:cNvGraphicFramePr/>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Choice>
        <mc:Fallback xmlns="">
          <p:graphicFrame>
            <p:nvGraphicFramePr>
              <p:cNvPr id="10" name="Diagram 9">
                <a:extLst>
                  <a:ext uri="{FF2B5EF4-FFF2-40B4-BE49-F238E27FC236}">
                    <a16:creationId xmlns:a16="http://schemas.microsoft.com/office/drawing/2014/main" id="{3F29CF18-13B2-2C13-A82D-FCB298585F8E}"/>
                  </a:ext>
                </a:extLst>
              </p:cNvPr>
              <p:cNvGraphicFramePr/>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mc:AlternateContent xmlns:mc="http://schemas.openxmlformats.org/markup-compatibility/2006" xmlns:a14="http://schemas.microsoft.com/office/drawing/2010/main">
        <mc:Choice Requires="a14">
          <p:graphicFrame>
            <p:nvGraphicFramePr>
              <p:cNvPr id="12" name="Diagram 11">
                <a:extLst>
                  <a:ext uri="{FF2B5EF4-FFF2-40B4-BE49-F238E27FC236}">
                    <a16:creationId xmlns:a16="http://schemas.microsoft.com/office/drawing/2014/main" id="{4616B385-2793-4A8D-50BE-EA9990974824}"/>
                  </a:ext>
                </a:extLst>
              </p:cNvPr>
              <p:cNvGraphicFramePr/>
              <p:nvPr/>
            </p:nvGraphicFramePr>
            <p:xfrm>
              <a:off x="588964" y="1134538"/>
              <a:ext cx="7914956" cy="1136222"/>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mc:Choice>
        <mc:Fallback xmlns="">
          <p:graphicFrame>
            <p:nvGraphicFramePr>
              <p:cNvPr id="12" name="Diagram 11">
                <a:extLst>
                  <a:ext uri="{FF2B5EF4-FFF2-40B4-BE49-F238E27FC236}">
                    <a16:creationId xmlns:a16="http://schemas.microsoft.com/office/drawing/2014/main" id="{5F2DD3CD-67C9-1FED-7990-98B0DAFF2BB2}"/>
                  </a:ext>
                </a:extLst>
              </p:cNvPr>
              <p:cNvGraphicFramePr/>
              <p:nvPr>
                <p:extLst>
                  <p:ext uri="{D42A27DB-BD31-4B8C-83A1-F6EECF244321}">
                    <p14:modId xmlns:p14="http://schemas.microsoft.com/office/powerpoint/2010/main" val="1295484100"/>
                  </p:ext>
                </p:extLst>
              </p:nvPr>
            </p:nvGraphicFramePr>
            <p:xfrm>
              <a:off x="588964" y="1134538"/>
              <a:ext cx="7914956" cy="1136222"/>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mc:Fallback>
      </mc:AlternateContent>
      <p:pic>
        <p:nvPicPr>
          <p:cNvPr id="9" name="Pladsholder til indhold 9">
            <a:extLst>
              <a:ext uri="{FF2B5EF4-FFF2-40B4-BE49-F238E27FC236}">
                <a16:creationId xmlns:a16="http://schemas.microsoft.com/office/drawing/2014/main" id="{952B2F14-05C2-81F9-4C72-CC89E340A1B4}"/>
              </a:ext>
            </a:extLst>
          </p:cNvPr>
          <p:cNvPicPr>
            <a:picLocks noChangeAspect="1"/>
          </p:cNvPicPr>
          <p:nvPr/>
        </p:nvPicPr>
        <p:blipFill>
          <a:blip r:embed="rId27"/>
          <a:srcRect l="-1" t="2" r="-1359" b="-5"/>
          <a:stretch>
            <a:fillRect/>
          </a:stretch>
        </p:blipFill>
        <p:spPr>
          <a:xfrm>
            <a:off x="12562087" y="3410413"/>
            <a:ext cx="4135622" cy="3039812"/>
          </a:xfrm>
          <a:prstGeom prst="rect">
            <a:avLst/>
          </a:prstGeom>
          <a:noFill/>
        </p:spPr>
      </p:pic>
      <p:pic>
        <p:nvPicPr>
          <p:cNvPr id="11" name="Pladsholder til indhold 7">
            <a:extLst>
              <a:ext uri="{FF2B5EF4-FFF2-40B4-BE49-F238E27FC236}">
                <a16:creationId xmlns:a16="http://schemas.microsoft.com/office/drawing/2014/main" id="{594AFE20-06DE-1F38-6351-477DC0E6945E}"/>
              </a:ext>
            </a:extLst>
          </p:cNvPr>
          <p:cNvPicPr>
            <a:picLocks noChangeAspect="1"/>
          </p:cNvPicPr>
          <p:nvPr/>
        </p:nvPicPr>
        <p:blipFill>
          <a:blip r:embed="rId28"/>
          <a:srcRect l="-1" t="2" r="-1359" b="-5"/>
          <a:stretch>
            <a:fillRect/>
          </a:stretch>
        </p:blipFill>
        <p:spPr>
          <a:xfrm>
            <a:off x="12562087" y="389188"/>
            <a:ext cx="4135622" cy="3039812"/>
          </a:xfrm>
          <a:prstGeom prst="rect">
            <a:avLst/>
          </a:prstGeom>
          <a:noFill/>
        </p:spPr>
      </p:pic>
      <p:sp>
        <p:nvSpPr>
          <p:cNvPr id="6" name="Rectangle 5">
            <a:extLst>
              <a:ext uri="{FF2B5EF4-FFF2-40B4-BE49-F238E27FC236}">
                <a16:creationId xmlns:a16="http://schemas.microsoft.com/office/drawing/2014/main" id="{5B6F2D88-1BFB-9AED-9871-CF4943200074}"/>
              </a:ext>
            </a:extLst>
          </p:cNvPr>
          <p:cNvSpPr/>
          <p:nvPr/>
        </p:nvSpPr>
        <p:spPr>
          <a:xfrm>
            <a:off x="528320" y="4702048"/>
            <a:ext cx="2670048"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7" name="Rectangle 6">
            <a:extLst>
              <a:ext uri="{FF2B5EF4-FFF2-40B4-BE49-F238E27FC236}">
                <a16:creationId xmlns:a16="http://schemas.microsoft.com/office/drawing/2014/main" id="{E7054EBA-6DF3-F2B0-2107-2EA8F17598FC}"/>
              </a:ext>
            </a:extLst>
          </p:cNvPr>
          <p:cNvSpPr/>
          <p:nvPr/>
        </p:nvSpPr>
        <p:spPr>
          <a:xfrm rot="5400000">
            <a:off x="4401443" y="4702048"/>
            <a:ext cx="2649291"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3" name="Rectangle 12">
            <a:extLst>
              <a:ext uri="{FF2B5EF4-FFF2-40B4-BE49-F238E27FC236}">
                <a16:creationId xmlns:a16="http://schemas.microsoft.com/office/drawing/2014/main" id="{F94949C4-4D17-0B8F-87EF-2BE7CC4B1E7C}"/>
              </a:ext>
            </a:extLst>
          </p:cNvPr>
          <p:cNvSpPr/>
          <p:nvPr/>
        </p:nvSpPr>
        <p:spPr>
          <a:xfrm rot="5400000">
            <a:off x="538698" y="4702048"/>
            <a:ext cx="2649291"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4" name="Rectangle 13">
            <a:extLst>
              <a:ext uri="{FF2B5EF4-FFF2-40B4-BE49-F238E27FC236}">
                <a16:creationId xmlns:a16="http://schemas.microsoft.com/office/drawing/2014/main" id="{F920F9B4-95C7-2345-8DE8-1EDB1238A8D9}"/>
              </a:ext>
            </a:extLst>
          </p:cNvPr>
          <p:cNvSpPr/>
          <p:nvPr/>
        </p:nvSpPr>
        <p:spPr>
          <a:xfrm>
            <a:off x="4372863" y="4764393"/>
            <a:ext cx="2670048"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541105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1AFED-549E-1103-A316-BB7FB1D97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6B319-95AF-C7C8-DF8E-8DBB18A3B34A}"/>
              </a:ext>
            </a:extLst>
          </p:cNvPr>
          <p:cNvSpPr>
            <a:spLocks noGrp="1"/>
          </p:cNvSpPr>
          <p:nvPr>
            <p:ph type="title"/>
          </p:nvPr>
        </p:nvSpPr>
        <p:spPr/>
        <p:txBody>
          <a:bodyPr/>
          <a:lstStyle/>
          <a:p>
            <a:r>
              <a:rPr lang="en-US" sz="3200" noProof="1"/>
              <a:t>Validation result: McMini vs McStas</a:t>
            </a:r>
            <a:endParaRPr lang="en-US" dirty="0"/>
          </a:p>
        </p:txBody>
      </p:sp>
      <p:sp>
        <p:nvSpPr>
          <p:cNvPr id="3" name="Date Placeholder 2">
            <a:extLst>
              <a:ext uri="{FF2B5EF4-FFF2-40B4-BE49-F238E27FC236}">
                <a16:creationId xmlns:a16="http://schemas.microsoft.com/office/drawing/2014/main" id="{4D15D5F9-3E56-C2BF-095A-D29FE3422EF7}"/>
              </a:ext>
            </a:extLst>
          </p:cNvPr>
          <p:cNvSpPr>
            <a:spLocks noGrp="1"/>
          </p:cNvSpPr>
          <p:nvPr>
            <p:ph type="dt" sz="half" idx="10"/>
          </p:nvPr>
        </p:nvSpPr>
        <p:spPr/>
        <p:txBody>
          <a:bodyPr/>
          <a:lstStyle/>
          <a:p>
            <a:fld id="{CA98901C-AD74-491C-9322-C106FC5C099A}" type="datetime1">
              <a:rPr lang="en-GB" smtClean="0"/>
              <a:t>27/06/2026</a:t>
            </a:fld>
            <a:endParaRPr lang="en-GB" dirty="0"/>
          </a:p>
        </p:txBody>
      </p:sp>
      <p:sp>
        <p:nvSpPr>
          <p:cNvPr id="4" name="Slide Number Placeholder 3">
            <a:extLst>
              <a:ext uri="{FF2B5EF4-FFF2-40B4-BE49-F238E27FC236}">
                <a16:creationId xmlns:a16="http://schemas.microsoft.com/office/drawing/2014/main" id="{7F66A369-7248-AE56-5FB0-A7FE640BEF35}"/>
              </a:ext>
            </a:extLst>
          </p:cNvPr>
          <p:cNvSpPr>
            <a:spLocks noGrp="1"/>
          </p:cNvSpPr>
          <p:nvPr>
            <p:ph type="sldNum" sz="quarter" idx="12"/>
          </p:nvPr>
        </p:nvSpPr>
        <p:spPr/>
        <p:txBody>
          <a:bodyPr/>
          <a:lstStyle/>
          <a:p>
            <a:fld id="{091A926C-488A-4E3E-9C21-57CAA120E114}" type="slidenum">
              <a:rPr lang="en-GB" smtClean="0"/>
              <a:t>24</a:t>
            </a:fld>
            <a:endParaRPr lang="en-GB" dirty="0"/>
          </a:p>
        </p:txBody>
      </p:sp>
      <p:graphicFrame>
        <p:nvGraphicFramePr>
          <p:cNvPr id="5" name="Content Placeholder 6">
            <a:extLst>
              <a:ext uri="{FF2B5EF4-FFF2-40B4-BE49-F238E27FC236}">
                <a16:creationId xmlns:a16="http://schemas.microsoft.com/office/drawing/2014/main" id="{A52640BE-3247-610F-649A-322090622E08}"/>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ladsholder til indhold 9">
            <a:extLst>
              <a:ext uri="{FF2B5EF4-FFF2-40B4-BE49-F238E27FC236}">
                <a16:creationId xmlns:a16="http://schemas.microsoft.com/office/drawing/2014/main" id="{E2647A5B-4F71-300E-89A1-E89A77BF39FF}"/>
              </a:ext>
            </a:extLst>
          </p:cNvPr>
          <p:cNvPicPr>
            <a:picLocks noChangeAspect="1"/>
          </p:cNvPicPr>
          <p:nvPr/>
        </p:nvPicPr>
        <p:blipFill>
          <a:blip r:embed="rId8"/>
          <a:srcRect l="-1" t="2" r="-1359" b="-5"/>
          <a:stretch>
            <a:fillRect/>
          </a:stretch>
        </p:blipFill>
        <p:spPr>
          <a:xfrm>
            <a:off x="7974847" y="3478012"/>
            <a:ext cx="4135622" cy="3039812"/>
          </a:xfrm>
          <a:prstGeom prst="rect">
            <a:avLst/>
          </a:prstGeom>
          <a:noFill/>
        </p:spPr>
      </p:pic>
      <p:pic>
        <p:nvPicPr>
          <p:cNvPr id="7" name="Pladsholder til indhold 7">
            <a:extLst>
              <a:ext uri="{FF2B5EF4-FFF2-40B4-BE49-F238E27FC236}">
                <a16:creationId xmlns:a16="http://schemas.microsoft.com/office/drawing/2014/main" id="{3A4EB7BE-2CD3-7390-BB0B-EFCFFC095216}"/>
              </a:ext>
            </a:extLst>
          </p:cNvPr>
          <p:cNvPicPr>
            <a:picLocks noChangeAspect="1"/>
          </p:cNvPicPr>
          <p:nvPr/>
        </p:nvPicPr>
        <p:blipFill>
          <a:blip r:embed="rId9"/>
          <a:srcRect l="-1" t="2" r="-1359" b="-5"/>
          <a:stretch>
            <a:fillRect/>
          </a:stretch>
        </p:blipFill>
        <p:spPr>
          <a:xfrm>
            <a:off x="7974847" y="456787"/>
            <a:ext cx="4135622" cy="3039812"/>
          </a:xfrm>
          <a:prstGeom prst="rect">
            <a:avLst/>
          </a:prstGeom>
          <a:noFill/>
        </p:spPr>
      </p:pic>
      <p:pic>
        <p:nvPicPr>
          <p:cNvPr id="8" name="Billede 2">
            <a:extLst>
              <a:ext uri="{FF2B5EF4-FFF2-40B4-BE49-F238E27FC236}">
                <a16:creationId xmlns:a16="http://schemas.microsoft.com/office/drawing/2014/main" id="{7B63266A-DA7B-0250-7EE2-2D69166198DC}"/>
              </a:ext>
            </a:extLst>
          </p:cNvPr>
          <p:cNvPicPr>
            <a:picLocks noChangeAspect="1"/>
          </p:cNvPicPr>
          <p:nvPr/>
        </p:nvPicPr>
        <p:blipFill>
          <a:blip r:embed="rId10"/>
          <a:stretch>
            <a:fillRect/>
          </a:stretch>
        </p:blipFill>
        <p:spPr>
          <a:xfrm>
            <a:off x="81531" y="3332019"/>
            <a:ext cx="7665842" cy="3185804"/>
          </a:xfrm>
          <a:prstGeom prst="rect">
            <a:avLst/>
          </a:prstGeom>
        </p:spPr>
      </p:pic>
      <mc:AlternateContent xmlns:mc="http://schemas.openxmlformats.org/markup-compatibility/2006" xmlns:a14="http://schemas.microsoft.com/office/drawing/2010/main">
        <mc:Choice Requires="a14">
          <p:graphicFrame>
            <p:nvGraphicFramePr>
              <p:cNvPr id="10" name="Diagram 9">
                <a:extLst>
                  <a:ext uri="{FF2B5EF4-FFF2-40B4-BE49-F238E27FC236}">
                    <a16:creationId xmlns:a16="http://schemas.microsoft.com/office/drawing/2014/main" id="{DE0A0F51-B333-2F2A-0D3A-3EDE58EB0A19}"/>
                  </a:ext>
                </a:extLst>
              </p:cNvPr>
              <p:cNvGraphicFramePr/>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mc:Choice>
        <mc:Fallback xmlns="">
          <p:graphicFrame>
            <p:nvGraphicFramePr>
              <p:cNvPr id="10" name="Diagram 9">
                <a:extLst>
                  <a:ext uri="{FF2B5EF4-FFF2-40B4-BE49-F238E27FC236}">
                    <a16:creationId xmlns:a16="http://schemas.microsoft.com/office/drawing/2014/main" id="{DE0A0F51-B333-2F2A-0D3A-3EDE58EB0A19}"/>
                  </a:ext>
                </a:extLst>
              </p:cNvPr>
              <p:cNvGraphicFramePr/>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mc:Fallback>
      </mc:AlternateContent>
      <mc:AlternateContent xmlns:mc="http://schemas.openxmlformats.org/markup-compatibility/2006" xmlns:a14="http://schemas.microsoft.com/office/drawing/2010/main">
        <mc:Choice Requires="a14">
          <p:graphicFrame>
            <p:nvGraphicFramePr>
              <p:cNvPr id="12" name="Diagram 11">
                <a:extLst>
                  <a:ext uri="{FF2B5EF4-FFF2-40B4-BE49-F238E27FC236}">
                    <a16:creationId xmlns:a16="http://schemas.microsoft.com/office/drawing/2014/main" id="{8E70E656-462D-A333-BEB6-C108A981448C}"/>
                  </a:ext>
                </a:extLst>
              </p:cNvPr>
              <p:cNvGraphicFramePr/>
              <p:nvPr/>
            </p:nvGraphicFramePr>
            <p:xfrm>
              <a:off x="588965" y="1134538"/>
              <a:ext cx="6876864" cy="566575"/>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mc:Choice>
        <mc:Fallback xmlns="">
          <p:graphicFrame>
            <p:nvGraphicFramePr>
              <p:cNvPr id="12" name="Diagram 11">
                <a:extLst>
                  <a:ext uri="{FF2B5EF4-FFF2-40B4-BE49-F238E27FC236}">
                    <a16:creationId xmlns:a16="http://schemas.microsoft.com/office/drawing/2014/main" id="{8E70E656-462D-A333-BEB6-C108A981448C}"/>
                  </a:ext>
                </a:extLst>
              </p:cNvPr>
              <p:cNvGraphicFramePr/>
              <p:nvPr/>
            </p:nvGraphicFramePr>
            <p:xfrm>
              <a:off x="588965" y="1134538"/>
              <a:ext cx="6876864" cy="566575"/>
            </p:xfrm>
            <a:graphic>
              <a:graphicData uri="http://schemas.openxmlformats.org/drawingml/2006/diagram">
                <dgm:relIds xmlns:dgm="http://schemas.openxmlformats.org/drawingml/2006/diagram" xmlns:r="http://schemas.openxmlformats.org/officeDocument/2006/relationships" r:dm="rId25" r:lo="rId26" r:qs="rId27" r:cs="rId28"/>
              </a:graphicData>
            </a:graphic>
          </p:graphicFrame>
        </mc:Fallback>
      </mc:AlternateContent>
      <p:sp>
        <p:nvSpPr>
          <p:cNvPr id="9" name="Rectangle 8">
            <a:extLst>
              <a:ext uri="{FF2B5EF4-FFF2-40B4-BE49-F238E27FC236}">
                <a16:creationId xmlns:a16="http://schemas.microsoft.com/office/drawing/2014/main" id="{13027B2F-05A5-1997-B4E5-1A6C99F4D860}"/>
              </a:ext>
            </a:extLst>
          </p:cNvPr>
          <p:cNvSpPr/>
          <p:nvPr/>
        </p:nvSpPr>
        <p:spPr>
          <a:xfrm>
            <a:off x="528320" y="4702048"/>
            <a:ext cx="2670048"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1" name="Rectangle 10">
            <a:extLst>
              <a:ext uri="{FF2B5EF4-FFF2-40B4-BE49-F238E27FC236}">
                <a16:creationId xmlns:a16="http://schemas.microsoft.com/office/drawing/2014/main" id="{F4DB4E68-1DF8-F1A7-7F6B-38CCE53FBBAD}"/>
              </a:ext>
            </a:extLst>
          </p:cNvPr>
          <p:cNvSpPr/>
          <p:nvPr/>
        </p:nvSpPr>
        <p:spPr>
          <a:xfrm rot="5400000">
            <a:off x="4401443" y="4702048"/>
            <a:ext cx="2649291"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3" name="Rectangle 12">
            <a:extLst>
              <a:ext uri="{FF2B5EF4-FFF2-40B4-BE49-F238E27FC236}">
                <a16:creationId xmlns:a16="http://schemas.microsoft.com/office/drawing/2014/main" id="{C5F0AA9C-8898-3AF8-D1B2-6E8350F0EBDC}"/>
              </a:ext>
            </a:extLst>
          </p:cNvPr>
          <p:cNvSpPr/>
          <p:nvPr/>
        </p:nvSpPr>
        <p:spPr>
          <a:xfrm rot="5400000">
            <a:off x="538698" y="4702048"/>
            <a:ext cx="2649291"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4" name="Rectangle 13">
            <a:extLst>
              <a:ext uri="{FF2B5EF4-FFF2-40B4-BE49-F238E27FC236}">
                <a16:creationId xmlns:a16="http://schemas.microsoft.com/office/drawing/2014/main" id="{818AF298-03AE-19D6-B0B4-85E22BE06D83}"/>
              </a:ext>
            </a:extLst>
          </p:cNvPr>
          <p:cNvSpPr/>
          <p:nvPr/>
        </p:nvSpPr>
        <p:spPr>
          <a:xfrm>
            <a:off x="4372863" y="4764393"/>
            <a:ext cx="2670048"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42720402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1FD34-4713-7198-782A-D12F68C33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62306-597F-E21C-56AC-FD9463CAE881}"/>
              </a:ext>
            </a:extLst>
          </p:cNvPr>
          <p:cNvSpPr>
            <a:spLocks noGrp="1"/>
          </p:cNvSpPr>
          <p:nvPr>
            <p:ph type="title"/>
          </p:nvPr>
        </p:nvSpPr>
        <p:spPr/>
        <p:txBody>
          <a:bodyPr/>
          <a:lstStyle/>
          <a:p>
            <a:r>
              <a:rPr lang="en-US" sz="3200" noProof="1"/>
              <a:t>Validation result: McMini vs McStas</a:t>
            </a:r>
            <a:endParaRPr lang="en-US" dirty="0"/>
          </a:p>
        </p:txBody>
      </p:sp>
      <p:sp>
        <p:nvSpPr>
          <p:cNvPr id="3" name="Date Placeholder 2">
            <a:extLst>
              <a:ext uri="{FF2B5EF4-FFF2-40B4-BE49-F238E27FC236}">
                <a16:creationId xmlns:a16="http://schemas.microsoft.com/office/drawing/2014/main" id="{774DBA9F-AE8E-95D8-697E-A33379C846F1}"/>
              </a:ext>
            </a:extLst>
          </p:cNvPr>
          <p:cNvSpPr>
            <a:spLocks noGrp="1"/>
          </p:cNvSpPr>
          <p:nvPr>
            <p:ph type="dt" sz="half" idx="10"/>
          </p:nvPr>
        </p:nvSpPr>
        <p:spPr/>
        <p:txBody>
          <a:bodyPr/>
          <a:lstStyle/>
          <a:p>
            <a:fld id="{CA98901C-AD74-491C-9322-C106FC5C099A}" type="datetime1">
              <a:rPr lang="en-GB" smtClean="0"/>
              <a:t>27/06/2026</a:t>
            </a:fld>
            <a:endParaRPr lang="en-GB" dirty="0"/>
          </a:p>
        </p:txBody>
      </p:sp>
      <p:sp>
        <p:nvSpPr>
          <p:cNvPr id="4" name="Slide Number Placeholder 3">
            <a:extLst>
              <a:ext uri="{FF2B5EF4-FFF2-40B4-BE49-F238E27FC236}">
                <a16:creationId xmlns:a16="http://schemas.microsoft.com/office/drawing/2014/main" id="{680AA5D9-CE5E-E645-A392-0662E8BA7F58}"/>
              </a:ext>
            </a:extLst>
          </p:cNvPr>
          <p:cNvSpPr>
            <a:spLocks noGrp="1"/>
          </p:cNvSpPr>
          <p:nvPr>
            <p:ph type="sldNum" sz="quarter" idx="12"/>
          </p:nvPr>
        </p:nvSpPr>
        <p:spPr/>
        <p:txBody>
          <a:bodyPr/>
          <a:lstStyle/>
          <a:p>
            <a:fld id="{091A926C-488A-4E3E-9C21-57CAA120E114}" type="slidenum">
              <a:rPr lang="en-GB" smtClean="0"/>
              <a:t>25</a:t>
            </a:fld>
            <a:endParaRPr lang="en-GB" dirty="0"/>
          </a:p>
        </p:txBody>
      </p:sp>
      <p:graphicFrame>
        <p:nvGraphicFramePr>
          <p:cNvPr id="5" name="Content Placeholder 6">
            <a:extLst>
              <a:ext uri="{FF2B5EF4-FFF2-40B4-BE49-F238E27FC236}">
                <a16:creationId xmlns:a16="http://schemas.microsoft.com/office/drawing/2014/main" id="{EF2AA9FE-032A-CC24-7430-6CD5A5F9014F}"/>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ladsholder til indhold 9">
            <a:extLst>
              <a:ext uri="{FF2B5EF4-FFF2-40B4-BE49-F238E27FC236}">
                <a16:creationId xmlns:a16="http://schemas.microsoft.com/office/drawing/2014/main" id="{32603BC4-30F8-DFC2-9A0A-E647AC287E08}"/>
              </a:ext>
            </a:extLst>
          </p:cNvPr>
          <p:cNvPicPr>
            <a:picLocks noChangeAspect="1"/>
          </p:cNvPicPr>
          <p:nvPr/>
        </p:nvPicPr>
        <p:blipFill>
          <a:blip r:embed="rId8"/>
          <a:srcRect l="-1" t="2" r="-1359" b="-5"/>
          <a:stretch>
            <a:fillRect/>
          </a:stretch>
        </p:blipFill>
        <p:spPr>
          <a:xfrm>
            <a:off x="7974847" y="3478012"/>
            <a:ext cx="4135622" cy="3039812"/>
          </a:xfrm>
          <a:prstGeom prst="rect">
            <a:avLst/>
          </a:prstGeom>
          <a:noFill/>
        </p:spPr>
      </p:pic>
      <p:pic>
        <p:nvPicPr>
          <p:cNvPr id="7" name="Pladsholder til indhold 7">
            <a:extLst>
              <a:ext uri="{FF2B5EF4-FFF2-40B4-BE49-F238E27FC236}">
                <a16:creationId xmlns:a16="http://schemas.microsoft.com/office/drawing/2014/main" id="{E77E8E71-DB49-4E4E-1EF6-010DC2CA3ADD}"/>
              </a:ext>
            </a:extLst>
          </p:cNvPr>
          <p:cNvPicPr>
            <a:picLocks noChangeAspect="1"/>
          </p:cNvPicPr>
          <p:nvPr/>
        </p:nvPicPr>
        <p:blipFill>
          <a:blip r:embed="rId9"/>
          <a:srcRect l="-1" t="2" r="-1359" b="-5"/>
          <a:stretch>
            <a:fillRect/>
          </a:stretch>
        </p:blipFill>
        <p:spPr>
          <a:xfrm>
            <a:off x="7974847" y="456787"/>
            <a:ext cx="4135622" cy="3039812"/>
          </a:xfrm>
          <a:prstGeom prst="rect">
            <a:avLst/>
          </a:prstGeom>
          <a:noFill/>
        </p:spPr>
      </p:pic>
      <p:pic>
        <p:nvPicPr>
          <p:cNvPr id="8" name="Billede 2">
            <a:extLst>
              <a:ext uri="{FF2B5EF4-FFF2-40B4-BE49-F238E27FC236}">
                <a16:creationId xmlns:a16="http://schemas.microsoft.com/office/drawing/2014/main" id="{A8733431-AA0B-EDAF-7061-0B8881FEA199}"/>
              </a:ext>
            </a:extLst>
          </p:cNvPr>
          <p:cNvPicPr>
            <a:picLocks noChangeAspect="1"/>
          </p:cNvPicPr>
          <p:nvPr/>
        </p:nvPicPr>
        <p:blipFill>
          <a:blip r:embed="rId10"/>
          <a:stretch>
            <a:fillRect/>
          </a:stretch>
        </p:blipFill>
        <p:spPr>
          <a:xfrm>
            <a:off x="81531" y="3332019"/>
            <a:ext cx="7665842" cy="3185804"/>
          </a:xfrm>
          <a:prstGeom prst="rect">
            <a:avLst/>
          </a:prstGeom>
        </p:spPr>
      </p:pic>
      <mc:AlternateContent xmlns:mc="http://schemas.openxmlformats.org/markup-compatibility/2006" xmlns:a14="http://schemas.microsoft.com/office/drawing/2010/main">
        <mc:Choice Requires="a14">
          <p:graphicFrame>
            <p:nvGraphicFramePr>
              <p:cNvPr id="10" name="Diagram 9">
                <a:extLst>
                  <a:ext uri="{FF2B5EF4-FFF2-40B4-BE49-F238E27FC236}">
                    <a16:creationId xmlns:a16="http://schemas.microsoft.com/office/drawing/2014/main" id="{1AC33AE0-2826-40FC-EF6C-C7192682D901}"/>
                  </a:ext>
                </a:extLst>
              </p:cNvPr>
              <p:cNvGraphicFramePr/>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mc:Choice>
        <mc:Fallback xmlns="">
          <p:graphicFrame>
            <p:nvGraphicFramePr>
              <p:cNvPr id="10" name="Diagram 9">
                <a:extLst>
                  <a:ext uri="{FF2B5EF4-FFF2-40B4-BE49-F238E27FC236}">
                    <a16:creationId xmlns:a16="http://schemas.microsoft.com/office/drawing/2014/main" id="{1AC33AE0-2826-40FC-EF6C-C7192682D901}"/>
                  </a:ext>
                </a:extLst>
              </p:cNvPr>
              <p:cNvGraphicFramePr/>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mc:Fallback>
      </mc:AlternateContent>
      <mc:AlternateContent xmlns:mc="http://schemas.openxmlformats.org/markup-compatibility/2006" xmlns:a14="http://schemas.microsoft.com/office/drawing/2010/main">
        <mc:Choice Requires="a14">
          <p:graphicFrame>
            <p:nvGraphicFramePr>
              <p:cNvPr id="12" name="Diagram 11">
                <a:extLst>
                  <a:ext uri="{FF2B5EF4-FFF2-40B4-BE49-F238E27FC236}">
                    <a16:creationId xmlns:a16="http://schemas.microsoft.com/office/drawing/2014/main" id="{D537DF35-83DD-F40F-0152-87C43CA4F2EC}"/>
                  </a:ext>
                </a:extLst>
              </p:cNvPr>
              <p:cNvGraphicFramePr/>
              <p:nvPr/>
            </p:nvGraphicFramePr>
            <p:xfrm>
              <a:off x="588965" y="1134538"/>
              <a:ext cx="6876864" cy="566575"/>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mc:Choice>
        <mc:Fallback xmlns="">
          <p:graphicFrame>
            <p:nvGraphicFramePr>
              <p:cNvPr id="12" name="Diagram 11">
                <a:extLst>
                  <a:ext uri="{FF2B5EF4-FFF2-40B4-BE49-F238E27FC236}">
                    <a16:creationId xmlns:a16="http://schemas.microsoft.com/office/drawing/2014/main" id="{D537DF35-83DD-F40F-0152-87C43CA4F2EC}"/>
                  </a:ext>
                </a:extLst>
              </p:cNvPr>
              <p:cNvGraphicFramePr/>
              <p:nvPr/>
            </p:nvGraphicFramePr>
            <p:xfrm>
              <a:off x="588965" y="1134538"/>
              <a:ext cx="6876864" cy="566575"/>
            </p:xfrm>
            <a:graphic>
              <a:graphicData uri="http://schemas.openxmlformats.org/drawingml/2006/diagram">
                <dgm:relIds xmlns:dgm="http://schemas.openxmlformats.org/drawingml/2006/diagram" xmlns:r="http://schemas.openxmlformats.org/officeDocument/2006/relationships" r:dm="rId25" r:lo="rId26" r:qs="rId27" r:cs="rId28"/>
              </a:graphicData>
            </a:graphic>
          </p:graphicFrame>
        </mc:Fallback>
      </mc:AlternateContent>
      <mc:AlternateContent xmlns:mc="http://schemas.openxmlformats.org/markup-compatibility/2006" xmlns:a14="http://schemas.microsoft.com/office/drawing/2010/main">
        <mc:Choice Requires="a14">
          <p:graphicFrame>
            <p:nvGraphicFramePr>
              <p:cNvPr id="14" name="Diagram 13">
                <a:extLst>
                  <a:ext uri="{FF2B5EF4-FFF2-40B4-BE49-F238E27FC236}">
                    <a16:creationId xmlns:a16="http://schemas.microsoft.com/office/drawing/2014/main" id="{EB961A14-8B5D-FBFA-7FE8-1AA748AC4595}"/>
                  </a:ext>
                </a:extLst>
              </p:cNvPr>
              <p:cNvGraphicFramePr/>
              <p:nvPr>
                <p:extLst>
                  <p:ext uri="{D42A27DB-BD31-4B8C-83A1-F6EECF244321}">
                    <p14:modId xmlns:p14="http://schemas.microsoft.com/office/powerpoint/2010/main" val="3248491344"/>
                  </p:ext>
                </p:extLst>
              </p:nvPr>
            </p:nvGraphicFramePr>
            <p:xfrm>
              <a:off x="588964" y="1796144"/>
              <a:ext cx="7158409" cy="864858"/>
            </p:xfrm>
            <a:graphic>
              <a:graphicData uri="http://schemas.openxmlformats.org/drawingml/2006/diagram">
                <dgm:relIds xmlns:dgm="http://schemas.openxmlformats.org/drawingml/2006/diagram" xmlns:r="http://schemas.openxmlformats.org/officeDocument/2006/relationships" r:dm="rId29" r:lo="rId30" r:qs="rId31" r:cs="rId32"/>
              </a:graphicData>
            </a:graphic>
          </p:graphicFrame>
        </mc:Choice>
        <mc:Fallback xmlns="">
          <p:graphicFrame>
            <p:nvGraphicFramePr>
              <p:cNvPr id="14" name="Diagram 13">
                <a:extLst>
                  <a:ext uri="{FF2B5EF4-FFF2-40B4-BE49-F238E27FC236}">
                    <a16:creationId xmlns:a16="http://schemas.microsoft.com/office/drawing/2014/main" id="{EB961A14-8B5D-FBFA-7FE8-1AA748AC4595}"/>
                  </a:ext>
                </a:extLst>
              </p:cNvPr>
              <p:cNvGraphicFramePr/>
              <p:nvPr>
                <p:extLst>
                  <p:ext uri="{D42A27DB-BD31-4B8C-83A1-F6EECF244321}">
                    <p14:modId xmlns:p14="http://schemas.microsoft.com/office/powerpoint/2010/main" val="3248491344"/>
                  </p:ext>
                </p:extLst>
              </p:nvPr>
            </p:nvGraphicFramePr>
            <p:xfrm>
              <a:off x="588964" y="1796144"/>
              <a:ext cx="7158409" cy="864858"/>
            </p:xfrm>
            <a:graphic>
              <a:graphicData uri="http://schemas.openxmlformats.org/drawingml/2006/diagram">
                <dgm:relIds xmlns:dgm="http://schemas.openxmlformats.org/drawingml/2006/diagram" xmlns:r="http://schemas.openxmlformats.org/officeDocument/2006/relationships" r:dm="rId34" r:lo="rId35" r:qs="rId36" r:cs="rId37"/>
              </a:graphicData>
            </a:graphic>
          </p:graphicFrame>
        </mc:Fallback>
      </mc:AlternateContent>
      <p:sp>
        <p:nvSpPr>
          <p:cNvPr id="9" name="Rectangle 8">
            <a:extLst>
              <a:ext uri="{FF2B5EF4-FFF2-40B4-BE49-F238E27FC236}">
                <a16:creationId xmlns:a16="http://schemas.microsoft.com/office/drawing/2014/main" id="{2475FEA1-8A90-3B04-7BB4-002DA2A60B86}"/>
              </a:ext>
            </a:extLst>
          </p:cNvPr>
          <p:cNvSpPr/>
          <p:nvPr/>
        </p:nvSpPr>
        <p:spPr>
          <a:xfrm>
            <a:off x="528320" y="4702048"/>
            <a:ext cx="2670048"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1" name="Rectangle 10">
            <a:extLst>
              <a:ext uri="{FF2B5EF4-FFF2-40B4-BE49-F238E27FC236}">
                <a16:creationId xmlns:a16="http://schemas.microsoft.com/office/drawing/2014/main" id="{9BD52F38-F5A2-E511-EB17-EC69A5553838}"/>
              </a:ext>
            </a:extLst>
          </p:cNvPr>
          <p:cNvSpPr/>
          <p:nvPr/>
        </p:nvSpPr>
        <p:spPr>
          <a:xfrm rot="5400000">
            <a:off x="4401443" y="4702048"/>
            <a:ext cx="2649291"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3" name="Rectangle 12">
            <a:extLst>
              <a:ext uri="{FF2B5EF4-FFF2-40B4-BE49-F238E27FC236}">
                <a16:creationId xmlns:a16="http://schemas.microsoft.com/office/drawing/2014/main" id="{AB492096-F954-EEE7-29EE-AACCFD5165F6}"/>
              </a:ext>
            </a:extLst>
          </p:cNvPr>
          <p:cNvSpPr/>
          <p:nvPr/>
        </p:nvSpPr>
        <p:spPr>
          <a:xfrm rot="5400000">
            <a:off x="538698" y="4702048"/>
            <a:ext cx="2649291"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5" name="Rectangle 14">
            <a:extLst>
              <a:ext uri="{FF2B5EF4-FFF2-40B4-BE49-F238E27FC236}">
                <a16:creationId xmlns:a16="http://schemas.microsoft.com/office/drawing/2014/main" id="{D9EB71EC-53A4-89A3-5BA5-E82F91DA92F4}"/>
              </a:ext>
            </a:extLst>
          </p:cNvPr>
          <p:cNvSpPr/>
          <p:nvPr/>
        </p:nvSpPr>
        <p:spPr>
          <a:xfrm>
            <a:off x="4372863" y="4764393"/>
            <a:ext cx="2670048"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483494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7D34C-5BFA-94BE-9CF2-B47B6010F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77022-3E75-60BA-F983-117C008CFAC1}"/>
              </a:ext>
            </a:extLst>
          </p:cNvPr>
          <p:cNvSpPr>
            <a:spLocks noGrp="1"/>
          </p:cNvSpPr>
          <p:nvPr>
            <p:ph type="title"/>
          </p:nvPr>
        </p:nvSpPr>
        <p:spPr/>
        <p:txBody>
          <a:bodyPr/>
          <a:lstStyle/>
          <a:p>
            <a:r>
              <a:rPr lang="en-US" sz="3200" noProof="1"/>
              <a:t>Validation result: McMini vs McStas</a:t>
            </a:r>
            <a:endParaRPr lang="en-US" dirty="0"/>
          </a:p>
        </p:txBody>
      </p:sp>
      <p:sp>
        <p:nvSpPr>
          <p:cNvPr id="3" name="Date Placeholder 2">
            <a:extLst>
              <a:ext uri="{FF2B5EF4-FFF2-40B4-BE49-F238E27FC236}">
                <a16:creationId xmlns:a16="http://schemas.microsoft.com/office/drawing/2014/main" id="{A619B067-FC6C-4F1D-34FF-0B70549087F6}"/>
              </a:ext>
            </a:extLst>
          </p:cNvPr>
          <p:cNvSpPr>
            <a:spLocks noGrp="1"/>
          </p:cNvSpPr>
          <p:nvPr>
            <p:ph type="dt" sz="half" idx="10"/>
          </p:nvPr>
        </p:nvSpPr>
        <p:spPr/>
        <p:txBody>
          <a:bodyPr/>
          <a:lstStyle/>
          <a:p>
            <a:fld id="{CA98901C-AD74-491C-9322-C106FC5C099A}" type="datetime1">
              <a:rPr lang="en-GB" smtClean="0"/>
              <a:t>27/06/2026</a:t>
            </a:fld>
            <a:endParaRPr lang="en-GB" dirty="0"/>
          </a:p>
        </p:txBody>
      </p:sp>
      <p:sp>
        <p:nvSpPr>
          <p:cNvPr id="4" name="Slide Number Placeholder 3">
            <a:extLst>
              <a:ext uri="{FF2B5EF4-FFF2-40B4-BE49-F238E27FC236}">
                <a16:creationId xmlns:a16="http://schemas.microsoft.com/office/drawing/2014/main" id="{C3EB0389-1BEA-5B41-2144-A98DBB106D06}"/>
              </a:ext>
            </a:extLst>
          </p:cNvPr>
          <p:cNvSpPr>
            <a:spLocks noGrp="1"/>
          </p:cNvSpPr>
          <p:nvPr>
            <p:ph type="sldNum" sz="quarter" idx="12"/>
          </p:nvPr>
        </p:nvSpPr>
        <p:spPr/>
        <p:txBody>
          <a:bodyPr/>
          <a:lstStyle/>
          <a:p>
            <a:fld id="{091A926C-488A-4E3E-9C21-57CAA120E114}" type="slidenum">
              <a:rPr lang="en-GB" smtClean="0"/>
              <a:t>26</a:t>
            </a:fld>
            <a:endParaRPr lang="en-GB" dirty="0"/>
          </a:p>
        </p:txBody>
      </p:sp>
      <p:graphicFrame>
        <p:nvGraphicFramePr>
          <p:cNvPr id="5" name="Content Placeholder 6">
            <a:extLst>
              <a:ext uri="{FF2B5EF4-FFF2-40B4-BE49-F238E27FC236}">
                <a16:creationId xmlns:a16="http://schemas.microsoft.com/office/drawing/2014/main" id="{DD14314B-7F9C-C545-F5BA-4B6F591FB4A2}"/>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ladsholder til indhold 9">
            <a:extLst>
              <a:ext uri="{FF2B5EF4-FFF2-40B4-BE49-F238E27FC236}">
                <a16:creationId xmlns:a16="http://schemas.microsoft.com/office/drawing/2014/main" id="{20CC99BF-6395-CAEE-D3FA-8847AB460CDA}"/>
              </a:ext>
            </a:extLst>
          </p:cNvPr>
          <p:cNvPicPr>
            <a:picLocks noChangeAspect="1"/>
          </p:cNvPicPr>
          <p:nvPr/>
        </p:nvPicPr>
        <p:blipFill>
          <a:blip r:embed="rId8"/>
          <a:srcRect l="-1" t="2" r="-1359" b="-5"/>
          <a:stretch>
            <a:fillRect/>
          </a:stretch>
        </p:blipFill>
        <p:spPr>
          <a:xfrm>
            <a:off x="7974847" y="3478012"/>
            <a:ext cx="4135622" cy="3039812"/>
          </a:xfrm>
          <a:prstGeom prst="rect">
            <a:avLst/>
          </a:prstGeom>
          <a:noFill/>
        </p:spPr>
      </p:pic>
      <p:pic>
        <p:nvPicPr>
          <p:cNvPr id="7" name="Pladsholder til indhold 7">
            <a:extLst>
              <a:ext uri="{FF2B5EF4-FFF2-40B4-BE49-F238E27FC236}">
                <a16:creationId xmlns:a16="http://schemas.microsoft.com/office/drawing/2014/main" id="{80259802-DA80-DE03-D5B8-1AC345DCADF2}"/>
              </a:ext>
            </a:extLst>
          </p:cNvPr>
          <p:cNvPicPr>
            <a:picLocks noChangeAspect="1"/>
          </p:cNvPicPr>
          <p:nvPr/>
        </p:nvPicPr>
        <p:blipFill>
          <a:blip r:embed="rId9"/>
          <a:srcRect l="-1" t="2" r="-1359" b="-5"/>
          <a:stretch>
            <a:fillRect/>
          </a:stretch>
        </p:blipFill>
        <p:spPr>
          <a:xfrm>
            <a:off x="7974847" y="456787"/>
            <a:ext cx="4135622" cy="3039812"/>
          </a:xfrm>
          <a:prstGeom prst="rect">
            <a:avLst/>
          </a:prstGeom>
          <a:noFill/>
        </p:spPr>
      </p:pic>
      <p:pic>
        <p:nvPicPr>
          <p:cNvPr id="8" name="Billede 2">
            <a:extLst>
              <a:ext uri="{FF2B5EF4-FFF2-40B4-BE49-F238E27FC236}">
                <a16:creationId xmlns:a16="http://schemas.microsoft.com/office/drawing/2014/main" id="{D7D0CDB2-3BE1-5CC9-4D17-9AACAC877E89}"/>
              </a:ext>
            </a:extLst>
          </p:cNvPr>
          <p:cNvPicPr>
            <a:picLocks noChangeAspect="1"/>
          </p:cNvPicPr>
          <p:nvPr/>
        </p:nvPicPr>
        <p:blipFill>
          <a:blip r:embed="rId10"/>
          <a:stretch>
            <a:fillRect/>
          </a:stretch>
        </p:blipFill>
        <p:spPr>
          <a:xfrm>
            <a:off x="81531" y="3332019"/>
            <a:ext cx="7665842" cy="3185804"/>
          </a:xfrm>
          <a:prstGeom prst="rect">
            <a:avLst/>
          </a:prstGeom>
        </p:spPr>
      </p:pic>
      <mc:AlternateContent xmlns:mc="http://schemas.openxmlformats.org/markup-compatibility/2006" xmlns:a14="http://schemas.microsoft.com/office/drawing/2010/main">
        <mc:Choice Requires="a14">
          <p:graphicFrame>
            <p:nvGraphicFramePr>
              <p:cNvPr id="10" name="Diagram 9">
                <a:extLst>
                  <a:ext uri="{FF2B5EF4-FFF2-40B4-BE49-F238E27FC236}">
                    <a16:creationId xmlns:a16="http://schemas.microsoft.com/office/drawing/2014/main" id="{0085FB6F-3A8B-1EF7-10A1-2564437EA8FB}"/>
                  </a:ext>
                </a:extLst>
              </p:cNvPr>
              <p:cNvGraphicFramePr/>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mc:Choice>
        <mc:Fallback xmlns="">
          <p:graphicFrame>
            <p:nvGraphicFramePr>
              <p:cNvPr id="10" name="Diagram 9">
                <a:extLst>
                  <a:ext uri="{FF2B5EF4-FFF2-40B4-BE49-F238E27FC236}">
                    <a16:creationId xmlns:a16="http://schemas.microsoft.com/office/drawing/2014/main" id="{0085FB6F-3A8B-1EF7-10A1-2564437EA8FB}"/>
                  </a:ext>
                </a:extLst>
              </p:cNvPr>
              <p:cNvGraphicFramePr/>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mc:Fallback>
      </mc:AlternateContent>
      <mc:AlternateContent xmlns:mc="http://schemas.openxmlformats.org/markup-compatibility/2006" xmlns:a14="http://schemas.microsoft.com/office/drawing/2010/main">
        <mc:Choice Requires="a14">
          <p:graphicFrame>
            <p:nvGraphicFramePr>
              <p:cNvPr id="12" name="Diagram 11">
                <a:extLst>
                  <a:ext uri="{FF2B5EF4-FFF2-40B4-BE49-F238E27FC236}">
                    <a16:creationId xmlns:a16="http://schemas.microsoft.com/office/drawing/2014/main" id="{33FA7F29-FA65-26B6-CF11-689FE3657E31}"/>
                  </a:ext>
                </a:extLst>
              </p:cNvPr>
              <p:cNvGraphicFramePr/>
              <p:nvPr/>
            </p:nvGraphicFramePr>
            <p:xfrm>
              <a:off x="588965" y="1134538"/>
              <a:ext cx="6876864" cy="566575"/>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mc:Choice>
        <mc:Fallback xmlns="">
          <p:graphicFrame>
            <p:nvGraphicFramePr>
              <p:cNvPr id="12" name="Diagram 11">
                <a:extLst>
                  <a:ext uri="{FF2B5EF4-FFF2-40B4-BE49-F238E27FC236}">
                    <a16:creationId xmlns:a16="http://schemas.microsoft.com/office/drawing/2014/main" id="{33FA7F29-FA65-26B6-CF11-689FE3657E31}"/>
                  </a:ext>
                </a:extLst>
              </p:cNvPr>
              <p:cNvGraphicFramePr/>
              <p:nvPr/>
            </p:nvGraphicFramePr>
            <p:xfrm>
              <a:off x="588965" y="1134538"/>
              <a:ext cx="6876864" cy="566575"/>
            </p:xfrm>
            <a:graphic>
              <a:graphicData uri="http://schemas.openxmlformats.org/drawingml/2006/diagram">
                <dgm:relIds xmlns:dgm="http://schemas.openxmlformats.org/drawingml/2006/diagram" xmlns:r="http://schemas.openxmlformats.org/officeDocument/2006/relationships" r:dm="rId25" r:lo="rId26" r:qs="rId27" r:cs="rId28"/>
              </a:graphicData>
            </a:graphic>
          </p:graphicFrame>
        </mc:Fallback>
      </mc:AlternateContent>
      <mc:AlternateContent xmlns:mc="http://schemas.openxmlformats.org/markup-compatibility/2006" xmlns:a14="http://schemas.microsoft.com/office/drawing/2010/main">
        <mc:Choice Requires="a14">
          <p:graphicFrame>
            <p:nvGraphicFramePr>
              <p:cNvPr id="14" name="Diagram 13">
                <a:extLst>
                  <a:ext uri="{FF2B5EF4-FFF2-40B4-BE49-F238E27FC236}">
                    <a16:creationId xmlns:a16="http://schemas.microsoft.com/office/drawing/2014/main" id="{52371B52-4DD2-6FAB-4DB5-911B3B9ABA69}"/>
                  </a:ext>
                </a:extLst>
              </p:cNvPr>
              <p:cNvGraphicFramePr/>
              <p:nvPr>
                <p:extLst>
                  <p:ext uri="{D42A27DB-BD31-4B8C-83A1-F6EECF244321}">
                    <p14:modId xmlns:p14="http://schemas.microsoft.com/office/powerpoint/2010/main" val="3570506439"/>
                  </p:ext>
                </p:extLst>
              </p:nvPr>
            </p:nvGraphicFramePr>
            <p:xfrm>
              <a:off x="588965" y="1796144"/>
              <a:ext cx="7000556" cy="1320334"/>
            </p:xfrm>
            <a:graphic>
              <a:graphicData uri="http://schemas.openxmlformats.org/drawingml/2006/diagram">
                <dgm:relIds xmlns:dgm="http://schemas.openxmlformats.org/drawingml/2006/diagram" xmlns:r="http://schemas.openxmlformats.org/officeDocument/2006/relationships" r:dm="rId29" r:lo="rId30" r:qs="rId31" r:cs="rId32"/>
              </a:graphicData>
            </a:graphic>
          </p:graphicFrame>
        </mc:Choice>
        <mc:Fallback xmlns="">
          <p:graphicFrame>
            <p:nvGraphicFramePr>
              <p:cNvPr id="14" name="Diagram 13">
                <a:extLst>
                  <a:ext uri="{FF2B5EF4-FFF2-40B4-BE49-F238E27FC236}">
                    <a16:creationId xmlns:a16="http://schemas.microsoft.com/office/drawing/2014/main" id="{52371B52-4DD2-6FAB-4DB5-911B3B9ABA69}"/>
                  </a:ext>
                </a:extLst>
              </p:cNvPr>
              <p:cNvGraphicFramePr/>
              <p:nvPr>
                <p:extLst>
                  <p:ext uri="{D42A27DB-BD31-4B8C-83A1-F6EECF244321}">
                    <p14:modId xmlns:p14="http://schemas.microsoft.com/office/powerpoint/2010/main" val="3570506439"/>
                  </p:ext>
                </p:extLst>
              </p:nvPr>
            </p:nvGraphicFramePr>
            <p:xfrm>
              <a:off x="588965" y="1796144"/>
              <a:ext cx="7000556" cy="1320334"/>
            </p:xfrm>
            <a:graphic>
              <a:graphicData uri="http://schemas.openxmlformats.org/drawingml/2006/diagram">
                <dgm:relIds xmlns:dgm="http://schemas.openxmlformats.org/drawingml/2006/diagram" xmlns:r="http://schemas.openxmlformats.org/officeDocument/2006/relationships" r:dm="rId34" r:lo="rId35" r:qs="rId36" r:cs="rId37"/>
              </a:graphicData>
            </a:graphic>
          </p:graphicFrame>
        </mc:Fallback>
      </mc:AlternateContent>
      <p:sp>
        <p:nvSpPr>
          <p:cNvPr id="9" name="Rectangle 8">
            <a:extLst>
              <a:ext uri="{FF2B5EF4-FFF2-40B4-BE49-F238E27FC236}">
                <a16:creationId xmlns:a16="http://schemas.microsoft.com/office/drawing/2014/main" id="{086DDA9F-9CA3-D749-D6C2-946DE047FAF4}"/>
              </a:ext>
            </a:extLst>
          </p:cNvPr>
          <p:cNvSpPr/>
          <p:nvPr/>
        </p:nvSpPr>
        <p:spPr>
          <a:xfrm>
            <a:off x="528320" y="4702048"/>
            <a:ext cx="2670048"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1" name="Rectangle 10">
            <a:extLst>
              <a:ext uri="{FF2B5EF4-FFF2-40B4-BE49-F238E27FC236}">
                <a16:creationId xmlns:a16="http://schemas.microsoft.com/office/drawing/2014/main" id="{2FC83795-AF1C-57A2-0B96-F12B38E3CD26}"/>
              </a:ext>
            </a:extLst>
          </p:cNvPr>
          <p:cNvSpPr/>
          <p:nvPr/>
        </p:nvSpPr>
        <p:spPr>
          <a:xfrm rot="5400000">
            <a:off x="4401443" y="4702048"/>
            <a:ext cx="2649291"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3" name="Rectangle 12">
            <a:extLst>
              <a:ext uri="{FF2B5EF4-FFF2-40B4-BE49-F238E27FC236}">
                <a16:creationId xmlns:a16="http://schemas.microsoft.com/office/drawing/2014/main" id="{63EC3264-2217-17FF-6732-C4F40E0C3FC3}"/>
              </a:ext>
            </a:extLst>
          </p:cNvPr>
          <p:cNvSpPr/>
          <p:nvPr/>
        </p:nvSpPr>
        <p:spPr>
          <a:xfrm rot="5400000">
            <a:off x="538698" y="4702048"/>
            <a:ext cx="2649291"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5" name="Rectangle 14">
            <a:extLst>
              <a:ext uri="{FF2B5EF4-FFF2-40B4-BE49-F238E27FC236}">
                <a16:creationId xmlns:a16="http://schemas.microsoft.com/office/drawing/2014/main" id="{4B3E5985-F209-34B7-94BE-05C3B8D4C2C6}"/>
              </a:ext>
            </a:extLst>
          </p:cNvPr>
          <p:cNvSpPr/>
          <p:nvPr/>
        </p:nvSpPr>
        <p:spPr>
          <a:xfrm>
            <a:off x="4372863" y="4764393"/>
            <a:ext cx="2670048"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857724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559B-0EC4-8E0E-A41F-63B13D6E81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C5AEB-ACC4-54CB-BFB3-27733F5A739C}"/>
              </a:ext>
            </a:extLst>
          </p:cNvPr>
          <p:cNvSpPr>
            <a:spLocks noGrp="1"/>
          </p:cNvSpPr>
          <p:nvPr>
            <p:ph type="title"/>
          </p:nvPr>
        </p:nvSpPr>
        <p:spPr/>
        <p:txBody>
          <a:bodyPr/>
          <a:lstStyle/>
          <a:p>
            <a:r>
              <a:rPr lang="en-US" sz="3200" noProof="1"/>
              <a:t>Validation result: McMini vs McStas</a:t>
            </a:r>
            <a:endParaRPr lang="en-US" dirty="0"/>
          </a:p>
        </p:txBody>
      </p:sp>
      <p:sp>
        <p:nvSpPr>
          <p:cNvPr id="3" name="Date Placeholder 2">
            <a:extLst>
              <a:ext uri="{FF2B5EF4-FFF2-40B4-BE49-F238E27FC236}">
                <a16:creationId xmlns:a16="http://schemas.microsoft.com/office/drawing/2014/main" id="{48933DDC-E2F0-D9DF-F9EE-9A4F51FBCE9D}"/>
              </a:ext>
            </a:extLst>
          </p:cNvPr>
          <p:cNvSpPr>
            <a:spLocks noGrp="1"/>
          </p:cNvSpPr>
          <p:nvPr>
            <p:ph type="dt" sz="half" idx="10"/>
          </p:nvPr>
        </p:nvSpPr>
        <p:spPr/>
        <p:txBody>
          <a:bodyPr/>
          <a:lstStyle/>
          <a:p>
            <a:fld id="{CA98901C-AD74-491C-9322-C106FC5C099A}" type="datetime1">
              <a:rPr lang="en-GB" smtClean="0"/>
              <a:t>27/06/2026</a:t>
            </a:fld>
            <a:endParaRPr lang="en-GB" dirty="0"/>
          </a:p>
        </p:txBody>
      </p:sp>
      <p:sp>
        <p:nvSpPr>
          <p:cNvPr id="4" name="Slide Number Placeholder 3">
            <a:extLst>
              <a:ext uri="{FF2B5EF4-FFF2-40B4-BE49-F238E27FC236}">
                <a16:creationId xmlns:a16="http://schemas.microsoft.com/office/drawing/2014/main" id="{E2B9B9BD-B8B2-9AE1-D718-04EC1022E380}"/>
              </a:ext>
            </a:extLst>
          </p:cNvPr>
          <p:cNvSpPr>
            <a:spLocks noGrp="1"/>
          </p:cNvSpPr>
          <p:nvPr>
            <p:ph type="sldNum" sz="quarter" idx="12"/>
          </p:nvPr>
        </p:nvSpPr>
        <p:spPr/>
        <p:txBody>
          <a:bodyPr/>
          <a:lstStyle/>
          <a:p>
            <a:fld id="{091A926C-488A-4E3E-9C21-57CAA120E114}" type="slidenum">
              <a:rPr lang="en-GB" smtClean="0"/>
              <a:t>27</a:t>
            </a:fld>
            <a:endParaRPr lang="en-GB" dirty="0"/>
          </a:p>
        </p:txBody>
      </p:sp>
      <p:graphicFrame>
        <p:nvGraphicFramePr>
          <p:cNvPr id="5" name="Content Placeholder 6">
            <a:extLst>
              <a:ext uri="{FF2B5EF4-FFF2-40B4-BE49-F238E27FC236}">
                <a16:creationId xmlns:a16="http://schemas.microsoft.com/office/drawing/2014/main" id="{F18EFB0C-C357-AFED-0ADC-5A10A5C6E677}"/>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ladsholder til indhold 9">
            <a:extLst>
              <a:ext uri="{FF2B5EF4-FFF2-40B4-BE49-F238E27FC236}">
                <a16:creationId xmlns:a16="http://schemas.microsoft.com/office/drawing/2014/main" id="{7D21B1BF-2F48-41C4-9AB0-5A24E60D4874}"/>
              </a:ext>
            </a:extLst>
          </p:cNvPr>
          <p:cNvPicPr>
            <a:picLocks noChangeAspect="1"/>
          </p:cNvPicPr>
          <p:nvPr/>
        </p:nvPicPr>
        <p:blipFill>
          <a:blip r:embed="rId8"/>
          <a:srcRect l="-1" t="2" r="-1359" b="-5"/>
          <a:stretch>
            <a:fillRect/>
          </a:stretch>
        </p:blipFill>
        <p:spPr>
          <a:xfrm>
            <a:off x="7974847" y="3478012"/>
            <a:ext cx="4135622" cy="3039812"/>
          </a:xfrm>
          <a:prstGeom prst="rect">
            <a:avLst/>
          </a:prstGeom>
          <a:noFill/>
        </p:spPr>
      </p:pic>
      <p:pic>
        <p:nvPicPr>
          <p:cNvPr id="7" name="Pladsholder til indhold 7">
            <a:extLst>
              <a:ext uri="{FF2B5EF4-FFF2-40B4-BE49-F238E27FC236}">
                <a16:creationId xmlns:a16="http://schemas.microsoft.com/office/drawing/2014/main" id="{169EFF5B-64EB-805C-9840-413EF50D542B}"/>
              </a:ext>
            </a:extLst>
          </p:cNvPr>
          <p:cNvPicPr>
            <a:picLocks noChangeAspect="1"/>
          </p:cNvPicPr>
          <p:nvPr/>
        </p:nvPicPr>
        <p:blipFill>
          <a:blip r:embed="rId9"/>
          <a:srcRect l="-1" t="2" r="-1359" b="-5"/>
          <a:stretch>
            <a:fillRect/>
          </a:stretch>
        </p:blipFill>
        <p:spPr>
          <a:xfrm>
            <a:off x="7974847" y="456787"/>
            <a:ext cx="4135622" cy="3039812"/>
          </a:xfrm>
          <a:prstGeom prst="rect">
            <a:avLst/>
          </a:prstGeom>
          <a:noFill/>
        </p:spPr>
      </p:pic>
      <p:pic>
        <p:nvPicPr>
          <p:cNvPr id="8" name="Billede 2">
            <a:extLst>
              <a:ext uri="{FF2B5EF4-FFF2-40B4-BE49-F238E27FC236}">
                <a16:creationId xmlns:a16="http://schemas.microsoft.com/office/drawing/2014/main" id="{307866A6-B5B3-E58C-43E2-20C4E96C0F27}"/>
              </a:ext>
            </a:extLst>
          </p:cNvPr>
          <p:cNvPicPr>
            <a:picLocks noChangeAspect="1"/>
          </p:cNvPicPr>
          <p:nvPr/>
        </p:nvPicPr>
        <p:blipFill>
          <a:blip r:embed="rId10"/>
          <a:stretch>
            <a:fillRect/>
          </a:stretch>
        </p:blipFill>
        <p:spPr>
          <a:xfrm>
            <a:off x="81531" y="3332019"/>
            <a:ext cx="7665842" cy="3185804"/>
          </a:xfrm>
          <a:prstGeom prst="rect">
            <a:avLst/>
          </a:prstGeom>
        </p:spPr>
      </p:pic>
      <mc:AlternateContent xmlns:mc="http://schemas.openxmlformats.org/markup-compatibility/2006" xmlns:a14="http://schemas.microsoft.com/office/drawing/2010/main">
        <mc:Choice Requires="a14">
          <p:graphicFrame>
            <p:nvGraphicFramePr>
              <p:cNvPr id="10" name="Diagram 9">
                <a:extLst>
                  <a:ext uri="{FF2B5EF4-FFF2-40B4-BE49-F238E27FC236}">
                    <a16:creationId xmlns:a16="http://schemas.microsoft.com/office/drawing/2014/main" id="{6EF871CD-BECD-FA20-AF42-131826EB3445}"/>
                  </a:ext>
                </a:extLst>
              </p:cNvPr>
              <p:cNvGraphicFramePr/>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mc:Choice>
        <mc:Fallback xmlns="">
          <p:graphicFrame>
            <p:nvGraphicFramePr>
              <p:cNvPr id="10" name="Diagram 9">
                <a:extLst>
                  <a:ext uri="{FF2B5EF4-FFF2-40B4-BE49-F238E27FC236}">
                    <a16:creationId xmlns:a16="http://schemas.microsoft.com/office/drawing/2014/main" id="{6EF871CD-BECD-FA20-AF42-131826EB3445}"/>
                  </a:ext>
                </a:extLst>
              </p:cNvPr>
              <p:cNvGraphicFramePr/>
              <p:nvPr/>
            </p:nvGraphicFramePr>
            <p:xfrm>
              <a:off x="-5095776" y="-2504783"/>
              <a:ext cx="4545086" cy="2052860"/>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mc:Fallback>
      </mc:AlternateContent>
      <mc:AlternateContent xmlns:mc="http://schemas.openxmlformats.org/markup-compatibility/2006" xmlns:a14="http://schemas.microsoft.com/office/drawing/2010/main">
        <mc:Choice Requires="a14">
          <p:graphicFrame>
            <p:nvGraphicFramePr>
              <p:cNvPr id="12" name="Diagram 11">
                <a:extLst>
                  <a:ext uri="{FF2B5EF4-FFF2-40B4-BE49-F238E27FC236}">
                    <a16:creationId xmlns:a16="http://schemas.microsoft.com/office/drawing/2014/main" id="{FDCA8463-D62B-708C-82DD-C361BF02A7F7}"/>
                  </a:ext>
                </a:extLst>
              </p:cNvPr>
              <p:cNvGraphicFramePr/>
              <p:nvPr/>
            </p:nvGraphicFramePr>
            <p:xfrm>
              <a:off x="588965" y="1134538"/>
              <a:ext cx="6876864" cy="566575"/>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mc:Choice>
        <mc:Fallback xmlns="">
          <p:graphicFrame>
            <p:nvGraphicFramePr>
              <p:cNvPr id="12" name="Diagram 11">
                <a:extLst>
                  <a:ext uri="{FF2B5EF4-FFF2-40B4-BE49-F238E27FC236}">
                    <a16:creationId xmlns:a16="http://schemas.microsoft.com/office/drawing/2014/main" id="{FDCA8463-D62B-708C-82DD-C361BF02A7F7}"/>
                  </a:ext>
                </a:extLst>
              </p:cNvPr>
              <p:cNvGraphicFramePr/>
              <p:nvPr/>
            </p:nvGraphicFramePr>
            <p:xfrm>
              <a:off x="588965" y="1134538"/>
              <a:ext cx="6876864" cy="566575"/>
            </p:xfrm>
            <a:graphic>
              <a:graphicData uri="http://schemas.openxmlformats.org/drawingml/2006/diagram">
                <dgm:relIds xmlns:dgm="http://schemas.openxmlformats.org/drawingml/2006/diagram" xmlns:r="http://schemas.openxmlformats.org/officeDocument/2006/relationships" r:dm="rId25" r:lo="rId26" r:qs="rId27" r:cs="rId28"/>
              </a:graphicData>
            </a:graphic>
          </p:graphicFrame>
        </mc:Fallback>
      </mc:AlternateContent>
      <mc:AlternateContent xmlns:mc="http://schemas.openxmlformats.org/markup-compatibility/2006">
        <mc:Choice xmlns:a14="http://schemas.microsoft.com/office/drawing/2010/main" Requires="a14">
          <p:graphicFrame>
            <p:nvGraphicFramePr>
              <p:cNvPr id="14" name="Diagram 13">
                <a:extLst>
                  <a:ext uri="{FF2B5EF4-FFF2-40B4-BE49-F238E27FC236}">
                    <a16:creationId xmlns:a16="http://schemas.microsoft.com/office/drawing/2014/main" id="{CCB11BA7-D462-BCA5-2F56-1E5AA09182E6}"/>
                  </a:ext>
                </a:extLst>
              </p:cNvPr>
              <p:cNvGraphicFramePr/>
              <p:nvPr>
                <p:extLst>
                  <p:ext uri="{D42A27DB-BD31-4B8C-83A1-F6EECF244321}">
                    <p14:modId xmlns:p14="http://schemas.microsoft.com/office/powerpoint/2010/main" val="376666104"/>
                  </p:ext>
                </p:extLst>
              </p:nvPr>
            </p:nvGraphicFramePr>
            <p:xfrm>
              <a:off x="588964" y="1796144"/>
              <a:ext cx="6876863" cy="1523352"/>
            </p:xfrm>
            <a:graphic>
              <a:graphicData uri="http://schemas.openxmlformats.org/drawingml/2006/diagram">
                <dgm:relIds xmlns:dgm="http://schemas.openxmlformats.org/drawingml/2006/diagram" xmlns:r="http://schemas.openxmlformats.org/officeDocument/2006/relationships" r:dm="rId29" r:lo="rId30" r:qs="rId31" r:cs="rId32"/>
              </a:graphicData>
            </a:graphic>
          </p:graphicFrame>
        </mc:Choice>
        <mc:Fallback>
          <p:graphicFrame>
            <p:nvGraphicFramePr>
              <p:cNvPr id="14" name="Diagram 13">
                <a:extLst>
                  <a:ext uri="{FF2B5EF4-FFF2-40B4-BE49-F238E27FC236}">
                    <a16:creationId xmlns:a16="http://schemas.microsoft.com/office/drawing/2014/main" id="{CCB11BA7-D462-BCA5-2F56-1E5AA09182E6}"/>
                  </a:ext>
                </a:extLst>
              </p:cNvPr>
              <p:cNvGraphicFramePr/>
              <p:nvPr>
                <p:extLst>
                  <p:ext uri="{D42A27DB-BD31-4B8C-83A1-F6EECF244321}">
                    <p14:modId xmlns:p14="http://schemas.microsoft.com/office/powerpoint/2010/main" val="376666104"/>
                  </p:ext>
                </p:extLst>
              </p:nvPr>
            </p:nvGraphicFramePr>
            <p:xfrm>
              <a:off x="588964" y="1796144"/>
              <a:ext cx="6876863" cy="1523352"/>
            </p:xfrm>
            <a:graphic>
              <a:graphicData uri="http://schemas.openxmlformats.org/drawingml/2006/diagram">
                <dgm:relIds xmlns:dgm="http://schemas.openxmlformats.org/drawingml/2006/diagram" xmlns:r="http://schemas.openxmlformats.org/officeDocument/2006/relationships" r:dm="rId34" r:lo="rId30" r:qs="rId31" r:cs="rId32"/>
              </a:graphicData>
            </a:graphic>
          </p:graphicFrame>
        </mc:Fallback>
      </mc:AlternateContent>
      <p:sp>
        <p:nvSpPr>
          <p:cNvPr id="9" name="Rectangle 8">
            <a:extLst>
              <a:ext uri="{FF2B5EF4-FFF2-40B4-BE49-F238E27FC236}">
                <a16:creationId xmlns:a16="http://schemas.microsoft.com/office/drawing/2014/main" id="{EABB9D6D-E922-006D-2A59-1DC2C01EAE9D}"/>
              </a:ext>
            </a:extLst>
          </p:cNvPr>
          <p:cNvSpPr/>
          <p:nvPr/>
        </p:nvSpPr>
        <p:spPr>
          <a:xfrm>
            <a:off x="528320" y="4702048"/>
            <a:ext cx="2670048"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1" name="Rectangle 10">
            <a:extLst>
              <a:ext uri="{FF2B5EF4-FFF2-40B4-BE49-F238E27FC236}">
                <a16:creationId xmlns:a16="http://schemas.microsoft.com/office/drawing/2014/main" id="{EBC25AE4-EF48-FB53-002F-D42EAE8F9BB2}"/>
              </a:ext>
            </a:extLst>
          </p:cNvPr>
          <p:cNvSpPr/>
          <p:nvPr/>
        </p:nvSpPr>
        <p:spPr>
          <a:xfrm rot="5400000">
            <a:off x="4401443" y="4702048"/>
            <a:ext cx="2649291"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3" name="Rectangle 12">
            <a:extLst>
              <a:ext uri="{FF2B5EF4-FFF2-40B4-BE49-F238E27FC236}">
                <a16:creationId xmlns:a16="http://schemas.microsoft.com/office/drawing/2014/main" id="{5F5743BB-646E-0F7B-11DB-8B7BAC153E00}"/>
              </a:ext>
            </a:extLst>
          </p:cNvPr>
          <p:cNvSpPr/>
          <p:nvPr/>
        </p:nvSpPr>
        <p:spPr>
          <a:xfrm rot="5400000">
            <a:off x="538698" y="4702048"/>
            <a:ext cx="2649291"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15" name="Rectangle 14">
            <a:extLst>
              <a:ext uri="{FF2B5EF4-FFF2-40B4-BE49-F238E27FC236}">
                <a16:creationId xmlns:a16="http://schemas.microsoft.com/office/drawing/2014/main" id="{0612AAD4-8251-D856-8FC4-6137A9199ADE}"/>
              </a:ext>
            </a:extLst>
          </p:cNvPr>
          <p:cNvSpPr/>
          <p:nvPr/>
        </p:nvSpPr>
        <p:spPr>
          <a:xfrm>
            <a:off x="4372863" y="4764393"/>
            <a:ext cx="2670048"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6844546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6750C-3139-9803-63A7-CD4042039B9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B95868C-AFDA-1ED6-839E-665F9327949C}"/>
                  </a:ext>
                </a:extLst>
              </p:cNvPr>
              <p:cNvSpPr>
                <a:spLocks noGrp="1"/>
              </p:cNvSpPr>
              <p:nvPr>
                <p:ph type="title"/>
              </p:nvPr>
            </p:nvSpPr>
            <p:spPr/>
            <p:txBody>
              <a:bodyPr/>
              <a:lstStyle/>
              <a:p>
                <a14:m>
                  <m:oMath xmlns:m="http://schemas.openxmlformats.org/officeDocument/2006/math">
                    <m:r>
                      <a:rPr lang="da-DK" b="0" i="1" smtClean="0">
                        <a:latin typeface="Cambria Math" panose="02040503050406030204" pitchFamily="18" charset="0"/>
                      </a:rPr>
                      <m:t>4</m:t>
                    </m:r>
                    <m:r>
                      <a:rPr lang="da-DK" b="0" i="1" smtClean="0">
                        <a:latin typeface="Cambria Math" panose="02040503050406030204" pitchFamily="18" charset="0"/>
                        <a:ea typeface="Cambria Math" panose="02040503050406030204" pitchFamily="18" charset="0"/>
                      </a:rPr>
                      <m:t>𝜋</m:t>
                    </m:r>
                  </m:oMath>
                </a14:m>
                <a:r>
                  <a:rPr lang="en-US" dirty="0"/>
                  <a:t> monitor artifact</a:t>
                </a:r>
              </a:p>
            </p:txBody>
          </p:sp>
        </mc:Choice>
        <mc:Fallback xmlns="">
          <p:sp>
            <p:nvSpPr>
              <p:cNvPr id="2" name="Title 1">
                <a:extLst>
                  <a:ext uri="{FF2B5EF4-FFF2-40B4-BE49-F238E27FC236}">
                    <a16:creationId xmlns:a16="http://schemas.microsoft.com/office/drawing/2014/main" id="{BB95868C-AFDA-1ED6-839E-665F9327949C}"/>
                  </a:ext>
                </a:extLst>
              </p:cNvPr>
              <p:cNvSpPr>
                <a:spLocks noGrp="1" noRot="1" noChangeAspect="1" noMove="1" noResize="1" noEditPoints="1" noAdjustHandles="1" noChangeArrowheads="1" noChangeShapeType="1" noTextEdit="1"/>
              </p:cNvSpPr>
              <p:nvPr>
                <p:ph type="title"/>
              </p:nvPr>
            </p:nvSpPr>
            <p:spPr>
              <a:blipFill>
                <a:blip r:embed="rId3"/>
                <a:stretch>
                  <a:fillRect l="-1152" t="-12857"/>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78C43EF3-1E5A-8169-27F4-92453FC348EC}"/>
              </a:ext>
            </a:extLst>
          </p:cNvPr>
          <p:cNvSpPr>
            <a:spLocks noGrp="1"/>
          </p:cNvSpPr>
          <p:nvPr>
            <p:ph type="dt" sz="half" idx="10"/>
          </p:nvPr>
        </p:nvSpPr>
        <p:spPr/>
        <p:txBody>
          <a:bodyPr/>
          <a:lstStyle/>
          <a:p>
            <a:fld id="{CA98901C-AD74-491C-9322-C106FC5C099A}" type="datetime1">
              <a:rPr lang="en-GB" smtClean="0"/>
              <a:t>27/06/2026</a:t>
            </a:fld>
            <a:endParaRPr lang="en-GB" dirty="0"/>
          </a:p>
        </p:txBody>
      </p:sp>
      <p:sp>
        <p:nvSpPr>
          <p:cNvPr id="4" name="Slide Number Placeholder 3">
            <a:extLst>
              <a:ext uri="{FF2B5EF4-FFF2-40B4-BE49-F238E27FC236}">
                <a16:creationId xmlns:a16="http://schemas.microsoft.com/office/drawing/2014/main" id="{0F895790-A755-1298-0893-B496D1B3D39F}"/>
              </a:ext>
            </a:extLst>
          </p:cNvPr>
          <p:cNvSpPr>
            <a:spLocks noGrp="1"/>
          </p:cNvSpPr>
          <p:nvPr>
            <p:ph type="sldNum" sz="quarter" idx="12"/>
          </p:nvPr>
        </p:nvSpPr>
        <p:spPr/>
        <p:txBody>
          <a:bodyPr/>
          <a:lstStyle/>
          <a:p>
            <a:fld id="{091A926C-488A-4E3E-9C21-57CAA120E114}" type="slidenum">
              <a:rPr lang="en-GB" smtClean="0"/>
              <a:t>28</a:t>
            </a:fld>
            <a:endParaRPr lang="en-GB" dirty="0"/>
          </a:p>
        </p:txBody>
      </p:sp>
      <p:graphicFrame>
        <p:nvGraphicFramePr>
          <p:cNvPr id="8" name="Content Placeholder 6">
            <a:extLst>
              <a:ext uri="{FF2B5EF4-FFF2-40B4-BE49-F238E27FC236}">
                <a16:creationId xmlns:a16="http://schemas.microsoft.com/office/drawing/2014/main" id="{E79F0ACF-B7D6-6DAD-0C19-16F9520BD41D}"/>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AlternateContent xmlns:mc="http://schemas.openxmlformats.org/markup-compatibility/2006" xmlns:a14="http://schemas.microsoft.com/office/drawing/2010/main">
        <mc:Choice Requires="a14">
          <p:graphicFrame>
            <p:nvGraphicFramePr>
              <p:cNvPr id="13" name="Diagram 12">
                <a:extLst>
                  <a:ext uri="{FF2B5EF4-FFF2-40B4-BE49-F238E27FC236}">
                    <a16:creationId xmlns:a16="http://schemas.microsoft.com/office/drawing/2014/main" id="{1FD8AEDD-1401-4571-F6A4-680595528197}"/>
                  </a:ext>
                </a:extLst>
              </p:cNvPr>
              <p:cNvGraphicFramePr/>
              <p:nvPr/>
            </p:nvGraphicFramePr>
            <p:xfrm>
              <a:off x="-3859755" y="1516892"/>
              <a:ext cx="5381207" cy="86485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Choice>
        <mc:Fallback xmlns="">
          <p:graphicFrame>
            <p:nvGraphicFramePr>
              <p:cNvPr id="13" name="Diagram 12">
                <a:extLst>
                  <a:ext uri="{FF2B5EF4-FFF2-40B4-BE49-F238E27FC236}">
                    <a16:creationId xmlns:a16="http://schemas.microsoft.com/office/drawing/2014/main" id="{1FD8AEDD-1401-4571-F6A4-680595528197}"/>
                  </a:ext>
                </a:extLst>
              </p:cNvPr>
              <p:cNvGraphicFramePr/>
              <p:nvPr/>
            </p:nvGraphicFramePr>
            <p:xfrm>
              <a:off x="-3859755" y="1516892"/>
              <a:ext cx="5381207" cy="864857"/>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p:pic>
        <p:nvPicPr>
          <p:cNvPr id="11" name="Pladsholder til indhold 9">
            <a:extLst>
              <a:ext uri="{FF2B5EF4-FFF2-40B4-BE49-F238E27FC236}">
                <a16:creationId xmlns:a16="http://schemas.microsoft.com/office/drawing/2014/main" id="{8E329997-9A31-1900-C27A-3E0902BDE6F3}"/>
              </a:ext>
            </a:extLst>
          </p:cNvPr>
          <p:cNvPicPr>
            <a:picLocks noChangeAspect="1"/>
          </p:cNvPicPr>
          <p:nvPr/>
        </p:nvPicPr>
        <p:blipFill>
          <a:blip r:embed="rId18"/>
          <a:srcRect l="-1" t="2" r="-1359" b="-5"/>
          <a:stretch>
            <a:fillRect/>
          </a:stretch>
        </p:blipFill>
        <p:spPr>
          <a:xfrm>
            <a:off x="12927847" y="3465904"/>
            <a:ext cx="4135622" cy="3039812"/>
          </a:xfrm>
          <a:prstGeom prst="rect">
            <a:avLst/>
          </a:prstGeom>
          <a:noFill/>
        </p:spPr>
      </p:pic>
      <p:pic>
        <p:nvPicPr>
          <p:cNvPr id="14" name="Pladsholder til indhold 7">
            <a:extLst>
              <a:ext uri="{FF2B5EF4-FFF2-40B4-BE49-F238E27FC236}">
                <a16:creationId xmlns:a16="http://schemas.microsoft.com/office/drawing/2014/main" id="{05782578-AA29-7B16-01DB-6EC06D69043D}"/>
              </a:ext>
            </a:extLst>
          </p:cNvPr>
          <p:cNvPicPr>
            <a:picLocks noChangeAspect="1"/>
          </p:cNvPicPr>
          <p:nvPr/>
        </p:nvPicPr>
        <p:blipFill>
          <a:blip r:embed="rId19"/>
          <a:srcRect l="-1" t="2" r="-1359" b="-5"/>
          <a:stretch>
            <a:fillRect/>
          </a:stretch>
        </p:blipFill>
        <p:spPr>
          <a:xfrm>
            <a:off x="12927847" y="444679"/>
            <a:ext cx="4135622" cy="3039812"/>
          </a:xfrm>
          <a:prstGeom prst="rect">
            <a:avLst/>
          </a:prstGeom>
          <a:noFill/>
        </p:spPr>
      </p:pic>
      <p:pic>
        <p:nvPicPr>
          <p:cNvPr id="15" name="Billede 2">
            <a:extLst>
              <a:ext uri="{FF2B5EF4-FFF2-40B4-BE49-F238E27FC236}">
                <a16:creationId xmlns:a16="http://schemas.microsoft.com/office/drawing/2014/main" id="{785CB685-A436-63B2-EF81-E7A53C2D6A29}"/>
              </a:ext>
            </a:extLst>
          </p:cNvPr>
          <p:cNvPicPr>
            <a:picLocks noChangeAspect="1"/>
          </p:cNvPicPr>
          <p:nvPr/>
        </p:nvPicPr>
        <p:blipFill>
          <a:blip r:embed="rId20"/>
          <a:stretch>
            <a:fillRect/>
          </a:stretch>
        </p:blipFill>
        <p:spPr>
          <a:xfrm>
            <a:off x="-7853019" y="3155948"/>
            <a:ext cx="7665842" cy="3185804"/>
          </a:xfrm>
          <a:prstGeom prst="rect">
            <a:avLst/>
          </a:prstGeom>
        </p:spPr>
      </p:pic>
      <mc:AlternateContent xmlns:mc="http://schemas.openxmlformats.org/markup-compatibility/2006" xmlns:a14="http://schemas.microsoft.com/office/drawing/2010/main">
        <mc:Choice Requires="a14">
          <p:graphicFrame>
            <p:nvGraphicFramePr>
              <p:cNvPr id="17" name="Diagram 16">
                <a:extLst>
                  <a:ext uri="{FF2B5EF4-FFF2-40B4-BE49-F238E27FC236}">
                    <a16:creationId xmlns:a16="http://schemas.microsoft.com/office/drawing/2014/main" id="{AEDBADE3-0C8A-03E6-956C-C03D61FD057F}"/>
                  </a:ext>
                </a:extLst>
              </p:cNvPr>
              <p:cNvGraphicFramePr/>
              <p:nvPr>
                <p:extLst>
                  <p:ext uri="{D42A27DB-BD31-4B8C-83A1-F6EECF244321}">
                    <p14:modId xmlns:p14="http://schemas.microsoft.com/office/powerpoint/2010/main" val="41638773"/>
                  </p:ext>
                </p:extLst>
              </p:nvPr>
            </p:nvGraphicFramePr>
            <p:xfrm>
              <a:off x="-7345585" y="958467"/>
              <a:ext cx="6876864" cy="566575"/>
            </p:xfrm>
            <a:graphic>
              <a:graphicData uri="http://schemas.openxmlformats.org/drawingml/2006/diagram">
                <dgm:relIds xmlns:dgm="http://schemas.openxmlformats.org/drawingml/2006/diagram" xmlns:r="http://schemas.openxmlformats.org/officeDocument/2006/relationships" r:dm="rId21" r:lo="rId22" r:qs="rId23" r:cs="rId24"/>
              </a:graphicData>
            </a:graphic>
          </p:graphicFrame>
        </mc:Choice>
        <mc:Fallback xmlns="">
          <p:graphicFrame>
            <p:nvGraphicFramePr>
              <p:cNvPr id="17" name="Diagram 16">
                <a:extLst>
                  <a:ext uri="{FF2B5EF4-FFF2-40B4-BE49-F238E27FC236}">
                    <a16:creationId xmlns:a16="http://schemas.microsoft.com/office/drawing/2014/main" id="{AEDBADE3-0C8A-03E6-956C-C03D61FD057F}"/>
                  </a:ext>
                </a:extLst>
              </p:cNvPr>
              <p:cNvGraphicFramePr/>
              <p:nvPr>
                <p:extLst>
                  <p:ext uri="{D42A27DB-BD31-4B8C-83A1-F6EECF244321}">
                    <p14:modId xmlns:p14="http://schemas.microsoft.com/office/powerpoint/2010/main" val="41638773"/>
                  </p:ext>
                </p:extLst>
              </p:nvPr>
            </p:nvGraphicFramePr>
            <p:xfrm>
              <a:off x="-7345585" y="958467"/>
              <a:ext cx="6876864" cy="566575"/>
            </p:xfrm>
            <a:graphic>
              <a:graphicData uri="http://schemas.openxmlformats.org/drawingml/2006/diagram">
                <dgm:relIds xmlns:dgm="http://schemas.openxmlformats.org/drawingml/2006/diagram" xmlns:r="http://schemas.openxmlformats.org/officeDocument/2006/relationships" r:dm="rId26" r:lo="rId27" r:qs="rId28" r:cs="rId29"/>
              </a:graphicData>
            </a:graphic>
          </p:graphicFrame>
        </mc:Fallback>
      </mc:AlternateContent>
      <mc:AlternateContent xmlns:mc="http://schemas.openxmlformats.org/markup-compatibility/2006" xmlns:a14="http://schemas.microsoft.com/office/drawing/2010/main">
        <mc:Choice Requires="a14">
          <p:graphicFrame>
            <p:nvGraphicFramePr>
              <p:cNvPr id="19" name="Diagram 18">
                <a:extLst>
                  <a:ext uri="{FF2B5EF4-FFF2-40B4-BE49-F238E27FC236}">
                    <a16:creationId xmlns:a16="http://schemas.microsoft.com/office/drawing/2014/main" id="{332822B1-15DB-CB75-C8A7-901C24C999D5}"/>
                  </a:ext>
                </a:extLst>
              </p:cNvPr>
              <p:cNvGraphicFramePr/>
              <p:nvPr>
                <p:extLst>
                  <p:ext uri="{D42A27DB-BD31-4B8C-83A1-F6EECF244321}">
                    <p14:modId xmlns:p14="http://schemas.microsoft.com/office/powerpoint/2010/main" val="796224493"/>
                  </p:ext>
                </p:extLst>
              </p:nvPr>
            </p:nvGraphicFramePr>
            <p:xfrm>
              <a:off x="-7345586" y="1620073"/>
              <a:ext cx="6876863" cy="1523352"/>
            </p:xfrm>
            <a:graphic>
              <a:graphicData uri="http://schemas.openxmlformats.org/drawingml/2006/diagram">
                <dgm:relIds xmlns:dgm="http://schemas.openxmlformats.org/drawingml/2006/diagram" xmlns:r="http://schemas.openxmlformats.org/officeDocument/2006/relationships" r:dm="rId30" r:lo="rId31" r:qs="rId32" r:cs="rId33"/>
              </a:graphicData>
            </a:graphic>
          </p:graphicFrame>
        </mc:Choice>
        <mc:Fallback xmlns="">
          <p:graphicFrame>
            <p:nvGraphicFramePr>
              <p:cNvPr id="19" name="Diagram 18">
                <a:extLst>
                  <a:ext uri="{FF2B5EF4-FFF2-40B4-BE49-F238E27FC236}">
                    <a16:creationId xmlns:a16="http://schemas.microsoft.com/office/drawing/2014/main" id="{332822B1-15DB-CB75-C8A7-901C24C999D5}"/>
                  </a:ext>
                </a:extLst>
              </p:cNvPr>
              <p:cNvGraphicFramePr/>
              <p:nvPr>
                <p:extLst>
                  <p:ext uri="{D42A27DB-BD31-4B8C-83A1-F6EECF244321}">
                    <p14:modId xmlns:p14="http://schemas.microsoft.com/office/powerpoint/2010/main" val="796224493"/>
                  </p:ext>
                </p:extLst>
              </p:nvPr>
            </p:nvGraphicFramePr>
            <p:xfrm>
              <a:off x="-7345586" y="1620073"/>
              <a:ext cx="6876863" cy="1523352"/>
            </p:xfrm>
            <a:graphic>
              <a:graphicData uri="http://schemas.openxmlformats.org/drawingml/2006/diagram">
                <dgm:relIds xmlns:dgm="http://schemas.openxmlformats.org/drawingml/2006/diagram" xmlns:r="http://schemas.openxmlformats.org/officeDocument/2006/relationships" r:dm="rId35" r:lo="rId36" r:qs="rId37" r:cs="rId38"/>
              </a:graphicData>
            </a:graphic>
          </p:graphicFrame>
        </mc:Fallback>
      </mc:AlternateContent>
      <p:sp>
        <p:nvSpPr>
          <p:cNvPr id="5" name="Rectangle 4">
            <a:extLst>
              <a:ext uri="{FF2B5EF4-FFF2-40B4-BE49-F238E27FC236}">
                <a16:creationId xmlns:a16="http://schemas.microsoft.com/office/drawing/2014/main" id="{200FCFD2-D124-3AFA-B8BD-4F5242CB1160}"/>
              </a:ext>
            </a:extLst>
          </p:cNvPr>
          <p:cNvSpPr/>
          <p:nvPr/>
        </p:nvSpPr>
        <p:spPr>
          <a:xfrm>
            <a:off x="-7345586" y="4551458"/>
            <a:ext cx="2670048"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6" name="Rectangle 5">
            <a:extLst>
              <a:ext uri="{FF2B5EF4-FFF2-40B4-BE49-F238E27FC236}">
                <a16:creationId xmlns:a16="http://schemas.microsoft.com/office/drawing/2014/main" id="{D328DA8F-BB6B-6F4D-E545-1F90A15228E4}"/>
              </a:ext>
            </a:extLst>
          </p:cNvPr>
          <p:cNvSpPr/>
          <p:nvPr/>
        </p:nvSpPr>
        <p:spPr>
          <a:xfrm rot="5400000">
            <a:off x="-3472463" y="4551458"/>
            <a:ext cx="2649291"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7" name="Rectangle 6">
            <a:extLst>
              <a:ext uri="{FF2B5EF4-FFF2-40B4-BE49-F238E27FC236}">
                <a16:creationId xmlns:a16="http://schemas.microsoft.com/office/drawing/2014/main" id="{702C99AC-82A0-F7C6-BA2A-1F5A7646EC8E}"/>
              </a:ext>
            </a:extLst>
          </p:cNvPr>
          <p:cNvSpPr/>
          <p:nvPr/>
        </p:nvSpPr>
        <p:spPr>
          <a:xfrm rot="5400000">
            <a:off x="-7335208" y="4551458"/>
            <a:ext cx="2649291"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
        <p:nvSpPr>
          <p:cNvPr id="9" name="Rectangle 8">
            <a:extLst>
              <a:ext uri="{FF2B5EF4-FFF2-40B4-BE49-F238E27FC236}">
                <a16:creationId xmlns:a16="http://schemas.microsoft.com/office/drawing/2014/main" id="{EEAB680C-529C-C598-0AEA-B720018864CD}"/>
              </a:ext>
            </a:extLst>
          </p:cNvPr>
          <p:cNvSpPr/>
          <p:nvPr/>
        </p:nvSpPr>
        <p:spPr>
          <a:xfrm>
            <a:off x="-3501043" y="4613803"/>
            <a:ext cx="2670048" cy="321056"/>
          </a:xfrm>
          <a:prstGeom prst="rect">
            <a:avLst/>
          </a:prstGeom>
          <a:noFill/>
          <a:ln w="38100">
            <a:solidFill>
              <a:schemeClr val="tx1"/>
            </a:solidFill>
          </a:ln>
        </p:spPr>
        <p:txBody>
          <a:bodyPr wrap="square" rtlCol="0" anchor="ctr">
            <a:noAutofit/>
          </a:bodyPr>
          <a:lstStyle/>
          <a:p>
            <a:pPr algn="l"/>
            <a:endParaRPr lang="en-US" sz="2400" dirty="0" err="1">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420514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87CD7DD-0265-167D-0916-9AAAE4AC9A69}"/>
                  </a:ext>
                </a:extLst>
              </p:cNvPr>
              <p:cNvSpPr>
                <a:spLocks noGrp="1"/>
              </p:cNvSpPr>
              <p:nvPr>
                <p:ph type="title"/>
              </p:nvPr>
            </p:nvSpPr>
            <p:spPr/>
            <p:txBody>
              <a:bodyPr/>
              <a:lstStyle/>
              <a:p>
                <a14:m>
                  <m:oMath xmlns:m="http://schemas.openxmlformats.org/officeDocument/2006/math">
                    <m:r>
                      <a:rPr lang="da-DK" b="0" i="1" smtClean="0">
                        <a:latin typeface="Cambria Math" panose="02040503050406030204" pitchFamily="18" charset="0"/>
                      </a:rPr>
                      <m:t>4</m:t>
                    </m:r>
                    <m:r>
                      <a:rPr lang="da-DK" b="0" i="1" smtClean="0">
                        <a:latin typeface="Cambria Math" panose="02040503050406030204" pitchFamily="18" charset="0"/>
                        <a:ea typeface="Cambria Math" panose="02040503050406030204" pitchFamily="18" charset="0"/>
                      </a:rPr>
                      <m:t>𝜋</m:t>
                    </m:r>
                  </m:oMath>
                </a14:m>
                <a:r>
                  <a:rPr lang="en-US" dirty="0"/>
                  <a:t> monitor artifact</a:t>
                </a:r>
              </a:p>
            </p:txBody>
          </p:sp>
        </mc:Choice>
        <mc:Fallback xmlns="">
          <p:sp>
            <p:nvSpPr>
              <p:cNvPr id="2" name="Title 1">
                <a:extLst>
                  <a:ext uri="{FF2B5EF4-FFF2-40B4-BE49-F238E27FC236}">
                    <a16:creationId xmlns:a16="http://schemas.microsoft.com/office/drawing/2014/main" id="{F87CD7DD-0265-167D-0916-9AAAE4AC9A69}"/>
                  </a:ext>
                </a:extLst>
              </p:cNvPr>
              <p:cNvSpPr>
                <a:spLocks noGrp="1" noRot="1" noChangeAspect="1" noMove="1" noResize="1" noEditPoints="1" noAdjustHandles="1" noChangeArrowheads="1" noChangeShapeType="1" noTextEdit="1"/>
              </p:cNvSpPr>
              <p:nvPr>
                <p:ph type="title"/>
              </p:nvPr>
            </p:nvSpPr>
            <p:spPr>
              <a:blipFill>
                <a:blip r:embed="rId3"/>
                <a:stretch>
                  <a:fillRect l="-1152" t="-12857"/>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EE2CDC1D-EF86-C863-410F-43D3A00226D4}"/>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73118193-4EDF-FEA9-572F-82BFA08B89B0}"/>
              </a:ext>
            </a:extLst>
          </p:cNvPr>
          <p:cNvSpPr>
            <a:spLocks noGrp="1"/>
          </p:cNvSpPr>
          <p:nvPr>
            <p:ph type="sldNum" sz="quarter" idx="12"/>
          </p:nvPr>
        </p:nvSpPr>
        <p:spPr/>
        <p:txBody>
          <a:bodyPr/>
          <a:lstStyle/>
          <a:p>
            <a:fld id="{091A926C-488A-4E3E-9C21-57CAA120E114}" type="slidenum">
              <a:rPr lang="en-GB" smtClean="0"/>
              <a:t>29</a:t>
            </a:fld>
            <a:endParaRPr lang="en-GB" dirty="0"/>
          </a:p>
        </p:txBody>
      </p:sp>
      <p:graphicFrame>
        <p:nvGraphicFramePr>
          <p:cNvPr id="8" name="Content Placeholder 6">
            <a:extLst>
              <a:ext uri="{FF2B5EF4-FFF2-40B4-BE49-F238E27FC236}">
                <a16:creationId xmlns:a16="http://schemas.microsoft.com/office/drawing/2014/main" id="{C14119C8-8471-8406-4C5F-CE4861B284AD}"/>
              </a:ext>
            </a:extLst>
          </p:cNvPr>
          <p:cNvGraphicFramePr>
            <a:graphicFrameLocks/>
          </p:cNvGraphicFramePr>
          <p:nvPr>
            <p:extLst>
              <p:ext uri="{D42A27DB-BD31-4B8C-83A1-F6EECF244321}">
                <p14:modId xmlns:p14="http://schemas.microsoft.com/office/powerpoint/2010/main" val="3070866525"/>
              </p:ext>
            </p:extLst>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AlternateContent xmlns:mc="http://schemas.openxmlformats.org/markup-compatibility/2006" xmlns:a14="http://schemas.microsoft.com/office/drawing/2010/main">
        <mc:Choice Requires="a14">
          <p:graphicFrame>
            <p:nvGraphicFramePr>
              <p:cNvPr id="13" name="Diagram 12">
                <a:extLst>
                  <a:ext uri="{FF2B5EF4-FFF2-40B4-BE49-F238E27FC236}">
                    <a16:creationId xmlns:a16="http://schemas.microsoft.com/office/drawing/2014/main" id="{BF83076B-89C2-9E7B-DE4B-B76B334BCC55}"/>
                  </a:ext>
                </a:extLst>
              </p:cNvPr>
              <p:cNvGraphicFramePr/>
              <p:nvPr>
                <p:extLst>
                  <p:ext uri="{D42A27DB-BD31-4B8C-83A1-F6EECF244321}">
                    <p14:modId xmlns:p14="http://schemas.microsoft.com/office/powerpoint/2010/main" val="1771531053"/>
                  </p:ext>
                </p:extLst>
              </p:nvPr>
            </p:nvGraphicFramePr>
            <p:xfrm>
              <a:off x="-3859755" y="1516892"/>
              <a:ext cx="5381207" cy="86485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Choice>
        <mc:Fallback xmlns="">
          <p:graphicFrame>
            <p:nvGraphicFramePr>
              <p:cNvPr id="13" name="Diagram 12">
                <a:extLst>
                  <a:ext uri="{FF2B5EF4-FFF2-40B4-BE49-F238E27FC236}">
                    <a16:creationId xmlns:a16="http://schemas.microsoft.com/office/drawing/2014/main" id="{BF83076B-89C2-9E7B-DE4B-B76B334BCC55}"/>
                  </a:ext>
                </a:extLst>
              </p:cNvPr>
              <p:cNvGraphicFramePr/>
              <p:nvPr>
                <p:extLst>
                  <p:ext uri="{D42A27DB-BD31-4B8C-83A1-F6EECF244321}">
                    <p14:modId xmlns:p14="http://schemas.microsoft.com/office/powerpoint/2010/main" val="1771531053"/>
                  </p:ext>
                </p:extLst>
              </p:nvPr>
            </p:nvGraphicFramePr>
            <p:xfrm>
              <a:off x="-3859755" y="1516892"/>
              <a:ext cx="5381207" cy="864857"/>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p:pic>
        <p:nvPicPr>
          <p:cNvPr id="18" name="Picture 17">
            <a:extLst>
              <a:ext uri="{FF2B5EF4-FFF2-40B4-BE49-F238E27FC236}">
                <a16:creationId xmlns:a16="http://schemas.microsoft.com/office/drawing/2014/main" id="{8F0561E3-E246-9777-5EB4-BACA83F67C6B}"/>
              </a:ext>
            </a:extLst>
          </p:cNvPr>
          <p:cNvPicPr>
            <a:picLocks noChangeAspect="1"/>
          </p:cNvPicPr>
          <p:nvPr/>
        </p:nvPicPr>
        <p:blipFill>
          <a:blip r:embed="rId18"/>
          <a:stretch>
            <a:fillRect/>
          </a:stretch>
        </p:blipFill>
        <p:spPr>
          <a:xfrm>
            <a:off x="524170" y="1485572"/>
            <a:ext cx="11142076" cy="4040021"/>
          </a:xfrm>
          <a:prstGeom prst="rect">
            <a:avLst/>
          </a:prstGeom>
        </p:spPr>
      </p:pic>
      <p:pic>
        <p:nvPicPr>
          <p:cNvPr id="24" name="Picture 23">
            <a:extLst>
              <a:ext uri="{FF2B5EF4-FFF2-40B4-BE49-F238E27FC236}">
                <a16:creationId xmlns:a16="http://schemas.microsoft.com/office/drawing/2014/main" id="{EE9A10FE-99CF-CEEC-9B9B-3E773B4E6791}"/>
              </a:ext>
            </a:extLst>
          </p:cNvPr>
          <p:cNvPicPr>
            <a:picLocks noChangeAspect="1"/>
          </p:cNvPicPr>
          <p:nvPr/>
        </p:nvPicPr>
        <p:blipFill>
          <a:blip r:embed="rId19"/>
          <a:stretch>
            <a:fillRect/>
          </a:stretch>
        </p:blipFill>
        <p:spPr>
          <a:xfrm>
            <a:off x="12407590" y="2628171"/>
            <a:ext cx="6019864" cy="3790285"/>
          </a:xfrm>
          <a:prstGeom prst="rect">
            <a:avLst/>
          </a:prstGeom>
        </p:spPr>
      </p:pic>
    </p:spTree>
    <p:extLst>
      <p:ext uri="{BB962C8B-B14F-4D97-AF65-F5344CB8AC3E}">
        <p14:creationId xmlns:p14="http://schemas.microsoft.com/office/powerpoint/2010/main" val="2226990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20ECB-5BA9-1745-30CD-4ED87732E09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40FC9F8-9D40-4107-6B60-7786644BFF67}"/>
                  </a:ext>
                </a:extLst>
              </p:cNvPr>
              <p:cNvSpPr>
                <a:spLocks noGrp="1"/>
              </p:cNvSpPr>
              <p:nvPr>
                <p:ph type="title"/>
              </p:nvPr>
            </p:nvSpPr>
            <p:spPr/>
            <p:txBody>
              <a:bodyPr/>
              <a:lstStyle/>
              <a:p>
                <a14:m>
                  <m:oMath xmlns:m="http://schemas.openxmlformats.org/officeDocument/2006/math">
                    <m:r>
                      <a:rPr lang="da-DK" b="0" i="1" smtClean="0">
                        <a:latin typeface="Cambria Math" panose="02040503050406030204" pitchFamily="18" charset="0"/>
                      </a:rPr>
                      <m:t>4</m:t>
                    </m:r>
                    <m:r>
                      <a:rPr lang="da-DK" b="0" i="1" smtClean="0">
                        <a:latin typeface="Cambria Math" panose="02040503050406030204" pitchFamily="18" charset="0"/>
                        <a:ea typeface="Cambria Math" panose="02040503050406030204" pitchFamily="18" charset="0"/>
                      </a:rPr>
                      <m:t>𝜋</m:t>
                    </m:r>
                  </m:oMath>
                </a14:m>
                <a:r>
                  <a:rPr lang="en-US" dirty="0"/>
                  <a:t> monitor artifact</a:t>
                </a:r>
              </a:p>
            </p:txBody>
          </p:sp>
        </mc:Choice>
        <mc:Fallback xmlns="">
          <p:sp>
            <p:nvSpPr>
              <p:cNvPr id="2" name="Title 1">
                <a:extLst>
                  <a:ext uri="{FF2B5EF4-FFF2-40B4-BE49-F238E27FC236}">
                    <a16:creationId xmlns:a16="http://schemas.microsoft.com/office/drawing/2014/main" id="{940FC9F8-9D40-4107-6B60-7786644BFF67}"/>
                  </a:ext>
                </a:extLst>
              </p:cNvPr>
              <p:cNvSpPr>
                <a:spLocks noGrp="1" noRot="1" noChangeAspect="1" noMove="1" noResize="1" noEditPoints="1" noAdjustHandles="1" noChangeArrowheads="1" noChangeShapeType="1" noTextEdit="1"/>
              </p:cNvSpPr>
              <p:nvPr>
                <p:ph type="title"/>
              </p:nvPr>
            </p:nvSpPr>
            <p:spPr>
              <a:blipFill>
                <a:blip r:embed="rId3"/>
                <a:stretch>
                  <a:fillRect l="-1152" t="-12857"/>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E8E2C7AE-C2E6-055E-F99B-27FC9CAA3761}"/>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A5A2A5B0-C278-ECC3-C39A-7EEF93638A54}"/>
              </a:ext>
            </a:extLst>
          </p:cNvPr>
          <p:cNvSpPr>
            <a:spLocks noGrp="1"/>
          </p:cNvSpPr>
          <p:nvPr>
            <p:ph type="sldNum" sz="quarter" idx="12"/>
          </p:nvPr>
        </p:nvSpPr>
        <p:spPr/>
        <p:txBody>
          <a:bodyPr/>
          <a:lstStyle/>
          <a:p>
            <a:fld id="{091A926C-488A-4E3E-9C21-57CAA120E114}" type="slidenum">
              <a:rPr lang="en-GB" smtClean="0"/>
              <a:t>30</a:t>
            </a:fld>
            <a:endParaRPr lang="en-GB" dirty="0"/>
          </a:p>
        </p:txBody>
      </p:sp>
      <p:graphicFrame>
        <p:nvGraphicFramePr>
          <p:cNvPr id="8" name="Content Placeholder 6">
            <a:extLst>
              <a:ext uri="{FF2B5EF4-FFF2-40B4-BE49-F238E27FC236}">
                <a16:creationId xmlns:a16="http://schemas.microsoft.com/office/drawing/2014/main" id="{E7915769-3B58-F23D-F5CF-C0E02CC15F9E}"/>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AlternateContent xmlns:mc="http://schemas.openxmlformats.org/markup-compatibility/2006" xmlns:a14="http://schemas.microsoft.com/office/drawing/2010/main">
        <mc:Choice Requires="a14">
          <p:graphicFrame>
            <p:nvGraphicFramePr>
              <p:cNvPr id="13" name="Diagram 12">
                <a:extLst>
                  <a:ext uri="{FF2B5EF4-FFF2-40B4-BE49-F238E27FC236}">
                    <a16:creationId xmlns:a16="http://schemas.microsoft.com/office/drawing/2014/main" id="{179C480D-3106-E027-2E0A-1FBE41460B5E}"/>
                  </a:ext>
                </a:extLst>
              </p:cNvPr>
              <p:cNvGraphicFramePr/>
              <p:nvPr/>
            </p:nvGraphicFramePr>
            <p:xfrm>
              <a:off x="-3859755" y="1516892"/>
              <a:ext cx="5381207" cy="86485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Choice>
        <mc:Fallback xmlns="">
          <p:graphicFrame>
            <p:nvGraphicFramePr>
              <p:cNvPr id="13" name="Diagram 12">
                <a:extLst>
                  <a:ext uri="{FF2B5EF4-FFF2-40B4-BE49-F238E27FC236}">
                    <a16:creationId xmlns:a16="http://schemas.microsoft.com/office/drawing/2014/main" id="{179C480D-3106-E027-2E0A-1FBE41460B5E}"/>
                  </a:ext>
                </a:extLst>
              </p:cNvPr>
              <p:cNvGraphicFramePr/>
              <p:nvPr/>
            </p:nvGraphicFramePr>
            <p:xfrm>
              <a:off x="-3859755" y="1516892"/>
              <a:ext cx="5381207" cy="864857"/>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p:pic>
        <p:nvPicPr>
          <p:cNvPr id="16" name="Picture 15">
            <a:extLst>
              <a:ext uri="{FF2B5EF4-FFF2-40B4-BE49-F238E27FC236}">
                <a16:creationId xmlns:a16="http://schemas.microsoft.com/office/drawing/2014/main" id="{3113DD7B-BB90-2F76-5382-F6E13921767D}"/>
              </a:ext>
            </a:extLst>
          </p:cNvPr>
          <p:cNvPicPr>
            <a:picLocks noChangeAspect="1"/>
          </p:cNvPicPr>
          <p:nvPr/>
        </p:nvPicPr>
        <p:blipFill>
          <a:blip r:embed="rId18"/>
          <a:stretch>
            <a:fillRect/>
          </a:stretch>
        </p:blipFill>
        <p:spPr>
          <a:xfrm>
            <a:off x="6096000" y="2753019"/>
            <a:ext cx="6019864" cy="3790285"/>
          </a:xfrm>
          <a:prstGeom prst="rect">
            <a:avLst/>
          </a:prstGeom>
        </p:spPr>
      </p:pic>
      <p:pic>
        <p:nvPicPr>
          <p:cNvPr id="18" name="Picture 17">
            <a:extLst>
              <a:ext uri="{FF2B5EF4-FFF2-40B4-BE49-F238E27FC236}">
                <a16:creationId xmlns:a16="http://schemas.microsoft.com/office/drawing/2014/main" id="{2161585E-1D8A-F0C1-BE0B-1405C5A42E4C}"/>
              </a:ext>
            </a:extLst>
          </p:cNvPr>
          <p:cNvPicPr>
            <a:picLocks noChangeAspect="1"/>
          </p:cNvPicPr>
          <p:nvPr/>
        </p:nvPicPr>
        <p:blipFill>
          <a:blip r:embed="rId19"/>
          <a:stretch>
            <a:fillRect/>
          </a:stretch>
        </p:blipFill>
        <p:spPr>
          <a:xfrm>
            <a:off x="6096000" y="445420"/>
            <a:ext cx="6019864" cy="2182751"/>
          </a:xfrm>
          <a:prstGeom prst="rect">
            <a:avLst/>
          </a:prstGeom>
        </p:spPr>
      </p:pic>
      <mc:AlternateContent xmlns:mc="http://schemas.openxmlformats.org/markup-compatibility/2006" xmlns:a14="http://schemas.microsoft.com/office/drawing/2010/main">
        <mc:Choice Requires="a14">
          <p:graphicFrame>
            <p:nvGraphicFramePr>
              <p:cNvPr id="5" name="Diagram 4">
                <a:extLst>
                  <a:ext uri="{FF2B5EF4-FFF2-40B4-BE49-F238E27FC236}">
                    <a16:creationId xmlns:a16="http://schemas.microsoft.com/office/drawing/2014/main" id="{789B1170-63A6-D24B-42C8-033F56E15484}"/>
                  </a:ext>
                </a:extLst>
              </p:cNvPr>
              <p:cNvGraphicFramePr/>
              <p:nvPr>
                <p:extLst>
                  <p:ext uri="{D42A27DB-BD31-4B8C-83A1-F6EECF244321}">
                    <p14:modId xmlns:p14="http://schemas.microsoft.com/office/powerpoint/2010/main" val="2873224369"/>
                  </p:ext>
                </p:extLst>
              </p:nvPr>
            </p:nvGraphicFramePr>
            <p:xfrm>
              <a:off x="-5657650" y="1246249"/>
              <a:ext cx="4811447" cy="2182751"/>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mc:Choice>
        <mc:Fallback xmlns="">
          <p:graphicFrame>
            <p:nvGraphicFramePr>
              <p:cNvPr id="5" name="Diagram 4">
                <a:extLst>
                  <a:ext uri="{FF2B5EF4-FFF2-40B4-BE49-F238E27FC236}">
                    <a16:creationId xmlns:a16="http://schemas.microsoft.com/office/drawing/2014/main" id="{789B1170-63A6-D24B-42C8-033F56E15484}"/>
                  </a:ext>
                </a:extLst>
              </p:cNvPr>
              <p:cNvGraphicFramePr/>
              <p:nvPr>
                <p:extLst>
                  <p:ext uri="{D42A27DB-BD31-4B8C-83A1-F6EECF244321}">
                    <p14:modId xmlns:p14="http://schemas.microsoft.com/office/powerpoint/2010/main" val="2873224369"/>
                  </p:ext>
                </p:extLst>
              </p:nvPr>
            </p:nvGraphicFramePr>
            <p:xfrm>
              <a:off x="-5657650" y="1246249"/>
              <a:ext cx="4811447" cy="2182751"/>
            </p:xfrm>
            <a:graphic>
              <a:graphicData uri="http://schemas.openxmlformats.org/drawingml/2006/diagram">
                <dgm:relIds xmlns:dgm="http://schemas.openxmlformats.org/drawingml/2006/diagram" xmlns:r="http://schemas.openxmlformats.org/officeDocument/2006/relationships" r:dm="rId25" r:lo="rId26" r:qs="rId27" r:cs="rId28"/>
              </a:graphicData>
            </a:graphic>
          </p:graphicFrame>
        </mc:Fallback>
      </mc:AlternateContent>
    </p:spTree>
    <p:extLst>
      <p:ext uri="{BB962C8B-B14F-4D97-AF65-F5344CB8AC3E}">
        <p14:creationId xmlns:p14="http://schemas.microsoft.com/office/powerpoint/2010/main" val="2315885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62804-E9E9-4AEC-7DB6-F430604EA66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D0C6BBC-1F15-3F8F-27DB-8BEA6959D7E0}"/>
                  </a:ext>
                </a:extLst>
              </p:cNvPr>
              <p:cNvSpPr>
                <a:spLocks noGrp="1"/>
              </p:cNvSpPr>
              <p:nvPr>
                <p:ph type="title"/>
              </p:nvPr>
            </p:nvSpPr>
            <p:spPr/>
            <p:txBody>
              <a:bodyPr/>
              <a:lstStyle/>
              <a:p>
                <a14:m>
                  <m:oMath xmlns:m="http://schemas.openxmlformats.org/officeDocument/2006/math">
                    <m:r>
                      <a:rPr lang="da-DK" b="0" i="1" smtClean="0">
                        <a:latin typeface="Cambria Math" panose="02040503050406030204" pitchFamily="18" charset="0"/>
                      </a:rPr>
                      <m:t>4</m:t>
                    </m:r>
                    <m:r>
                      <a:rPr lang="da-DK" b="0" i="1" smtClean="0">
                        <a:latin typeface="Cambria Math" panose="02040503050406030204" pitchFamily="18" charset="0"/>
                        <a:ea typeface="Cambria Math" panose="02040503050406030204" pitchFamily="18" charset="0"/>
                      </a:rPr>
                      <m:t>𝜋</m:t>
                    </m:r>
                  </m:oMath>
                </a14:m>
                <a:r>
                  <a:rPr lang="en-US" dirty="0"/>
                  <a:t> monitor artifact</a:t>
                </a:r>
              </a:p>
            </p:txBody>
          </p:sp>
        </mc:Choice>
        <mc:Fallback xmlns="">
          <p:sp>
            <p:nvSpPr>
              <p:cNvPr id="2" name="Title 1">
                <a:extLst>
                  <a:ext uri="{FF2B5EF4-FFF2-40B4-BE49-F238E27FC236}">
                    <a16:creationId xmlns:a16="http://schemas.microsoft.com/office/drawing/2014/main" id="{4D0C6BBC-1F15-3F8F-27DB-8BEA6959D7E0}"/>
                  </a:ext>
                </a:extLst>
              </p:cNvPr>
              <p:cNvSpPr>
                <a:spLocks noGrp="1" noRot="1" noChangeAspect="1" noMove="1" noResize="1" noEditPoints="1" noAdjustHandles="1" noChangeArrowheads="1" noChangeShapeType="1" noTextEdit="1"/>
              </p:cNvSpPr>
              <p:nvPr>
                <p:ph type="title"/>
              </p:nvPr>
            </p:nvSpPr>
            <p:spPr>
              <a:blipFill>
                <a:blip r:embed="rId3"/>
                <a:stretch>
                  <a:fillRect l="-1152" t="-12857"/>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85A48B1D-7FD5-01B3-1DFF-DC7B1B2784E7}"/>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9C0522F7-242F-4B64-68C0-EA1B64D5FDAF}"/>
              </a:ext>
            </a:extLst>
          </p:cNvPr>
          <p:cNvSpPr>
            <a:spLocks noGrp="1"/>
          </p:cNvSpPr>
          <p:nvPr>
            <p:ph type="sldNum" sz="quarter" idx="12"/>
          </p:nvPr>
        </p:nvSpPr>
        <p:spPr/>
        <p:txBody>
          <a:bodyPr/>
          <a:lstStyle/>
          <a:p>
            <a:fld id="{091A926C-488A-4E3E-9C21-57CAA120E114}" type="slidenum">
              <a:rPr lang="en-GB" smtClean="0"/>
              <a:t>31</a:t>
            </a:fld>
            <a:endParaRPr lang="en-GB" dirty="0"/>
          </a:p>
        </p:txBody>
      </p:sp>
      <p:graphicFrame>
        <p:nvGraphicFramePr>
          <p:cNvPr id="8" name="Content Placeholder 6">
            <a:extLst>
              <a:ext uri="{FF2B5EF4-FFF2-40B4-BE49-F238E27FC236}">
                <a16:creationId xmlns:a16="http://schemas.microsoft.com/office/drawing/2014/main" id="{232F9BA0-6704-124F-9B35-FE71A6E5377C}"/>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AlternateContent xmlns:mc="http://schemas.openxmlformats.org/markup-compatibility/2006" xmlns:a14="http://schemas.microsoft.com/office/drawing/2010/main">
        <mc:Choice Requires="a14">
          <p:graphicFrame>
            <p:nvGraphicFramePr>
              <p:cNvPr id="13" name="Diagram 12">
                <a:extLst>
                  <a:ext uri="{FF2B5EF4-FFF2-40B4-BE49-F238E27FC236}">
                    <a16:creationId xmlns:a16="http://schemas.microsoft.com/office/drawing/2014/main" id="{4799E970-05C2-6B51-5409-1744A00BA692}"/>
                  </a:ext>
                </a:extLst>
              </p:cNvPr>
              <p:cNvGraphicFramePr/>
              <p:nvPr/>
            </p:nvGraphicFramePr>
            <p:xfrm>
              <a:off x="-3859755" y="1516892"/>
              <a:ext cx="5381207" cy="86485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Choice>
        <mc:Fallback xmlns="">
          <p:graphicFrame>
            <p:nvGraphicFramePr>
              <p:cNvPr id="13" name="Diagram 12">
                <a:extLst>
                  <a:ext uri="{FF2B5EF4-FFF2-40B4-BE49-F238E27FC236}">
                    <a16:creationId xmlns:a16="http://schemas.microsoft.com/office/drawing/2014/main" id="{4799E970-05C2-6B51-5409-1744A00BA692}"/>
                  </a:ext>
                </a:extLst>
              </p:cNvPr>
              <p:cNvGraphicFramePr/>
              <p:nvPr/>
            </p:nvGraphicFramePr>
            <p:xfrm>
              <a:off x="-3859755" y="1516892"/>
              <a:ext cx="5381207" cy="864857"/>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p:pic>
        <p:nvPicPr>
          <p:cNvPr id="16" name="Picture 15">
            <a:extLst>
              <a:ext uri="{FF2B5EF4-FFF2-40B4-BE49-F238E27FC236}">
                <a16:creationId xmlns:a16="http://schemas.microsoft.com/office/drawing/2014/main" id="{60CA5C74-4088-1C2E-F158-B6D68D437372}"/>
              </a:ext>
            </a:extLst>
          </p:cNvPr>
          <p:cNvPicPr>
            <a:picLocks noChangeAspect="1"/>
          </p:cNvPicPr>
          <p:nvPr/>
        </p:nvPicPr>
        <p:blipFill>
          <a:blip r:embed="rId18"/>
          <a:stretch>
            <a:fillRect/>
          </a:stretch>
        </p:blipFill>
        <p:spPr>
          <a:xfrm>
            <a:off x="6096000" y="2753019"/>
            <a:ext cx="6019864" cy="3790285"/>
          </a:xfrm>
          <a:prstGeom prst="rect">
            <a:avLst/>
          </a:prstGeom>
        </p:spPr>
      </p:pic>
      <p:pic>
        <p:nvPicPr>
          <p:cNvPr id="18" name="Picture 17">
            <a:extLst>
              <a:ext uri="{FF2B5EF4-FFF2-40B4-BE49-F238E27FC236}">
                <a16:creationId xmlns:a16="http://schemas.microsoft.com/office/drawing/2014/main" id="{2D72D39A-2C6F-0086-8DB6-BFE86009631D}"/>
              </a:ext>
            </a:extLst>
          </p:cNvPr>
          <p:cNvPicPr>
            <a:picLocks noChangeAspect="1"/>
          </p:cNvPicPr>
          <p:nvPr/>
        </p:nvPicPr>
        <p:blipFill>
          <a:blip r:embed="rId19"/>
          <a:stretch>
            <a:fillRect/>
          </a:stretch>
        </p:blipFill>
        <p:spPr>
          <a:xfrm>
            <a:off x="6096000" y="445420"/>
            <a:ext cx="6019864" cy="2182751"/>
          </a:xfrm>
          <a:prstGeom prst="rect">
            <a:avLst/>
          </a:prstGeom>
        </p:spPr>
      </p:pic>
      <mc:AlternateContent xmlns:mc="http://schemas.openxmlformats.org/markup-compatibility/2006" xmlns:a14="http://schemas.microsoft.com/office/drawing/2010/main">
        <mc:Choice Requires="a14">
          <p:graphicFrame>
            <p:nvGraphicFramePr>
              <p:cNvPr id="20" name="Diagram 19">
                <a:extLst>
                  <a:ext uri="{FF2B5EF4-FFF2-40B4-BE49-F238E27FC236}">
                    <a16:creationId xmlns:a16="http://schemas.microsoft.com/office/drawing/2014/main" id="{5C29A751-5BA1-4432-351C-7CC168A92C29}"/>
                  </a:ext>
                </a:extLst>
              </p:cNvPr>
              <p:cNvGraphicFramePr/>
              <p:nvPr>
                <p:extLst>
                  <p:ext uri="{D42A27DB-BD31-4B8C-83A1-F6EECF244321}">
                    <p14:modId xmlns:p14="http://schemas.microsoft.com/office/powerpoint/2010/main" val="89571217"/>
                  </p:ext>
                </p:extLst>
              </p:nvPr>
            </p:nvGraphicFramePr>
            <p:xfrm>
              <a:off x="942581" y="1240818"/>
              <a:ext cx="4811447" cy="2182751"/>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mc:Choice>
        <mc:Fallback xmlns="">
          <p:graphicFrame>
            <p:nvGraphicFramePr>
              <p:cNvPr id="20" name="Diagram 19">
                <a:extLst>
                  <a:ext uri="{FF2B5EF4-FFF2-40B4-BE49-F238E27FC236}">
                    <a16:creationId xmlns:a16="http://schemas.microsoft.com/office/drawing/2014/main" id="{5C29A751-5BA1-4432-351C-7CC168A92C29}"/>
                  </a:ext>
                </a:extLst>
              </p:cNvPr>
              <p:cNvGraphicFramePr/>
              <p:nvPr>
                <p:extLst>
                  <p:ext uri="{D42A27DB-BD31-4B8C-83A1-F6EECF244321}">
                    <p14:modId xmlns:p14="http://schemas.microsoft.com/office/powerpoint/2010/main" val="89571217"/>
                  </p:ext>
                </p:extLst>
              </p:nvPr>
            </p:nvGraphicFramePr>
            <p:xfrm>
              <a:off x="942581" y="1240818"/>
              <a:ext cx="4811447" cy="2182751"/>
            </p:xfrm>
            <a:graphic>
              <a:graphicData uri="http://schemas.openxmlformats.org/drawingml/2006/diagram">
                <dgm:relIds xmlns:dgm="http://schemas.openxmlformats.org/drawingml/2006/diagram" xmlns:r="http://schemas.openxmlformats.org/officeDocument/2006/relationships" r:dm="rId25" r:lo="rId26" r:qs="rId27" r:cs="rId28"/>
              </a:graphicData>
            </a:graphic>
          </p:graphicFrame>
        </mc:Fallback>
      </mc:AlternateContent>
    </p:spTree>
    <p:extLst>
      <p:ext uri="{BB962C8B-B14F-4D97-AF65-F5344CB8AC3E}">
        <p14:creationId xmlns:p14="http://schemas.microsoft.com/office/powerpoint/2010/main" val="3514817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0E9F7-C9F4-DD21-7F31-31669256CCE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1CDE23B-ED05-612A-4357-5DA0D3F8A1E4}"/>
                  </a:ext>
                </a:extLst>
              </p:cNvPr>
              <p:cNvSpPr>
                <a:spLocks noGrp="1"/>
              </p:cNvSpPr>
              <p:nvPr>
                <p:ph type="title"/>
              </p:nvPr>
            </p:nvSpPr>
            <p:spPr/>
            <p:txBody>
              <a:bodyPr/>
              <a:lstStyle/>
              <a:p>
                <a14:m>
                  <m:oMath xmlns:m="http://schemas.openxmlformats.org/officeDocument/2006/math">
                    <m:r>
                      <a:rPr lang="da-DK" b="0" i="1" smtClean="0">
                        <a:latin typeface="Cambria Math" panose="02040503050406030204" pitchFamily="18" charset="0"/>
                      </a:rPr>
                      <m:t>4</m:t>
                    </m:r>
                    <m:r>
                      <a:rPr lang="da-DK" b="0" i="1" smtClean="0">
                        <a:latin typeface="Cambria Math" panose="02040503050406030204" pitchFamily="18" charset="0"/>
                        <a:ea typeface="Cambria Math" panose="02040503050406030204" pitchFamily="18" charset="0"/>
                      </a:rPr>
                      <m:t>𝜋</m:t>
                    </m:r>
                  </m:oMath>
                </a14:m>
                <a:r>
                  <a:rPr lang="en-US" dirty="0"/>
                  <a:t> monitor artifact</a:t>
                </a:r>
              </a:p>
            </p:txBody>
          </p:sp>
        </mc:Choice>
        <mc:Fallback xmlns="">
          <p:sp>
            <p:nvSpPr>
              <p:cNvPr id="2" name="Title 1">
                <a:extLst>
                  <a:ext uri="{FF2B5EF4-FFF2-40B4-BE49-F238E27FC236}">
                    <a16:creationId xmlns:a16="http://schemas.microsoft.com/office/drawing/2014/main" id="{D1CDE23B-ED05-612A-4357-5DA0D3F8A1E4}"/>
                  </a:ext>
                </a:extLst>
              </p:cNvPr>
              <p:cNvSpPr>
                <a:spLocks noGrp="1" noRot="1" noChangeAspect="1" noMove="1" noResize="1" noEditPoints="1" noAdjustHandles="1" noChangeArrowheads="1" noChangeShapeType="1" noTextEdit="1"/>
              </p:cNvSpPr>
              <p:nvPr>
                <p:ph type="title"/>
              </p:nvPr>
            </p:nvSpPr>
            <p:spPr>
              <a:blipFill>
                <a:blip r:embed="rId3"/>
                <a:stretch>
                  <a:fillRect l="-1152" t="-12857"/>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2B366850-7322-82D9-D739-6B95697EC9E8}"/>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3A7D78E7-5099-64D7-814C-13EDE7DA4583}"/>
              </a:ext>
            </a:extLst>
          </p:cNvPr>
          <p:cNvSpPr>
            <a:spLocks noGrp="1"/>
          </p:cNvSpPr>
          <p:nvPr>
            <p:ph type="sldNum" sz="quarter" idx="12"/>
          </p:nvPr>
        </p:nvSpPr>
        <p:spPr/>
        <p:txBody>
          <a:bodyPr/>
          <a:lstStyle/>
          <a:p>
            <a:fld id="{091A926C-488A-4E3E-9C21-57CAA120E114}" type="slidenum">
              <a:rPr lang="en-GB" smtClean="0"/>
              <a:t>32</a:t>
            </a:fld>
            <a:endParaRPr lang="en-GB" dirty="0"/>
          </a:p>
        </p:txBody>
      </p:sp>
      <p:graphicFrame>
        <p:nvGraphicFramePr>
          <p:cNvPr id="8" name="Content Placeholder 6">
            <a:extLst>
              <a:ext uri="{FF2B5EF4-FFF2-40B4-BE49-F238E27FC236}">
                <a16:creationId xmlns:a16="http://schemas.microsoft.com/office/drawing/2014/main" id="{4F4E53EE-B8B4-0130-9119-2EF69C9854CE}"/>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AlternateContent xmlns:mc="http://schemas.openxmlformats.org/markup-compatibility/2006" xmlns:a14="http://schemas.microsoft.com/office/drawing/2010/main">
        <mc:Choice Requires="a14">
          <p:graphicFrame>
            <p:nvGraphicFramePr>
              <p:cNvPr id="13" name="Diagram 12">
                <a:extLst>
                  <a:ext uri="{FF2B5EF4-FFF2-40B4-BE49-F238E27FC236}">
                    <a16:creationId xmlns:a16="http://schemas.microsoft.com/office/drawing/2014/main" id="{D71C4F33-D2FE-9E95-A5B5-164DE6FBC499}"/>
                  </a:ext>
                </a:extLst>
              </p:cNvPr>
              <p:cNvGraphicFramePr/>
              <p:nvPr/>
            </p:nvGraphicFramePr>
            <p:xfrm>
              <a:off x="-3859755" y="1516892"/>
              <a:ext cx="5381207" cy="86485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Choice>
        <mc:Fallback xmlns="">
          <p:graphicFrame>
            <p:nvGraphicFramePr>
              <p:cNvPr id="13" name="Diagram 12">
                <a:extLst>
                  <a:ext uri="{FF2B5EF4-FFF2-40B4-BE49-F238E27FC236}">
                    <a16:creationId xmlns:a16="http://schemas.microsoft.com/office/drawing/2014/main" id="{D71C4F33-D2FE-9E95-A5B5-164DE6FBC499}"/>
                  </a:ext>
                </a:extLst>
              </p:cNvPr>
              <p:cNvGraphicFramePr/>
              <p:nvPr/>
            </p:nvGraphicFramePr>
            <p:xfrm>
              <a:off x="-3859755" y="1516892"/>
              <a:ext cx="5381207" cy="864857"/>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p:pic>
        <p:nvPicPr>
          <p:cNvPr id="16" name="Picture 15">
            <a:extLst>
              <a:ext uri="{FF2B5EF4-FFF2-40B4-BE49-F238E27FC236}">
                <a16:creationId xmlns:a16="http://schemas.microsoft.com/office/drawing/2014/main" id="{1F49D566-1A2B-5236-CEB1-389507F5E8C7}"/>
              </a:ext>
            </a:extLst>
          </p:cNvPr>
          <p:cNvPicPr>
            <a:picLocks noChangeAspect="1"/>
          </p:cNvPicPr>
          <p:nvPr/>
        </p:nvPicPr>
        <p:blipFill>
          <a:blip r:embed="rId18"/>
          <a:stretch>
            <a:fillRect/>
          </a:stretch>
        </p:blipFill>
        <p:spPr>
          <a:xfrm>
            <a:off x="6096000" y="2753019"/>
            <a:ext cx="6019864" cy="3790285"/>
          </a:xfrm>
          <a:prstGeom prst="rect">
            <a:avLst/>
          </a:prstGeom>
        </p:spPr>
      </p:pic>
      <p:pic>
        <p:nvPicPr>
          <p:cNvPr id="18" name="Picture 17">
            <a:extLst>
              <a:ext uri="{FF2B5EF4-FFF2-40B4-BE49-F238E27FC236}">
                <a16:creationId xmlns:a16="http://schemas.microsoft.com/office/drawing/2014/main" id="{13D1B513-0450-5F25-A42C-BCE1F6DC8E56}"/>
              </a:ext>
            </a:extLst>
          </p:cNvPr>
          <p:cNvPicPr>
            <a:picLocks noChangeAspect="1"/>
          </p:cNvPicPr>
          <p:nvPr/>
        </p:nvPicPr>
        <p:blipFill>
          <a:blip r:embed="rId19"/>
          <a:stretch>
            <a:fillRect/>
          </a:stretch>
        </p:blipFill>
        <p:spPr>
          <a:xfrm>
            <a:off x="6096000" y="445420"/>
            <a:ext cx="6019864" cy="2182751"/>
          </a:xfrm>
          <a:prstGeom prst="rect">
            <a:avLst/>
          </a:prstGeom>
        </p:spPr>
      </p:pic>
      <mc:AlternateContent xmlns:mc="http://schemas.openxmlformats.org/markup-compatibility/2006" xmlns:a14="http://schemas.microsoft.com/office/drawing/2010/main">
        <mc:Choice Requires="a14">
          <p:graphicFrame>
            <p:nvGraphicFramePr>
              <p:cNvPr id="20" name="Diagram 19">
                <a:extLst>
                  <a:ext uri="{FF2B5EF4-FFF2-40B4-BE49-F238E27FC236}">
                    <a16:creationId xmlns:a16="http://schemas.microsoft.com/office/drawing/2014/main" id="{E1D1B73A-034B-E90F-C596-B34DC19BCBD1}"/>
                  </a:ext>
                </a:extLst>
              </p:cNvPr>
              <p:cNvGraphicFramePr/>
              <p:nvPr>
                <p:extLst>
                  <p:ext uri="{D42A27DB-BD31-4B8C-83A1-F6EECF244321}">
                    <p14:modId xmlns:p14="http://schemas.microsoft.com/office/powerpoint/2010/main" val="1797609178"/>
                  </p:ext>
                </p:extLst>
              </p:nvPr>
            </p:nvGraphicFramePr>
            <p:xfrm>
              <a:off x="942582" y="1240818"/>
              <a:ext cx="4085008" cy="3235434"/>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mc:Choice>
        <mc:Fallback xmlns="">
          <p:graphicFrame>
            <p:nvGraphicFramePr>
              <p:cNvPr id="20" name="Diagram 19">
                <a:extLst>
                  <a:ext uri="{FF2B5EF4-FFF2-40B4-BE49-F238E27FC236}">
                    <a16:creationId xmlns:a16="http://schemas.microsoft.com/office/drawing/2014/main" id="{E1D1B73A-034B-E90F-C596-B34DC19BCBD1}"/>
                  </a:ext>
                </a:extLst>
              </p:cNvPr>
              <p:cNvGraphicFramePr/>
              <p:nvPr>
                <p:extLst>
                  <p:ext uri="{D42A27DB-BD31-4B8C-83A1-F6EECF244321}">
                    <p14:modId xmlns:p14="http://schemas.microsoft.com/office/powerpoint/2010/main" val="1797609178"/>
                  </p:ext>
                </p:extLst>
              </p:nvPr>
            </p:nvGraphicFramePr>
            <p:xfrm>
              <a:off x="942582" y="1240818"/>
              <a:ext cx="4085008" cy="3235434"/>
            </p:xfrm>
            <a:graphic>
              <a:graphicData uri="http://schemas.openxmlformats.org/drawingml/2006/diagram">
                <dgm:relIds xmlns:dgm="http://schemas.openxmlformats.org/drawingml/2006/diagram" xmlns:r="http://schemas.openxmlformats.org/officeDocument/2006/relationships" r:dm="rId25" r:lo="rId26" r:qs="rId27" r:cs="rId28"/>
              </a:graphicData>
            </a:graphic>
          </p:graphicFrame>
        </mc:Fallback>
      </mc:AlternateContent>
    </p:spTree>
    <p:extLst>
      <p:ext uri="{BB962C8B-B14F-4D97-AF65-F5344CB8AC3E}">
        <p14:creationId xmlns:p14="http://schemas.microsoft.com/office/powerpoint/2010/main" val="41601799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269F4-F962-2B4D-37E9-1114FD372E4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D3BDDDC-042F-40FA-450F-99B67AA49EBE}"/>
                  </a:ext>
                </a:extLst>
              </p:cNvPr>
              <p:cNvSpPr>
                <a:spLocks noGrp="1"/>
              </p:cNvSpPr>
              <p:nvPr>
                <p:ph type="title"/>
              </p:nvPr>
            </p:nvSpPr>
            <p:spPr/>
            <p:txBody>
              <a:bodyPr/>
              <a:lstStyle/>
              <a:p>
                <a14:m>
                  <m:oMath xmlns:m="http://schemas.openxmlformats.org/officeDocument/2006/math">
                    <m:r>
                      <a:rPr lang="da-DK" b="0" i="1" smtClean="0">
                        <a:latin typeface="Cambria Math" panose="02040503050406030204" pitchFamily="18" charset="0"/>
                      </a:rPr>
                      <m:t>4</m:t>
                    </m:r>
                    <m:r>
                      <a:rPr lang="da-DK" b="0" i="1" smtClean="0">
                        <a:latin typeface="Cambria Math" panose="02040503050406030204" pitchFamily="18" charset="0"/>
                        <a:ea typeface="Cambria Math" panose="02040503050406030204" pitchFamily="18" charset="0"/>
                      </a:rPr>
                      <m:t>𝜋</m:t>
                    </m:r>
                  </m:oMath>
                </a14:m>
                <a:r>
                  <a:rPr lang="en-US" dirty="0"/>
                  <a:t> monitor artifact</a:t>
                </a:r>
              </a:p>
            </p:txBody>
          </p:sp>
        </mc:Choice>
        <mc:Fallback xmlns="">
          <p:sp>
            <p:nvSpPr>
              <p:cNvPr id="2" name="Title 1">
                <a:extLst>
                  <a:ext uri="{FF2B5EF4-FFF2-40B4-BE49-F238E27FC236}">
                    <a16:creationId xmlns:a16="http://schemas.microsoft.com/office/drawing/2014/main" id="{FD3BDDDC-042F-40FA-450F-99B67AA49EBE}"/>
                  </a:ext>
                </a:extLst>
              </p:cNvPr>
              <p:cNvSpPr>
                <a:spLocks noGrp="1" noRot="1" noChangeAspect="1" noMove="1" noResize="1" noEditPoints="1" noAdjustHandles="1" noChangeArrowheads="1" noChangeShapeType="1" noTextEdit="1"/>
              </p:cNvSpPr>
              <p:nvPr>
                <p:ph type="title"/>
              </p:nvPr>
            </p:nvSpPr>
            <p:spPr>
              <a:blipFill>
                <a:blip r:embed="rId3"/>
                <a:stretch>
                  <a:fillRect l="-1152" t="-12857"/>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E1A213EA-A937-1CE0-B382-11A81789CA42}"/>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E9C31DBF-572D-9CDC-A6C3-2F8D2A70483F}"/>
              </a:ext>
            </a:extLst>
          </p:cNvPr>
          <p:cNvSpPr>
            <a:spLocks noGrp="1"/>
          </p:cNvSpPr>
          <p:nvPr>
            <p:ph type="sldNum" sz="quarter" idx="12"/>
          </p:nvPr>
        </p:nvSpPr>
        <p:spPr/>
        <p:txBody>
          <a:bodyPr/>
          <a:lstStyle/>
          <a:p>
            <a:fld id="{091A926C-488A-4E3E-9C21-57CAA120E114}" type="slidenum">
              <a:rPr lang="en-GB" smtClean="0"/>
              <a:t>33</a:t>
            </a:fld>
            <a:endParaRPr lang="en-GB" dirty="0"/>
          </a:p>
        </p:txBody>
      </p:sp>
      <p:graphicFrame>
        <p:nvGraphicFramePr>
          <p:cNvPr id="8" name="Content Placeholder 6">
            <a:extLst>
              <a:ext uri="{FF2B5EF4-FFF2-40B4-BE49-F238E27FC236}">
                <a16:creationId xmlns:a16="http://schemas.microsoft.com/office/drawing/2014/main" id="{350181A7-51BC-31A8-9E0C-46A9E7D2237E}"/>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AlternateContent xmlns:mc="http://schemas.openxmlformats.org/markup-compatibility/2006" xmlns:a14="http://schemas.microsoft.com/office/drawing/2010/main">
        <mc:Choice Requires="a14">
          <p:graphicFrame>
            <p:nvGraphicFramePr>
              <p:cNvPr id="13" name="Diagram 12">
                <a:extLst>
                  <a:ext uri="{FF2B5EF4-FFF2-40B4-BE49-F238E27FC236}">
                    <a16:creationId xmlns:a16="http://schemas.microsoft.com/office/drawing/2014/main" id="{307FE291-DED6-13DA-2025-2C54644223CD}"/>
                  </a:ext>
                </a:extLst>
              </p:cNvPr>
              <p:cNvGraphicFramePr/>
              <p:nvPr>
                <p:extLst>
                  <p:ext uri="{D42A27DB-BD31-4B8C-83A1-F6EECF244321}">
                    <p14:modId xmlns:p14="http://schemas.microsoft.com/office/powerpoint/2010/main" val="1244942643"/>
                  </p:ext>
                </p:extLst>
              </p:nvPr>
            </p:nvGraphicFramePr>
            <p:xfrm>
              <a:off x="-3859755" y="1516892"/>
              <a:ext cx="5381207" cy="86485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Choice>
        <mc:Fallback xmlns="">
          <p:graphicFrame>
            <p:nvGraphicFramePr>
              <p:cNvPr id="13" name="Diagram 12">
                <a:extLst>
                  <a:ext uri="{FF2B5EF4-FFF2-40B4-BE49-F238E27FC236}">
                    <a16:creationId xmlns:a16="http://schemas.microsoft.com/office/drawing/2014/main" id="{307FE291-DED6-13DA-2025-2C54644223CD}"/>
                  </a:ext>
                </a:extLst>
              </p:cNvPr>
              <p:cNvGraphicFramePr/>
              <p:nvPr>
                <p:extLst>
                  <p:ext uri="{D42A27DB-BD31-4B8C-83A1-F6EECF244321}">
                    <p14:modId xmlns:p14="http://schemas.microsoft.com/office/powerpoint/2010/main" val="1244942643"/>
                  </p:ext>
                </p:extLst>
              </p:nvPr>
            </p:nvGraphicFramePr>
            <p:xfrm>
              <a:off x="-3859755" y="1516892"/>
              <a:ext cx="5381207" cy="864857"/>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p:pic>
        <p:nvPicPr>
          <p:cNvPr id="16" name="Picture 15">
            <a:extLst>
              <a:ext uri="{FF2B5EF4-FFF2-40B4-BE49-F238E27FC236}">
                <a16:creationId xmlns:a16="http://schemas.microsoft.com/office/drawing/2014/main" id="{54F09170-285F-41BC-C690-D8430867A35D}"/>
              </a:ext>
            </a:extLst>
          </p:cNvPr>
          <p:cNvPicPr>
            <a:picLocks noChangeAspect="1"/>
          </p:cNvPicPr>
          <p:nvPr/>
        </p:nvPicPr>
        <p:blipFill>
          <a:blip r:embed="rId18"/>
          <a:stretch>
            <a:fillRect/>
          </a:stretch>
        </p:blipFill>
        <p:spPr>
          <a:xfrm>
            <a:off x="6096000" y="2753019"/>
            <a:ext cx="6019864" cy="3790285"/>
          </a:xfrm>
          <a:prstGeom prst="rect">
            <a:avLst/>
          </a:prstGeom>
        </p:spPr>
      </p:pic>
      <p:pic>
        <p:nvPicPr>
          <p:cNvPr id="18" name="Picture 17">
            <a:extLst>
              <a:ext uri="{FF2B5EF4-FFF2-40B4-BE49-F238E27FC236}">
                <a16:creationId xmlns:a16="http://schemas.microsoft.com/office/drawing/2014/main" id="{A1713976-0A9B-CFD2-141A-5E4279B5B56D}"/>
              </a:ext>
            </a:extLst>
          </p:cNvPr>
          <p:cNvPicPr>
            <a:picLocks noChangeAspect="1"/>
          </p:cNvPicPr>
          <p:nvPr/>
        </p:nvPicPr>
        <p:blipFill>
          <a:blip r:embed="rId19"/>
          <a:stretch>
            <a:fillRect/>
          </a:stretch>
        </p:blipFill>
        <p:spPr>
          <a:xfrm>
            <a:off x="6096000" y="445420"/>
            <a:ext cx="6019864" cy="2182751"/>
          </a:xfrm>
          <a:prstGeom prst="rect">
            <a:avLst/>
          </a:prstGeom>
        </p:spPr>
      </p:pic>
      <mc:AlternateContent xmlns:mc="http://schemas.openxmlformats.org/markup-compatibility/2006" xmlns:a14="http://schemas.microsoft.com/office/drawing/2010/main">
        <mc:Choice Requires="a14">
          <p:graphicFrame>
            <p:nvGraphicFramePr>
              <p:cNvPr id="20" name="Diagram 19">
                <a:extLst>
                  <a:ext uri="{FF2B5EF4-FFF2-40B4-BE49-F238E27FC236}">
                    <a16:creationId xmlns:a16="http://schemas.microsoft.com/office/drawing/2014/main" id="{F59DEB9A-B94F-AFA9-69E2-561C77D63CFD}"/>
                  </a:ext>
                </a:extLst>
              </p:cNvPr>
              <p:cNvGraphicFramePr/>
              <p:nvPr>
                <p:extLst>
                  <p:ext uri="{D42A27DB-BD31-4B8C-83A1-F6EECF244321}">
                    <p14:modId xmlns:p14="http://schemas.microsoft.com/office/powerpoint/2010/main" val="355791719"/>
                  </p:ext>
                </p:extLst>
              </p:nvPr>
            </p:nvGraphicFramePr>
            <p:xfrm>
              <a:off x="942582" y="1240818"/>
              <a:ext cx="4085008" cy="3235434"/>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mc:Choice>
        <mc:Fallback xmlns="">
          <p:graphicFrame>
            <p:nvGraphicFramePr>
              <p:cNvPr id="20" name="Diagram 19">
                <a:extLst>
                  <a:ext uri="{FF2B5EF4-FFF2-40B4-BE49-F238E27FC236}">
                    <a16:creationId xmlns:a16="http://schemas.microsoft.com/office/drawing/2014/main" id="{F59DEB9A-B94F-AFA9-69E2-561C77D63CFD}"/>
                  </a:ext>
                </a:extLst>
              </p:cNvPr>
              <p:cNvGraphicFramePr/>
              <p:nvPr>
                <p:extLst>
                  <p:ext uri="{D42A27DB-BD31-4B8C-83A1-F6EECF244321}">
                    <p14:modId xmlns:p14="http://schemas.microsoft.com/office/powerpoint/2010/main" val="355791719"/>
                  </p:ext>
                </p:extLst>
              </p:nvPr>
            </p:nvGraphicFramePr>
            <p:xfrm>
              <a:off x="942582" y="1240818"/>
              <a:ext cx="4085008" cy="3235434"/>
            </p:xfrm>
            <a:graphic>
              <a:graphicData uri="http://schemas.openxmlformats.org/drawingml/2006/diagram">
                <dgm:relIds xmlns:dgm="http://schemas.openxmlformats.org/drawingml/2006/diagram" xmlns:r="http://schemas.openxmlformats.org/officeDocument/2006/relationships" r:dm="rId25" r:lo="rId26" r:qs="rId27" r:cs="rId28"/>
              </a:graphicData>
            </a:graphic>
          </p:graphicFrame>
        </mc:Fallback>
      </mc:AlternateContent>
      <p:graphicFrame>
        <p:nvGraphicFramePr>
          <p:cNvPr id="23" name="Diagram 22">
            <a:extLst>
              <a:ext uri="{FF2B5EF4-FFF2-40B4-BE49-F238E27FC236}">
                <a16:creationId xmlns:a16="http://schemas.microsoft.com/office/drawing/2014/main" id="{6EC6E995-5F93-64F9-F9B1-EFD9DEAC122A}"/>
              </a:ext>
            </a:extLst>
          </p:cNvPr>
          <p:cNvGraphicFramePr/>
          <p:nvPr>
            <p:extLst>
              <p:ext uri="{D42A27DB-BD31-4B8C-83A1-F6EECF244321}">
                <p14:modId xmlns:p14="http://schemas.microsoft.com/office/powerpoint/2010/main" val="524042117"/>
              </p:ext>
            </p:extLst>
          </p:nvPr>
        </p:nvGraphicFramePr>
        <p:xfrm>
          <a:off x="139012" y="4892226"/>
          <a:ext cx="5817976" cy="508479"/>
        </p:xfrm>
        <a:graphic>
          <a:graphicData uri="http://schemas.openxmlformats.org/drawingml/2006/diagram">
            <dgm:relIds xmlns:dgm="http://schemas.openxmlformats.org/drawingml/2006/diagram" xmlns:r="http://schemas.openxmlformats.org/officeDocument/2006/relationships" r:dm="rId29" r:lo="rId30" r:qs="rId31" r:cs="rId32"/>
          </a:graphicData>
        </a:graphic>
      </p:graphicFrame>
    </p:spTree>
    <p:extLst>
      <p:ext uri="{BB962C8B-B14F-4D97-AF65-F5344CB8AC3E}">
        <p14:creationId xmlns:p14="http://schemas.microsoft.com/office/powerpoint/2010/main" val="3450074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0A611-BCC9-3475-C639-1939D81A8B32}"/>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8334273F-9FEC-1188-8F4B-A334E78430CD}"/>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F4312B21-7692-2994-007D-2C10AB031904}"/>
              </a:ext>
            </a:extLst>
          </p:cNvPr>
          <p:cNvSpPr>
            <a:spLocks noGrp="1"/>
          </p:cNvSpPr>
          <p:nvPr>
            <p:ph type="sldNum" sz="quarter" idx="12"/>
          </p:nvPr>
        </p:nvSpPr>
        <p:spPr/>
        <p:txBody>
          <a:bodyPr/>
          <a:lstStyle/>
          <a:p>
            <a:fld id="{091A926C-488A-4E3E-9C21-57CAA120E114}" type="slidenum">
              <a:rPr lang="en-GB" smtClean="0"/>
              <a:t>34</a:t>
            </a:fld>
            <a:endParaRPr lang="en-GB" dirty="0"/>
          </a:p>
        </p:txBody>
      </p:sp>
      <p:graphicFrame>
        <p:nvGraphicFramePr>
          <p:cNvPr id="8" name="Content Placeholder 6">
            <a:extLst>
              <a:ext uri="{FF2B5EF4-FFF2-40B4-BE49-F238E27FC236}">
                <a16:creationId xmlns:a16="http://schemas.microsoft.com/office/drawing/2014/main" id="{9A07A851-4CA7-AC54-546B-0738271F2579}"/>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graphicFrame>
            <p:nvGraphicFramePr>
              <p:cNvPr id="14" name="Diagram 13">
                <a:extLst>
                  <a:ext uri="{FF2B5EF4-FFF2-40B4-BE49-F238E27FC236}">
                    <a16:creationId xmlns:a16="http://schemas.microsoft.com/office/drawing/2014/main" id="{35F801DE-86EE-CC01-304A-E13078006494}"/>
                  </a:ext>
                </a:extLst>
              </p:cNvPr>
              <p:cNvGraphicFramePr/>
              <p:nvPr>
                <p:extLst>
                  <p:ext uri="{D42A27DB-BD31-4B8C-83A1-F6EECF244321}">
                    <p14:modId xmlns:p14="http://schemas.microsoft.com/office/powerpoint/2010/main" val="3826650468"/>
                  </p:ext>
                </p:extLst>
              </p:nvPr>
            </p:nvGraphicFramePr>
            <p:xfrm>
              <a:off x="-7651134" y="3046741"/>
              <a:ext cx="6657634" cy="29536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Choice>
        <mc:Fallback xmlns="">
          <p:graphicFrame>
            <p:nvGraphicFramePr>
              <p:cNvPr id="14" name="Diagram 13">
                <a:extLst>
                  <a:ext uri="{FF2B5EF4-FFF2-40B4-BE49-F238E27FC236}">
                    <a16:creationId xmlns:a16="http://schemas.microsoft.com/office/drawing/2014/main" id="{35F801DE-86EE-CC01-304A-E13078006494}"/>
                  </a:ext>
                </a:extLst>
              </p:cNvPr>
              <p:cNvGraphicFramePr/>
              <p:nvPr>
                <p:extLst>
                  <p:ext uri="{D42A27DB-BD31-4B8C-83A1-F6EECF244321}">
                    <p14:modId xmlns:p14="http://schemas.microsoft.com/office/powerpoint/2010/main" val="3826650468"/>
                  </p:ext>
                </p:extLst>
              </p:nvPr>
            </p:nvGraphicFramePr>
            <p:xfrm>
              <a:off x="-7651134" y="3046741"/>
              <a:ext cx="6657634" cy="2953693"/>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mc:Fallback>
      </mc:AlternateContent>
      <p:sp>
        <p:nvSpPr>
          <p:cNvPr id="18" name="Title 1">
            <a:extLst>
              <a:ext uri="{FF2B5EF4-FFF2-40B4-BE49-F238E27FC236}">
                <a16:creationId xmlns:a16="http://schemas.microsoft.com/office/drawing/2014/main" id="{67CAF880-EB7C-7732-402B-FFEFFF5C52A8}"/>
              </a:ext>
            </a:extLst>
          </p:cNvPr>
          <p:cNvSpPr>
            <a:spLocks noGrp="1"/>
          </p:cNvSpPr>
          <p:nvPr>
            <p:ph type="title"/>
          </p:nvPr>
        </p:nvSpPr>
        <p:spPr>
          <a:xfrm>
            <a:off x="588965" y="620714"/>
            <a:ext cx="11012486" cy="864858"/>
          </a:xfrm>
        </p:spPr>
        <p:txBody>
          <a:bodyPr/>
          <a:lstStyle/>
          <a:p>
            <a:r>
              <a:rPr lang="en-US" dirty="0"/>
              <a:t>Cylindrical monitor artifact</a:t>
            </a:r>
          </a:p>
        </p:txBody>
      </p:sp>
      <p:pic>
        <p:nvPicPr>
          <p:cNvPr id="25" name="Picture 24">
            <a:extLst>
              <a:ext uri="{FF2B5EF4-FFF2-40B4-BE49-F238E27FC236}">
                <a16:creationId xmlns:a16="http://schemas.microsoft.com/office/drawing/2014/main" id="{14853CEE-D716-8751-BA02-84F64E8C6889}"/>
              </a:ext>
            </a:extLst>
          </p:cNvPr>
          <p:cNvPicPr>
            <a:picLocks noChangeAspect="1"/>
          </p:cNvPicPr>
          <p:nvPr/>
        </p:nvPicPr>
        <p:blipFill>
          <a:blip r:embed="rId17"/>
          <a:stretch>
            <a:fillRect/>
          </a:stretch>
        </p:blipFill>
        <p:spPr>
          <a:xfrm>
            <a:off x="12726205" y="2756403"/>
            <a:ext cx="6019864" cy="3790285"/>
          </a:xfrm>
          <a:prstGeom prst="rect">
            <a:avLst/>
          </a:prstGeom>
        </p:spPr>
      </p:pic>
      <p:pic>
        <p:nvPicPr>
          <p:cNvPr id="26" name="Picture 25">
            <a:extLst>
              <a:ext uri="{FF2B5EF4-FFF2-40B4-BE49-F238E27FC236}">
                <a16:creationId xmlns:a16="http://schemas.microsoft.com/office/drawing/2014/main" id="{64B03615-F646-7962-5F19-7138ADFB6341}"/>
              </a:ext>
            </a:extLst>
          </p:cNvPr>
          <p:cNvPicPr>
            <a:picLocks noChangeAspect="1"/>
          </p:cNvPicPr>
          <p:nvPr/>
        </p:nvPicPr>
        <p:blipFill>
          <a:blip r:embed="rId18"/>
          <a:stretch>
            <a:fillRect/>
          </a:stretch>
        </p:blipFill>
        <p:spPr>
          <a:xfrm>
            <a:off x="12726205" y="448804"/>
            <a:ext cx="6019864" cy="2182751"/>
          </a:xfrm>
          <a:prstGeom prst="rect">
            <a:avLst/>
          </a:prstGeom>
        </p:spPr>
      </p:pic>
      <mc:AlternateContent xmlns:mc="http://schemas.openxmlformats.org/markup-compatibility/2006" xmlns:a14="http://schemas.microsoft.com/office/drawing/2010/main">
        <mc:Choice Requires="a14">
          <p:graphicFrame>
            <p:nvGraphicFramePr>
              <p:cNvPr id="27" name="Diagram 26">
                <a:extLst>
                  <a:ext uri="{FF2B5EF4-FFF2-40B4-BE49-F238E27FC236}">
                    <a16:creationId xmlns:a16="http://schemas.microsoft.com/office/drawing/2014/main" id="{5D0AA9CD-20A4-192C-A94B-D5B150B92EB5}"/>
                  </a:ext>
                </a:extLst>
              </p:cNvPr>
              <p:cNvGraphicFramePr/>
              <p:nvPr>
                <p:extLst>
                  <p:ext uri="{D42A27DB-BD31-4B8C-83A1-F6EECF244321}">
                    <p14:modId xmlns:p14="http://schemas.microsoft.com/office/powerpoint/2010/main" val="1890857435"/>
                  </p:ext>
                </p:extLst>
              </p:nvPr>
            </p:nvGraphicFramePr>
            <p:xfrm>
              <a:off x="-5635173" y="-470197"/>
              <a:ext cx="4085008" cy="3235434"/>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mc:Choice>
        <mc:Fallback xmlns="">
          <p:graphicFrame>
            <p:nvGraphicFramePr>
              <p:cNvPr id="27" name="Diagram 26">
                <a:extLst>
                  <a:ext uri="{FF2B5EF4-FFF2-40B4-BE49-F238E27FC236}">
                    <a16:creationId xmlns:a16="http://schemas.microsoft.com/office/drawing/2014/main" id="{5D0AA9CD-20A4-192C-A94B-D5B150B92EB5}"/>
                  </a:ext>
                </a:extLst>
              </p:cNvPr>
              <p:cNvGraphicFramePr/>
              <p:nvPr>
                <p:extLst>
                  <p:ext uri="{D42A27DB-BD31-4B8C-83A1-F6EECF244321}">
                    <p14:modId xmlns:p14="http://schemas.microsoft.com/office/powerpoint/2010/main" val="1890857435"/>
                  </p:ext>
                </p:extLst>
              </p:nvPr>
            </p:nvGraphicFramePr>
            <p:xfrm>
              <a:off x="-5635173" y="-470197"/>
              <a:ext cx="4085008" cy="3235434"/>
            </p:xfrm>
            <a:graphic>
              <a:graphicData uri="http://schemas.openxmlformats.org/drawingml/2006/diagram">
                <dgm:relIds xmlns:dgm="http://schemas.openxmlformats.org/drawingml/2006/diagram" xmlns:r="http://schemas.openxmlformats.org/officeDocument/2006/relationships" r:dm="rId24" r:lo="rId25" r:qs="rId26" r:cs="rId27"/>
              </a:graphicData>
            </a:graphic>
          </p:graphicFrame>
        </mc:Fallback>
      </mc:AlternateContent>
      <mc:AlternateContent xmlns:mc="http://schemas.openxmlformats.org/markup-compatibility/2006" xmlns:a14="http://schemas.microsoft.com/office/drawing/2010/main">
        <mc:Choice Requires="a14">
          <p:graphicFrame>
            <p:nvGraphicFramePr>
              <p:cNvPr id="28" name="Diagram 27">
                <a:extLst>
                  <a:ext uri="{FF2B5EF4-FFF2-40B4-BE49-F238E27FC236}">
                    <a16:creationId xmlns:a16="http://schemas.microsoft.com/office/drawing/2014/main" id="{AA3AC4ED-5F0B-5D1B-832B-2A031941E58B}"/>
                  </a:ext>
                </a:extLst>
              </p:cNvPr>
              <p:cNvGraphicFramePr/>
              <p:nvPr>
                <p:extLst>
                  <p:ext uri="{D42A27DB-BD31-4B8C-83A1-F6EECF244321}">
                    <p14:modId xmlns:p14="http://schemas.microsoft.com/office/powerpoint/2010/main" val="3465872866"/>
                  </p:ext>
                </p:extLst>
              </p:nvPr>
            </p:nvGraphicFramePr>
            <p:xfrm>
              <a:off x="43931" y="7766334"/>
              <a:ext cx="4469245" cy="508479"/>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mc:Choice>
        <mc:Fallback xmlns="">
          <p:graphicFrame>
            <p:nvGraphicFramePr>
              <p:cNvPr id="28" name="Diagram 27">
                <a:extLst>
                  <a:ext uri="{FF2B5EF4-FFF2-40B4-BE49-F238E27FC236}">
                    <a16:creationId xmlns:a16="http://schemas.microsoft.com/office/drawing/2014/main" id="{AA3AC4ED-5F0B-5D1B-832B-2A031941E58B}"/>
                  </a:ext>
                </a:extLst>
              </p:cNvPr>
              <p:cNvGraphicFramePr/>
              <p:nvPr>
                <p:extLst>
                  <p:ext uri="{D42A27DB-BD31-4B8C-83A1-F6EECF244321}">
                    <p14:modId xmlns:p14="http://schemas.microsoft.com/office/powerpoint/2010/main" val="3465872866"/>
                  </p:ext>
                </p:extLst>
              </p:nvPr>
            </p:nvGraphicFramePr>
            <p:xfrm>
              <a:off x="43931" y="7766334"/>
              <a:ext cx="4469245" cy="508479"/>
            </p:xfrm>
            <a:graphic>
              <a:graphicData uri="http://schemas.openxmlformats.org/drawingml/2006/diagram">
                <dgm:relIds xmlns:dgm="http://schemas.openxmlformats.org/drawingml/2006/diagram" xmlns:r="http://schemas.openxmlformats.org/officeDocument/2006/relationships" r:dm="rId33" r:lo="rId34" r:qs="rId35" r:cs="rId36"/>
              </a:graphicData>
            </a:graphic>
          </p:graphicFrame>
        </mc:Fallback>
      </mc:AlternateContent>
    </p:spTree>
    <p:extLst>
      <p:ext uri="{BB962C8B-B14F-4D97-AF65-F5344CB8AC3E}">
        <p14:creationId xmlns:p14="http://schemas.microsoft.com/office/powerpoint/2010/main" val="3786529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B12DD-4626-3EC2-E84B-CA2A2A8B5034}"/>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F4139B45-153F-7D2B-91D2-AD1E413E219F}"/>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C8012F62-D9DE-AC21-124F-6B00BF443A62}"/>
              </a:ext>
            </a:extLst>
          </p:cNvPr>
          <p:cNvSpPr>
            <a:spLocks noGrp="1"/>
          </p:cNvSpPr>
          <p:nvPr>
            <p:ph type="sldNum" sz="quarter" idx="12"/>
          </p:nvPr>
        </p:nvSpPr>
        <p:spPr/>
        <p:txBody>
          <a:bodyPr/>
          <a:lstStyle/>
          <a:p>
            <a:fld id="{091A926C-488A-4E3E-9C21-57CAA120E114}" type="slidenum">
              <a:rPr lang="en-GB" smtClean="0"/>
              <a:t>35</a:t>
            </a:fld>
            <a:endParaRPr lang="en-GB" dirty="0"/>
          </a:p>
        </p:txBody>
      </p:sp>
      <p:graphicFrame>
        <p:nvGraphicFramePr>
          <p:cNvPr id="8" name="Content Placeholder 6">
            <a:extLst>
              <a:ext uri="{FF2B5EF4-FFF2-40B4-BE49-F238E27FC236}">
                <a16:creationId xmlns:a16="http://schemas.microsoft.com/office/drawing/2014/main" id="{F558E727-08EB-4F23-FADB-D0155334A4A3}"/>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graphicFrame>
            <p:nvGraphicFramePr>
              <p:cNvPr id="14" name="Diagram 13">
                <a:extLst>
                  <a:ext uri="{FF2B5EF4-FFF2-40B4-BE49-F238E27FC236}">
                    <a16:creationId xmlns:a16="http://schemas.microsoft.com/office/drawing/2014/main" id="{2EF686F2-A899-F9D8-4C5F-38A8AF310F70}"/>
                  </a:ext>
                </a:extLst>
              </p:cNvPr>
              <p:cNvGraphicFramePr/>
              <p:nvPr/>
            </p:nvGraphicFramePr>
            <p:xfrm>
              <a:off x="-7651134" y="3046741"/>
              <a:ext cx="6657634" cy="29536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Choice>
        <mc:Fallback xmlns="">
          <p:graphicFrame>
            <p:nvGraphicFramePr>
              <p:cNvPr id="14" name="Diagram 13">
                <a:extLst>
                  <a:ext uri="{FF2B5EF4-FFF2-40B4-BE49-F238E27FC236}">
                    <a16:creationId xmlns:a16="http://schemas.microsoft.com/office/drawing/2014/main" id="{2EF686F2-A899-F9D8-4C5F-38A8AF310F70}"/>
                  </a:ext>
                </a:extLst>
              </p:cNvPr>
              <p:cNvGraphicFramePr/>
              <p:nvPr/>
            </p:nvGraphicFramePr>
            <p:xfrm>
              <a:off x="-7651134" y="3046741"/>
              <a:ext cx="6657634" cy="2953693"/>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p:sp>
        <p:nvSpPr>
          <p:cNvPr id="18" name="Title 1">
            <a:extLst>
              <a:ext uri="{FF2B5EF4-FFF2-40B4-BE49-F238E27FC236}">
                <a16:creationId xmlns:a16="http://schemas.microsoft.com/office/drawing/2014/main" id="{45B0CFC4-AD2B-CD1F-BA37-836A3702C82B}"/>
              </a:ext>
            </a:extLst>
          </p:cNvPr>
          <p:cNvSpPr>
            <a:spLocks noGrp="1"/>
          </p:cNvSpPr>
          <p:nvPr>
            <p:ph type="title"/>
          </p:nvPr>
        </p:nvSpPr>
        <p:spPr>
          <a:xfrm>
            <a:off x="588965" y="620714"/>
            <a:ext cx="11012486" cy="864858"/>
          </a:xfrm>
        </p:spPr>
        <p:txBody>
          <a:bodyPr/>
          <a:lstStyle/>
          <a:p>
            <a:r>
              <a:rPr lang="en-US" dirty="0"/>
              <a:t>Cylindrical monitor artifact</a:t>
            </a:r>
          </a:p>
        </p:txBody>
      </p:sp>
      <p:pic>
        <p:nvPicPr>
          <p:cNvPr id="7" name="Picture 6">
            <a:extLst>
              <a:ext uri="{FF2B5EF4-FFF2-40B4-BE49-F238E27FC236}">
                <a16:creationId xmlns:a16="http://schemas.microsoft.com/office/drawing/2014/main" id="{1EE100EA-EEB0-85C8-99A4-7C060BC041F9}"/>
              </a:ext>
            </a:extLst>
          </p:cNvPr>
          <p:cNvPicPr>
            <a:picLocks noChangeAspect="1"/>
          </p:cNvPicPr>
          <p:nvPr/>
        </p:nvPicPr>
        <p:blipFill>
          <a:blip r:embed="rId18"/>
          <a:stretch>
            <a:fillRect/>
          </a:stretch>
        </p:blipFill>
        <p:spPr>
          <a:xfrm>
            <a:off x="2215384" y="1048866"/>
            <a:ext cx="7761231" cy="5365790"/>
          </a:xfrm>
          <a:prstGeom prst="rect">
            <a:avLst/>
          </a:prstGeom>
        </p:spPr>
      </p:pic>
    </p:spTree>
    <p:extLst>
      <p:ext uri="{BB962C8B-B14F-4D97-AF65-F5344CB8AC3E}">
        <p14:creationId xmlns:p14="http://schemas.microsoft.com/office/powerpoint/2010/main" val="31430451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5B14A-E38A-EF27-EE91-31C07B6D73EA}"/>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288F4959-0C93-E738-6644-2B1591C922C4}"/>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F2051B8A-5739-6615-46CD-6CE31128D879}"/>
              </a:ext>
            </a:extLst>
          </p:cNvPr>
          <p:cNvSpPr>
            <a:spLocks noGrp="1"/>
          </p:cNvSpPr>
          <p:nvPr>
            <p:ph type="sldNum" sz="quarter" idx="12"/>
          </p:nvPr>
        </p:nvSpPr>
        <p:spPr/>
        <p:txBody>
          <a:bodyPr/>
          <a:lstStyle/>
          <a:p>
            <a:fld id="{091A926C-488A-4E3E-9C21-57CAA120E114}" type="slidenum">
              <a:rPr lang="en-GB" smtClean="0"/>
              <a:t>36</a:t>
            </a:fld>
            <a:endParaRPr lang="en-GB" dirty="0"/>
          </a:p>
        </p:txBody>
      </p:sp>
      <p:graphicFrame>
        <p:nvGraphicFramePr>
          <p:cNvPr id="8" name="Content Placeholder 6">
            <a:extLst>
              <a:ext uri="{FF2B5EF4-FFF2-40B4-BE49-F238E27FC236}">
                <a16:creationId xmlns:a16="http://schemas.microsoft.com/office/drawing/2014/main" id="{52E19D3A-0244-851B-A40E-6F89F0A7C170}"/>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graphicFrame>
            <p:nvGraphicFramePr>
              <p:cNvPr id="14" name="Diagram 13">
                <a:extLst>
                  <a:ext uri="{FF2B5EF4-FFF2-40B4-BE49-F238E27FC236}">
                    <a16:creationId xmlns:a16="http://schemas.microsoft.com/office/drawing/2014/main" id="{4026CD23-066F-C996-9339-D8DDFF387D1B}"/>
                  </a:ext>
                </a:extLst>
              </p:cNvPr>
              <p:cNvGraphicFramePr/>
              <p:nvPr/>
            </p:nvGraphicFramePr>
            <p:xfrm>
              <a:off x="-7651134" y="3046741"/>
              <a:ext cx="6657634" cy="29536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Choice>
        <mc:Fallback xmlns="">
          <p:graphicFrame>
            <p:nvGraphicFramePr>
              <p:cNvPr id="14" name="Diagram 13">
                <a:extLst>
                  <a:ext uri="{FF2B5EF4-FFF2-40B4-BE49-F238E27FC236}">
                    <a16:creationId xmlns:a16="http://schemas.microsoft.com/office/drawing/2014/main" id="{2EF686F2-A899-F9D8-4C5F-38A8AF310F70}"/>
                  </a:ext>
                </a:extLst>
              </p:cNvPr>
              <p:cNvGraphicFramePr/>
              <p:nvPr/>
            </p:nvGraphicFramePr>
            <p:xfrm>
              <a:off x="-7651134" y="3046741"/>
              <a:ext cx="6657634" cy="2953693"/>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p:sp>
        <p:nvSpPr>
          <p:cNvPr id="18" name="Title 1">
            <a:extLst>
              <a:ext uri="{FF2B5EF4-FFF2-40B4-BE49-F238E27FC236}">
                <a16:creationId xmlns:a16="http://schemas.microsoft.com/office/drawing/2014/main" id="{D255815D-7115-0B84-084F-3358463E264E}"/>
              </a:ext>
            </a:extLst>
          </p:cNvPr>
          <p:cNvSpPr>
            <a:spLocks noGrp="1"/>
          </p:cNvSpPr>
          <p:nvPr>
            <p:ph type="title"/>
          </p:nvPr>
        </p:nvSpPr>
        <p:spPr>
          <a:xfrm>
            <a:off x="588965" y="620714"/>
            <a:ext cx="11012486" cy="864858"/>
          </a:xfrm>
        </p:spPr>
        <p:txBody>
          <a:bodyPr/>
          <a:lstStyle/>
          <a:p>
            <a:r>
              <a:rPr lang="en-US" dirty="0"/>
              <a:t>Cylindrical monitor artifact</a:t>
            </a:r>
          </a:p>
        </p:txBody>
      </p:sp>
      <p:pic>
        <p:nvPicPr>
          <p:cNvPr id="2" name="Picture 1">
            <a:extLst>
              <a:ext uri="{FF2B5EF4-FFF2-40B4-BE49-F238E27FC236}">
                <a16:creationId xmlns:a16="http://schemas.microsoft.com/office/drawing/2014/main" id="{5D0CA41C-DE0F-6E81-E921-3FBF87360159}"/>
              </a:ext>
            </a:extLst>
          </p:cNvPr>
          <p:cNvPicPr>
            <a:picLocks noChangeAspect="1"/>
          </p:cNvPicPr>
          <p:nvPr/>
        </p:nvPicPr>
        <p:blipFill>
          <a:blip r:embed="rId18"/>
          <a:stretch>
            <a:fillRect/>
          </a:stretch>
        </p:blipFill>
        <p:spPr>
          <a:xfrm>
            <a:off x="6096000" y="1290448"/>
            <a:ext cx="6096000" cy="4224951"/>
          </a:xfrm>
          <a:prstGeom prst="rect">
            <a:avLst/>
          </a:prstGeom>
        </p:spPr>
      </p:pic>
      <p:pic>
        <p:nvPicPr>
          <p:cNvPr id="6" name="Picture 5">
            <a:extLst>
              <a:ext uri="{FF2B5EF4-FFF2-40B4-BE49-F238E27FC236}">
                <a16:creationId xmlns:a16="http://schemas.microsoft.com/office/drawing/2014/main" id="{6B8AD430-DE69-CBFC-6E02-7D642C2CC604}"/>
              </a:ext>
            </a:extLst>
          </p:cNvPr>
          <p:cNvPicPr>
            <a:picLocks noChangeAspect="1"/>
          </p:cNvPicPr>
          <p:nvPr/>
        </p:nvPicPr>
        <p:blipFill>
          <a:blip r:embed="rId19"/>
          <a:stretch>
            <a:fillRect/>
          </a:stretch>
        </p:blipFill>
        <p:spPr>
          <a:xfrm>
            <a:off x="-1584" y="1322014"/>
            <a:ext cx="6095208" cy="4213971"/>
          </a:xfrm>
          <a:prstGeom prst="rect">
            <a:avLst/>
          </a:prstGeom>
        </p:spPr>
      </p:pic>
    </p:spTree>
    <p:extLst>
      <p:ext uri="{BB962C8B-B14F-4D97-AF65-F5344CB8AC3E}">
        <p14:creationId xmlns:p14="http://schemas.microsoft.com/office/powerpoint/2010/main" val="27936145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BA956-5413-AEA1-DA1F-DF9C5A0A7CF4}"/>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B10A6BB-6528-5BCB-C81D-F5F425C78ACB}"/>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724239EC-7343-D195-66EC-5F43BC3164DD}"/>
              </a:ext>
            </a:extLst>
          </p:cNvPr>
          <p:cNvSpPr>
            <a:spLocks noGrp="1"/>
          </p:cNvSpPr>
          <p:nvPr>
            <p:ph type="sldNum" sz="quarter" idx="12"/>
          </p:nvPr>
        </p:nvSpPr>
        <p:spPr/>
        <p:txBody>
          <a:bodyPr/>
          <a:lstStyle/>
          <a:p>
            <a:fld id="{091A926C-488A-4E3E-9C21-57CAA120E114}" type="slidenum">
              <a:rPr lang="en-GB" smtClean="0"/>
              <a:t>37</a:t>
            </a:fld>
            <a:endParaRPr lang="en-GB" dirty="0"/>
          </a:p>
        </p:txBody>
      </p:sp>
      <p:graphicFrame>
        <p:nvGraphicFramePr>
          <p:cNvPr id="8" name="Content Placeholder 6">
            <a:extLst>
              <a:ext uri="{FF2B5EF4-FFF2-40B4-BE49-F238E27FC236}">
                <a16:creationId xmlns:a16="http://schemas.microsoft.com/office/drawing/2014/main" id="{427B85C5-6B63-CF24-F999-33D41ABE1FA4}"/>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graphicFrame>
            <p:nvGraphicFramePr>
              <p:cNvPr id="14" name="Diagram 13">
                <a:extLst>
                  <a:ext uri="{FF2B5EF4-FFF2-40B4-BE49-F238E27FC236}">
                    <a16:creationId xmlns:a16="http://schemas.microsoft.com/office/drawing/2014/main" id="{CFD89321-7ED9-483E-C4AC-6F963ADF3F86}"/>
                  </a:ext>
                </a:extLst>
              </p:cNvPr>
              <p:cNvGraphicFramePr/>
              <p:nvPr/>
            </p:nvGraphicFramePr>
            <p:xfrm>
              <a:off x="-7651134" y="3046741"/>
              <a:ext cx="6657634" cy="29536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Choice>
        <mc:Fallback xmlns="">
          <p:graphicFrame>
            <p:nvGraphicFramePr>
              <p:cNvPr id="14" name="Diagram 13">
                <a:extLst>
                  <a:ext uri="{FF2B5EF4-FFF2-40B4-BE49-F238E27FC236}">
                    <a16:creationId xmlns:a16="http://schemas.microsoft.com/office/drawing/2014/main" id="{CFD89321-7ED9-483E-C4AC-6F963ADF3F86}"/>
                  </a:ext>
                </a:extLst>
              </p:cNvPr>
              <p:cNvGraphicFramePr/>
              <p:nvPr/>
            </p:nvGraphicFramePr>
            <p:xfrm>
              <a:off x="-7651134" y="3046741"/>
              <a:ext cx="6657634" cy="2953693"/>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p:sp>
        <p:nvSpPr>
          <p:cNvPr id="18" name="Title 1">
            <a:extLst>
              <a:ext uri="{FF2B5EF4-FFF2-40B4-BE49-F238E27FC236}">
                <a16:creationId xmlns:a16="http://schemas.microsoft.com/office/drawing/2014/main" id="{968CD959-8CD2-6FE0-92A9-810B19BEA959}"/>
              </a:ext>
            </a:extLst>
          </p:cNvPr>
          <p:cNvSpPr>
            <a:spLocks noGrp="1"/>
          </p:cNvSpPr>
          <p:nvPr>
            <p:ph type="title"/>
          </p:nvPr>
        </p:nvSpPr>
        <p:spPr>
          <a:xfrm>
            <a:off x="588965" y="620714"/>
            <a:ext cx="11012486" cy="864858"/>
          </a:xfrm>
        </p:spPr>
        <p:txBody>
          <a:bodyPr/>
          <a:lstStyle/>
          <a:p>
            <a:r>
              <a:rPr lang="en-US" dirty="0"/>
              <a:t>Cylindrical monitor artifact</a:t>
            </a:r>
          </a:p>
        </p:txBody>
      </p:sp>
      <mc:AlternateContent xmlns:mc="http://schemas.openxmlformats.org/markup-compatibility/2006" xmlns:a14="http://schemas.microsoft.com/office/drawing/2010/main">
        <mc:Choice Requires="a14">
          <p:graphicFrame>
            <p:nvGraphicFramePr>
              <p:cNvPr id="2" name="Diagram 1">
                <a:extLst>
                  <a:ext uri="{FF2B5EF4-FFF2-40B4-BE49-F238E27FC236}">
                    <a16:creationId xmlns:a16="http://schemas.microsoft.com/office/drawing/2014/main" id="{A29FD9E9-DA57-0705-EC4E-9B59C2ADAA40}"/>
                  </a:ext>
                </a:extLst>
              </p:cNvPr>
              <p:cNvGraphicFramePr/>
              <p:nvPr/>
            </p:nvGraphicFramePr>
            <p:xfrm>
              <a:off x="588965" y="1348117"/>
              <a:ext cx="5344744" cy="2953693"/>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mc:Choice>
        <mc:Fallback xmlns="">
          <p:graphicFrame>
            <p:nvGraphicFramePr>
              <p:cNvPr id="2" name="Diagram 1">
                <a:extLst>
                  <a:ext uri="{FF2B5EF4-FFF2-40B4-BE49-F238E27FC236}">
                    <a16:creationId xmlns:a16="http://schemas.microsoft.com/office/drawing/2014/main" id="{A29FD9E9-DA57-0705-EC4E-9B59C2ADAA40}"/>
                  </a:ext>
                </a:extLst>
              </p:cNvPr>
              <p:cNvGraphicFramePr/>
              <p:nvPr/>
            </p:nvGraphicFramePr>
            <p:xfrm>
              <a:off x="588965" y="1348117"/>
              <a:ext cx="5344744" cy="2953693"/>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mc:Fallback>
      </mc:AlternateContent>
      <p:pic>
        <p:nvPicPr>
          <p:cNvPr id="11" name="Picture 10">
            <a:extLst>
              <a:ext uri="{FF2B5EF4-FFF2-40B4-BE49-F238E27FC236}">
                <a16:creationId xmlns:a16="http://schemas.microsoft.com/office/drawing/2014/main" id="{2A2B95B3-AC08-3CBA-BA2C-7687556BB1FF}"/>
              </a:ext>
            </a:extLst>
          </p:cNvPr>
          <p:cNvPicPr>
            <a:picLocks noChangeAspect="1"/>
          </p:cNvPicPr>
          <p:nvPr/>
        </p:nvPicPr>
        <p:blipFill>
          <a:blip r:embed="rId27"/>
          <a:stretch>
            <a:fillRect/>
          </a:stretch>
        </p:blipFill>
        <p:spPr>
          <a:xfrm>
            <a:off x="6096000" y="1290448"/>
            <a:ext cx="6096000" cy="4224951"/>
          </a:xfrm>
          <a:prstGeom prst="rect">
            <a:avLst/>
          </a:prstGeom>
        </p:spPr>
      </p:pic>
    </p:spTree>
    <p:extLst>
      <p:ext uri="{BB962C8B-B14F-4D97-AF65-F5344CB8AC3E}">
        <p14:creationId xmlns:p14="http://schemas.microsoft.com/office/powerpoint/2010/main" val="301898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26C4C-EDCE-2941-1297-AD3FB2167063}"/>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031CE8A4-1F06-20D3-BB5E-FE7A0242D1F4}"/>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4522CADF-D100-DE09-F133-1B3416608F8E}"/>
              </a:ext>
            </a:extLst>
          </p:cNvPr>
          <p:cNvSpPr>
            <a:spLocks noGrp="1"/>
          </p:cNvSpPr>
          <p:nvPr>
            <p:ph type="sldNum" sz="quarter" idx="12"/>
          </p:nvPr>
        </p:nvSpPr>
        <p:spPr/>
        <p:txBody>
          <a:bodyPr/>
          <a:lstStyle/>
          <a:p>
            <a:fld id="{091A926C-488A-4E3E-9C21-57CAA120E114}" type="slidenum">
              <a:rPr lang="en-GB" smtClean="0"/>
              <a:t>38</a:t>
            </a:fld>
            <a:endParaRPr lang="en-GB" dirty="0"/>
          </a:p>
        </p:txBody>
      </p:sp>
      <p:graphicFrame>
        <p:nvGraphicFramePr>
          <p:cNvPr id="8" name="Content Placeholder 6">
            <a:extLst>
              <a:ext uri="{FF2B5EF4-FFF2-40B4-BE49-F238E27FC236}">
                <a16:creationId xmlns:a16="http://schemas.microsoft.com/office/drawing/2014/main" id="{F735FC4C-9550-2481-1209-2FBB46DF0504}"/>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graphicFrame>
            <p:nvGraphicFramePr>
              <p:cNvPr id="14" name="Diagram 13">
                <a:extLst>
                  <a:ext uri="{FF2B5EF4-FFF2-40B4-BE49-F238E27FC236}">
                    <a16:creationId xmlns:a16="http://schemas.microsoft.com/office/drawing/2014/main" id="{2EE52FA9-4D57-7FE7-1D4D-0DE13EBEBD96}"/>
                  </a:ext>
                </a:extLst>
              </p:cNvPr>
              <p:cNvGraphicFramePr/>
              <p:nvPr/>
            </p:nvGraphicFramePr>
            <p:xfrm>
              <a:off x="-7651134" y="3046741"/>
              <a:ext cx="6657634" cy="29536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Choice>
        <mc:Fallback xmlns="">
          <p:graphicFrame>
            <p:nvGraphicFramePr>
              <p:cNvPr id="14" name="Diagram 13">
                <a:extLst>
                  <a:ext uri="{FF2B5EF4-FFF2-40B4-BE49-F238E27FC236}">
                    <a16:creationId xmlns:a16="http://schemas.microsoft.com/office/drawing/2014/main" id="{2EE52FA9-4D57-7FE7-1D4D-0DE13EBEBD96}"/>
                  </a:ext>
                </a:extLst>
              </p:cNvPr>
              <p:cNvGraphicFramePr/>
              <p:nvPr/>
            </p:nvGraphicFramePr>
            <p:xfrm>
              <a:off x="-7651134" y="3046741"/>
              <a:ext cx="6657634" cy="2953693"/>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p:sp>
        <p:nvSpPr>
          <p:cNvPr id="18" name="Title 1">
            <a:extLst>
              <a:ext uri="{FF2B5EF4-FFF2-40B4-BE49-F238E27FC236}">
                <a16:creationId xmlns:a16="http://schemas.microsoft.com/office/drawing/2014/main" id="{91FF31FB-AF26-5EEE-15BA-9FA36BDF96FF}"/>
              </a:ext>
            </a:extLst>
          </p:cNvPr>
          <p:cNvSpPr>
            <a:spLocks noGrp="1"/>
          </p:cNvSpPr>
          <p:nvPr>
            <p:ph type="title"/>
          </p:nvPr>
        </p:nvSpPr>
        <p:spPr>
          <a:xfrm>
            <a:off x="588965" y="620714"/>
            <a:ext cx="11012486" cy="864858"/>
          </a:xfrm>
        </p:spPr>
        <p:txBody>
          <a:bodyPr/>
          <a:lstStyle/>
          <a:p>
            <a:r>
              <a:rPr lang="en-US" dirty="0"/>
              <a:t>Cylindrical monitor artifact</a:t>
            </a:r>
          </a:p>
        </p:txBody>
      </p:sp>
      <p:graphicFrame>
        <p:nvGraphicFramePr>
          <p:cNvPr id="23" name="Diagram 22">
            <a:extLst>
              <a:ext uri="{FF2B5EF4-FFF2-40B4-BE49-F238E27FC236}">
                <a16:creationId xmlns:a16="http://schemas.microsoft.com/office/drawing/2014/main" id="{24D0DAB1-B67E-DA46-0850-7B837EA93286}"/>
              </a:ext>
            </a:extLst>
          </p:cNvPr>
          <p:cNvGraphicFramePr/>
          <p:nvPr/>
        </p:nvGraphicFramePr>
        <p:xfrm>
          <a:off x="588965" y="4201779"/>
          <a:ext cx="3254615" cy="46321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mc:AlternateContent xmlns:mc="http://schemas.openxmlformats.org/markup-compatibility/2006" xmlns:a14="http://schemas.microsoft.com/office/drawing/2010/main">
        <mc:Choice Requires="a14">
          <p:graphicFrame>
            <p:nvGraphicFramePr>
              <p:cNvPr id="24" name="Diagram 23">
                <a:extLst>
                  <a:ext uri="{FF2B5EF4-FFF2-40B4-BE49-F238E27FC236}">
                    <a16:creationId xmlns:a16="http://schemas.microsoft.com/office/drawing/2014/main" id="{D28FF57B-3256-DDB3-F00E-F8C1D28F5452}"/>
                  </a:ext>
                </a:extLst>
              </p:cNvPr>
              <p:cNvGraphicFramePr/>
              <p:nvPr/>
            </p:nvGraphicFramePr>
            <p:xfrm>
              <a:off x="588965" y="1348117"/>
              <a:ext cx="5344744" cy="2953693"/>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mc:Choice>
        <mc:Fallback xmlns="">
          <p:graphicFrame>
            <p:nvGraphicFramePr>
              <p:cNvPr id="24" name="Diagram 23">
                <a:extLst>
                  <a:ext uri="{FF2B5EF4-FFF2-40B4-BE49-F238E27FC236}">
                    <a16:creationId xmlns:a16="http://schemas.microsoft.com/office/drawing/2014/main" id="{D28FF57B-3256-DDB3-F00E-F8C1D28F5452}"/>
                  </a:ext>
                </a:extLst>
              </p:cNvPr>
              <p:cNvGraphicFramePr/>
              <p:nvPr/>
            </p:nvGraphicFramePr>
            <p:xfrm>
              <a:off x="588965" y="1348117"/>
              <a:ext cx="5344744" cy="2953693"/>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mc:Fallback>
      </mc:AlternateContent>
      <p:pic>
        <p:nvPicPr>
          <p:cNvPr id="6" name="Picture 5">
            <a:extLst>
              <a:ext uri="{FF2B5EF4-FFF2-40B4-BE49-F238E27FC236}">
                <a16:creationId xmlns:a16="http://schemas.microsoft.com/office/drawing/2014/main" id="{2B32CE4B-5B77-A8FE-215E-ECA8DB93B722}"/>
              </a:ext>
            </a:extLst>
          </p:cNvPr>
          <p:cNvPicPr>
            <a:picLocks noChangeAspect="1"/>
          </p:cNvPicPr>
          <p:nvPr/>
        </p:nvPicPr>
        <p:blipFill>
          <a:blip r:embed="rId32"/>
          <a:stretch>
            <a:fillRect/>
          </a:stretch>
        </p:blipFill>
        <p:spPr>
          <a:xfrm>
            <a:off x="6096000" y="1290448"/>
            <a:ext cx="6096000" cy="4224951"/>
          </a:xfrm>
          <a:prstGeom prst="rect">
            <a:avLst/>
          </a:prstGeom>
        </p:spPr>
      </p:pic>
    </p:spTree>
    <p:extLst>
      <p:ext uri="{BB962C8B-B14F-4D97-AF65-F5344CB8AC3E}">
        <p14:creationId xmlns:p14="http://schemas.microsoft.com/office/powerpoint/2010/main" val="1178939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8BDA6-A751-E6BA-9FCD-ADCC43AABCD4}"/>
              </a:ext>
            </a:extLst>
          </p:cNvPr>
          <p:cNvSpPr>
            <a:spLocks noGrp="1"/>
          </p:cNvSpPr>
          <p:nvPr>
            <p:ph type="title"/>
          </p:nvPr>
        </p:nvSpPr>
        <p:spPr/>
        <p:txBody>
          <a:bodyPr/>
          <a:lstStyle/>
          <a:p>
            <a:r>
              <a:rPr lang="en-US" dirty="0"/>
              <a:t>Thin-limit study</a:t>
            </a:r>
          </a:p>
        </p:txBody>
      </p:sp>
      <p:sp>
        <p:nvSpPr>
          <p:cNvPr id="3" name="Date Placeholder 2">
            <a:extLst>
              <a:ext uri="{FF2B5EF4-FFF2-40B4-BE49-F238E27FC236}">
                <a16:creationId xmlns:a16="http://schemas.microsoft.com/office/drawing/2014/main" id="{DA7653D1-195A-7434-B7AD-DEC7A0F3A523}"/>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76AE30F1-C189-FB72-A5A8-43C4DCA06E64}"/>
              </a:ext>
            </a:extLst>
          </p:cNvPr>
          <p:cNvSpPr>
            <a:spLocks noGrp="1"/>
          </p:cNvSpPr>
          <p:nvPr>
            <p:ph type="sldNum" sz="quarter" idx="12"/>
          </p:nvPr>
        </p:nvSpPr>
        <p:spPr/>
        <p:txBody>
          <a:bodyPr/>
          <a:lstStyle/>
          <a:p>
            <a:fld id="{091A926C-488A-4E3E-9C21-57CAA120E114}" type="slidenum">
              <a:rPr lang="en-GB" smtClean="0"/>
              <a:t>39</a:t>
            </a:fld>
            <a:endParaRPr lang="en-GB" dirty="0"/>
          </a:p>
        </p:txBody>
      </p:sp>
      <p:graphicFrame>
        <p:nvGraphicFramePr>
          <p:cNvPr id="10" name="Content Placeholder 6">
            <a:extLst>
              <a:ext uri="{FF2B5EF4-FFF2-40B4-BE49-F238E27FC236}">
                <a16:creationId xmlns:a16="http://schemas.microsoft.com/office/drawing/2014/main" id="{8EEFA6A5-9BB9-5A2B-6515-793DA4706933}"/>
              </a:ext>
            </a:extLst>
          </p:cNvPr>
          <p:cNvGraphicFramePr>
            <a:graphicFrameLocks/>
          </p:cNvGraphicFramePr>
          <p:nvPr>
            <p:extLst>
              <p:ext uri="{D42A27DB-BD31-4B8C-83A1-F6EECF244321}">
                <p14:modId xmlns:p14="http://schemas.microsoft.com/office/powerpoint/2010/main" val="1348561976"/>
              </p:ext>
            </p:extLst>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2" name="Diagram 11">
            <a:extLst>
              <a:ext uri="{FF2B5EF4-FFF2-40B4-BE49-F238E27FC236}">
                <a16:creationId xmlns:a16="http://schemas.microsoft.com/office/drawing/2014/main" id="{964BCC30-3032-33B0-D3B7-0164E7085C47}"/>
              </a:ext>
            </a:extLst>
          </p:cNvPr>
          <p:cNvGraphicFramePr/>
          <p:nvPr>
            <p:extLst>
              <p:ext uri="{D42A27DB-BD31-4B8C-83A1-F6EECF244321}">
                <p14:modId xmlns:p14="http://schemas.microsoft.com/office/powerpoint/2010/main" val="992694127"/>
              </p:ext>
            </p:extLst>
          </p:nvPr>
        </p:nvGraphicFramePr>
        <p:xfrm>
          <a:off x="-4228362" y="4313291"/>
          <a:ext cx="3254615" cy="46321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AlternateContent xmlns:mc="http://schemas.openxmlformats.org/markup-compatibility/2006" xmlns:a14="http://schemas.microsoft.com/office/drawing/2010/main">
        <mc:Choice Requires="a14">
          <p:graphicFrame>
            <p:nvGraphicFramePr>
              <p:cNvPr id="13" name="Diagram 12">
                <a:extLst>
                  <a:ext uri="{FF2B5EF4-FFF2-40B4-BE49-F238E27FC236}">
                    <a16:creationId xmlns:a16="http://schemas.microsoft.com/office/drawing/2014/main" id="{C1DD733E-3D7A-E512-EF9B-6F340F6E3152}"/>
                  </a:ext>
                </a:extLst>
              </p:cNvPr>
              <p:cNvGraphicFramePr/>
              <p:nvPr>
                <p:extLst>
                  <p:ext uri="{D42A27DB-BD31-4B8C-83A1-F6EECF244321}">
                    <p14:modId xmlns:p14="http://schemas.microsoft.com/office/powerpoint/2010/main" val="1240910411"/>
                  </p:ext>
                </p:extLst>
              </p:nvPr>
            </p:nvGraphicFramePr>
            <p:xfrm>
              <a:off x="-456100" y="-3691083"/>
              <a:ext cx="5344744" cy="2953693"/>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mc:Choice>
        <mc:Fallback xmlns="">
          <p:graphicFrame>
            <p:nvGraphicFramePr>
              <p:cNvPr id="13" name="Diagram 12">
                <a:extLst>
                  <a:ext uri="{FF2B5EF4-FFF2-40B4-BE49-F238E27FC236}">
                    <a16:creationId xmlns:a16="http://schemas.microsoft.com/office/drawing/2014/main" id="{C1DD733E-3D7A-E512-EF9B-6F340F6E3152}"/>
                  </a:ext>
                </a:extLst>
              </p:cNvPr>
              <p:cNvGraphicFramePr/>
              <p:nvPr>
                <p:extLst>
                  <p:ext uri="{D42A27DB-BD31-4B8C-83A1-F6EECF244321}">
                    <p14:modId xmlns:p14="http://schemas.microsoft.com/office/powerpoint/2010/main" val="1240910411"/>
                  </p:ext>
                </p:extLst>
              </p:nvPr>
            </p:nvGraphicFramePr>
            <p:xfrm>
              <a:off x="-456100" y="-3691083"/>
              <a:ext cx="5344744" cy="2953693"/>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mc:Fallback>
      </mc:AlternateContent>
      <p:pic>
        <p:nvPicPr>
          <p:cNvPr id="5" name="Picture 4">
            <a:extLst>
              <a:ext uri="{FF2B5EF4-FFF2-40B4-BE49-F238E27FC236}">
                <a16:creationId xmlns:a16="http://schemas.microsoft.com/office/drawing/2014/main" id="{B12A6A9D-3C9A-C554-CFB0-8F3D574D9629}"/>
              </a:ext>
            </a:extLst>
          </p:cNvPr>
          <p:cNvPicPr>
            <a:picLocks noChangeAspect="1"/>
          </p:cNvPicPr>
          <p:nvPr/>
        </p:nvPicPr>
        <p:blipFill>
          <a:blip r:embed="rId23"/>
          <a:stretch>
            <a:fillRect/>
          </a:stretch>
        </p:blipFill>
        <p:spPr>
          <a:xfrm>
            <a:off x="12344400" y="1316524"/>
            <a:ext cx="6096000" cy="4224951"/>
          </a:xfrm>
          <a:prstGeom prst="rect">
            <a:avLst/>
          </a:prstGeom>
        </p:spPr>
      </p:pic>
    </p:spTree>
    <p:extLst>
      <p:ext uri="{BB962C8B-B14F-4D97-AF65-F5344CB8AC3E}">
        <p14:creationId xmlns:p14="http://schemas.microsoft.com/office/powerpoint/2010/main" val="2245725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9510B-169E-1602-0813-2D20B05F1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C5A29-1F1A-DEAA-9117-749195601B8D}"/>
              </a:ext>
            </a:extLst>
          </p:cNvPr>
          <p:cNvSpPr>
            <a:spLocks noGrp="1"/>
          </p:cNvSpPr>
          <p:nvPr>
            <p:ph type="title"/>
          </p:nvPr>
        </p:nvSpPr>
        <p:spPr/>
        <p:txBody>
          <a:bodyPr/>
          <a:lstStyle/>
          <a:p>
            <a:r>
              <a:rPr lang="en-US" dirty="0"/>
              <a:t>Thin-limit study</a:t>
            </a:r>
          </a:p>
        </p:txBody>
      </p:sp>
      <p:sp>
        <p:nvSpPr>
          <p:cNvPr id="3" name="Date Placeholder 2">
            <a:extLst>
              <a:ext uri="{FF2B5EF4-FFF2-40B4-BE49-F238E27FC236}">
                <a16:creationId xmlns:a16="http://schemas.microsoft.com/office/drawing/2014/main" id="{2AEBF86F-EE2B-B376-0008-A46310DA28E1}"/>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573EF4A0-3E6F-5844-988E-C4F079AA6AD1}"/>
              </a:ext>
            </a:extLst>
          </p:cNvPr>
          <p:cNvSpPr>
            <a:spLocks noGrp="1"/>
          </p:cNvSpPr>
          <p:nvPr>
            <p:ph type="sldNum" sz="quarter" idx="12"/>
          </p:nvPr>
        </p:nvSpPr>
        <p:spPr/>
        <p:txBody>
          <a:bodyPr/>
          <a:lstStyle/>
          <a:p>
            <a:fld id="{091A926C-488A-4E3E-9C21-57CAA120E114}" type="slidenum">
              <a:rPr lang="en-GB" smtClean="0"/>
              <a:t>40</a:t>
            </a:fld>
            <a:endParaRPr lang="en-GB" dirty="0"/>
          </a:p>
        </p:txBody>
      </p:sp>
      <p:graphicFrame>
        <p:nvGraphicFramePr>
          <p:cNvPr id="10" name="Content Placeholder 6">
            <a:extLst>
              <a:ext uri="{FF2B5EF4-FFF2-40B4-BE49-F238E27FC236}">
                <a16:creationId xmlns:a16="http://schemas.microsoft.com/office/drawing/2014/main" id="{7F378F3F-5490-724D-D031-22C0BDE6A644}"/>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08FF747-2280-DA1E-2B6C-F380CF67E56A}"/>
                  </a:ext>
                </a:extLst>
              </p:cNvPr>
              <p:cNvSpPr txBox="1"/>
              <p:nvPr/>
            </p:nvSpPr>
            <p:spPr>
              <a:xfrm>
                <a:off x="716565" y="1053143"/>
                <a:ext cx="3239477" cy="369332"/>
              </a:xfrm>
              <a:prstGeom prst="rect">
                <a:avLst/>
              </a:prstGeom>
            </p:spPr>
            <p:txBody>
              <a:bodyPr vert="horz" wrap="none" lIns="0" tIns="0" rIns="0" bIns="0" rtlCol="0" anchor="t" anchorCtr="0">
                <a:spAutoFit/>
              </a:bodyPr>
              <a:lstStyle/>
              <a:p>
                <a:pPr lvl="0"/>
                <a14:m>
                  <m:oMathPara xmlns:m="http://schemas.openxmlformats.org/officeDocument/2006/math">
                    <m:oMathParaPr>
                      <m:jc m:val="centerGroup"/>
                    </m:oMathParaPr>
                    <m:oMath xmlns:m="http://schemas.openxmlformats.org/officeDocument/2006/math">
                      <m:r>
                        <a:rPr lang="en-DK" sz="2400" i="1">
                          <a:latin typeface="Cambria Math" panose="02040503050406030204" pitchFamily="18" charset="0"/>
                        </a:rPr>
                        <m:t>𝑡</m:t>
                      </m:r>
                      <m:r>
                        <a:rPr lang="en-DK" sz="2400" i="1">
                          <a:latin typeface="Cambria Math" panose="02040503050406030204" pitchFamily="18" charset="0"/>
                        </a:rPr>
                        <m:t>→</m:t>
                      </m:r>
                      <m:sSup>
                        <m:sSupPr>
                          <m:ctrlPr>
                            <a:rPr lang="en-DK" sz="2400" i="1">
                              <a:latin typeface="Cambria Math" panose="02040503050406030204" pitchFamily="18" charset="0"/>
                            </a:rPr>
                          </m:ctrlPr>
                        </m:sSupPr>
                        <m:e>
                          <m:r>
                            <a:rPr lang="en-DK" sz="2400" i="1">
                              <a:latin typeface="Cambria Math" panose="02040503050406030204" pitchFamily="18" charset="0"/>
                            </a:rPr>
                            <m:t>10</m:t>
                          </m:r>
                        </m:e>
                        <m:sup>
                          <m:r>
                            <a:rPr lang="en-DK" sz="2400" i="1">
                              <a:latin typeface="Cambria Math" panose="02040503050406030204" pitchFamily="18" charset="0"/>
                            </a:rPr>
                            <m:t>−6</m:t>
                          </m:r>
                        </m:sup>
                      </m:sSup>
                      <m:r>
                        <a:rPr lang="en-DK" sz="2400" i="1">
                          <a:latin typeface="Cambria Math" panose="02040503050406030204" pitchFamily="18" charset="0"/>
                        </a:rPr>
                        <m:t> </m:t>
                      </m:r>
                      <m:r>
                        <m:rPr>
                          <m:sty m:val="p"/>
                        </m:rPr>
                        <a:rPr lang="en-DK" sz="2400">
                          <a:latin typeface="Cambria Math" panose="02040503050406030204" pitchFamily="18" charset="0"/>
                        </a:rPr>
                        <m:t>m</m:t>
                      </m:r>
                      <m:r>
                        <a:rPr lang="en-DK" sz="2400" i="1">
                          <a:latin typeface="Cambria Math" panose="02040503050406030204" pitchFamily="18" charset="0"/>
                        </a:rPr>
                        <m:t>=</m:t>
                      </m:r>
                      <m:sSup>
                        <m:sSupPr>
                          <m:ctrlPr>
                            <a:rPr lang="en-DK" sz="2400" i="1">
                              <a:latin typeface="Cambria Math" panose="02040503050406030204" pitchFamily="18" charset="0"/>
                            </a:rPr>
                          </m:ctrlPr>
                        </m:sSupPr>
                        <m:e>
                          <m:r>
                            <a:rPr lang="da-DK" sz="2400" i="1">
                              <a:latin typeface="Cambria Math" panose="02040503050406030204" pitchFamily="18" charset="0"/>
                            </a:rPr>
                            <m:t>10</m:t>
                          </m:r>
                        </m:e>
                        <m:sup>
                          <m:r>
                            <a:rPr lang="da-DK" sz="2400" i="1">
                              <a:latin typeface="Cambria Math" panose="02040503050406030204" pitchFamily="18" charset="0"/>
                            </a:rPr>
                            <m:t>−3</m:t>
                          </m:r>
                        </m:sup>
                      </m:sSup>
                      <m:r>
                        <a:rPr lang="en-DK" sz="2400">
                          <a:latin typeface="Cambria Math" panose="02040503050406030204" pitchFamily="18" charset="0"/>
                        </a:rPr>
                        <m:t> </m:t>
                      </m:r>
                      <m:r>
                        <m:rPr>
                          <m:sty m:val="p"/>
                        </m:rPr>
                        <a:rPr lang="en-DK" sz="2400">
                          <a:latin typeface="Cambria Math" panose="02040503050406030204" pitchFamily="18" charset="0"/>
                        </a:rPr>
                        <m:t>mm</m:t>
                      </m:r>
                    </m:oMath>
                  </m:oMathPara>
                </a14:m>
                <a:endParaRPr lang="en-DK" sz="2400" dirty="0"/>
              </a:p>
            </p:txBody>
          </p:sp>
        </mc:Choice>
        <mc:Fallback xmlns="">
          <p:sp>
            <p:nvSpPr>
              <p:cNvPr id="11" name="TextBox 10">
                <a:extLst>
                  <a:ext uri="{FF2B5EF4-FFF2-40B4-BE49-F238E27FC236}">
                    <a16:creationId xmlns:a16="http://schemas.microsoft.com/office/drawing/2014/main" id="{408FF747-2280-DA1E-2B6C-F380CF67E56A}"/>
                  </a:ext>
                </a:extLst>
              </p:cNvPr>
              <p:cNvSpPr txBox="1">
                <a:spLocks noRot="1" noChangeAspect="1" noMove="1" noResize="1" noEditPoints="1" noAdjustHandles="1" noChangeArrowheads="1" noChangeShapeType="1" noTextEdit="1"/>
              </p:cNvSpPr>
              <p:nvPr/>
            </p:nvSpPr>
            <p:spPr>
              <a:xfrm>
                <a:off x="716565" y="1053143"/>
                <a:ext cx="3239477" cy="369332"/>
              </a:xfrm>
              <a:prstGeom prst="rect">
                <a:avLst/>
              </a:prstGeom>
              <a:blipFill>
                <a:blip r:embed="rId8"/>
                <a:stretch>
                  <a:fillRect l="-1172" t="-13793" r="-391" b="-34483"/>
                </a:stretch>
              </a:blipFill>
            </p:spPr>
            <p:txBody>
              <a:bodyPr/>
              <a:lstStyle/>
              <a:p>
                <a:r>
                  <a:rPr lang="en-US">
                    <a:noFill/>
                  </a:rPr>
                  <a:t> </a:t>
                </a:r>
              </a:p>
            </p:txBody>
          </p:sp>
        </mc:Fallback>
      </mc:AlternateContent>
    </p:spTree>
    <p:extLst>
      <p:ext uri="{BB962C8B-B14F-4D97-AF65-F5344CB8AC3E}">
        <p14:creationId xmlns:p14="http://schemas.microsoft.com/office/powerpoint/2010/main" val="2531412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FCC03-698D-9CC6-BC85-2DCE8758E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71666-B63A-FFF8-6098-7C688692B2D0}"/>
              </a:ext>
            </a:extLst>
          </p:cNvPr>
          <p:cNvSpPr>
            <a:spLocks noGrp="1"/>
          </p:cNvSpPr>
          <p:nvPr>
            <p:ph type="title"/>
          </p:nvPr>
        </p:nvSpPr>
        <p:spPr/>
        <p:txBody>
          <a:bodyPr/>
          <a:lstStyle/>
          <a:p>
            <a:r>
              <a:rPr lang="en-US" dirty="0"/>
              <a:t>Thin-limit study</a:t>
            </a:r>
          </a:p>
        </p:txBody>
      </p:sp>
      <p:sp>
        <p:nvSpPr>
          <p:cNvPr id="3" name="Date Placeholder 2">
            <a:extLst>
              <a:ext uri="{FF2B5EF4-FFF2-40B4-BE49-F238E27FC236}">
                <a16:creationId xmlns:a16="http://schemas.microsoft.com/office/drawing/2014/main" id="{64C63CBE-8A6E-F752-4E09-15B76C0DA22D}"/>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481D6C63-8749-0168-847E-1B7B2FAC9C35}"/>
              </a:ext>
            </a:extLst>
          </p:cNvPr>
          <p:cNvSpPr>
            <a:spLocks noGrp="1"/>
          </p:cNvSpPr>
          <p:nvPr>
            <p:ph type="sldNum" sz="quarter" idx="12"/>
          </p:nvPr>
        </p:nvSpPr>
        <p:spPr/>
        <p:txBody>
          <a:bodyPr/>
          <a:lstStyle/>
          <a:p>
            <a:fld id="{091A926C-488A-4E3E-9C21-57CAA120E114}" type="slidenum">
              <a:rPr lang="en-GB" smtClean="0"/>
              <a:t>41</a:t>
            </a:fld>
            <a:endParaRPr lang="en-GB" dirty="0"/>
          </a:p>
        </p:txBody>
      </p:sp>
      <p:pic>
        <p:nvPicPr>
          <p:cNvPr id="6" name="Pladsholder til billede 9">
            <a:extLst>
              <a:ext uri="{FF2B5EF4-FFF2-40B4-BE49-F238E27FC236}">
                <a16:creationId xmlns:a16="http://schemas.microsoft.com/office/drawing/2014/main" id="{0380E279-02B0-1720-45D1-BE896F3A0A1D}"/>
              </a:ext>
            </a:extLst>
          </p:cNvPr>
          <p:cNvPicPr>
            <a:picLocks noChangeAspect="1"/>
          </p:cNvPicPr>
          <p:nvPr/>
        </p:nvPicPr>
        <p:blipFill>
          <a:blip r:embed="rId3"/>
          <a:stretch>
            <a:fillRect/>
          </a:stretch>
        </p:blipFill>
        <p:spPr>
          <a:xfrm>
            <a:off x="2320028" y="2466109"/>
            <a:ext cx="7550360" cy="4077195"/>
          </a:xfrm>
          <a:prstGeom prst="rect">
            <a:avLst/>
          </a:prstGeom>
          <a:noFill/>
        </p:spPr>
      </p:pic>
      <p:graphicFrame>
        <p:nvGraphicFramePr>
          <p:cNvPr id="10" name="Content Placeholder 6">
            <a:extLst>
              <a:ext uri="{FF2B5EF4-FFF2-40B4-BE49-F238E27FC236}">
                <a16:creationId xmlns:a16="http://schemas.microsoft.com/office/drawing/2014/main" id="{E842027E-5271-45DF-DC89-BCAA5908EC43}"/>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BA2B7B9-AD9B-0979-5976-694ED913C9FB}"/>
                  </a:ext>
                </a:extLst>
              </p:cNvPr>
              <p:cNvSpPr txBox="1"/>
              <p:nvPr/>
            </p:nvSpPr>
            <p:spPr>
              <a:xfrm>
                <a:off x="716565" y="1053143"/>
                <a:ext cx="3239477" cy="369332"/>
              </a:xfrm>
              <a:prstGeom prst="rect">
                <a:avLst/>
              </a:prstGeom>
            </p:spPr>
            <p:txBody>
              <a:bodyPr vert="horz" wrap="none" lIns="0" tIns="0" rIns="0" bIns="0" rtlCol="0" anchor="t" anchorCtr="0">
                <a:spAutoFit/>
              </a:bodyPr>
              <a:lstStyle/>
              <a:p>
                <a:pPr lvl="0"/>
                <a14:m>
                  <m:oMathPara xmlns:m="http://schemas.openxmlformats.org/officeDocument/2006/math">
                    <m:oMathParaPr>
                      <m:jc m:val="centerGroup"/>
                    </m:oMathParaPr>
                    <m:oMath xmlns:m="http://schemas.openxmlformats.org/officeDocument/2006/math">
                      <m:r>
                        <a:rPr lang="en-DK" sz="2400" i="1">
                          <a:latin typeface="Cambria Math" panose="02040503050406030204" pitchFamily="18" charset="0"/>
                        </a:rPr>
                        <m:t>𝑡</m:t>
                      </m:r>
                      <m:r>
                        <a:rPr lang="en-DK" sz="2400" i="1">
                          <a:latin typeface="Cambria Math" panose="02040503050406030204" pitchFamily="18" charset="0"/>
                        </a:rPr>
                        <m:t>→</m:t>
                      </m:r>
                      <m:sSup>
                        <m:sSupPr>
                          <m:ctrlPr>
                            <a:rPr lang="en-DK" sz="2400" i="1">
                              <a:latin typeface="Cambria Math" panose="02040503050406030204" pitchFamily="18" charset="0"/>
                            </a:rPr>
                          </m:ctrlPr>
                        </m:sSupPr>
                        <m:e>
                          <m:r>
                            <a:rPr lang="en-DK" sz="2400" i="1">
                              <a:latin typeface="Cambria Math" panose="02040503050406030204" pitchFamily="18" charset="0"/>
                            </a:rPr>
                            <m:t>10</m:t>
                          </m:r>
                        </m:e>
                        <m:sup>
                          <m:r>
                            <a:rPr lang="en-DK" sz="2400" i="1">
                              <a:latin typeface="Cambria Math" panose="02040503050406030204" pitchFamily="18" charset="0"/>
                            </a:rPr>
                            <m:t>−6</m:t>
                          </m:r>
                        </m:sup>
                      </m:sSup>
                      <m:r>
                        <a:rPr lang="en-DK" sz="2400" i="1">
                          <a:latin typeface="Cambria Math" panose="02040503050406030204" pitchFamily="18" charset="0"/>
                        </a:rPr>
                        <m:t> </m:t>
                      </m:r>
                      <m:r>
                        <m:rPr>
                          <m:sty m:val="p"/>
                        </m:rPr>
                        <a:rPr lang="en-DK" sz="2400">
                          <a:latin typeface="Cambria Math" panose="02040503050406030204" pitchFamily="18" charset="0"/>
                        </a:rPr>
                        <m:t>m</m:t>
                      </m:r>
                      <m:r>
                        <a:rPr lang="en-DK" sz="2400" i="1">
                          <a:latin typeface="Cambria Math" panose="02040503050406030204" pitchFamily="18" charset="0"/>
                        </a:rPr>
                        <m:t>=</m:t>
                      </m:r>
                      <m:sSup>
                        <m:sSupPr>
                          <m:ctrlPr>
                            <a:rPr lang="en-DK" sz="2400" i="1">
                              <a:latin typeface="Cambria Math" panose="02040503050406030204" pitchFamily="18" charset="0"/>
                            </a:rPr>
                          </m:ctrlPr>
                        </m:sSupPr>
                        <m:e>
                          <m:r>
                            <a:rPr lang="da-DK" sz="2400" i="1">
                              <a:latin typeface="Cambria Math" panose="02040503050406030204" pitchFamily="18" charset="0"/>
                            </a:rPr>
                            <m:t>10</m:t>
                          </m:r>
                        </m:e>
                        <m:sup>
                          <m:r>
                            <a:rPr lang="da-DK" sz="2400" i="1">
                              <a:latin typeface="Cambria Math" panose="02040503050406030204" pitchFamily="18" charset="0"/>
                            </a:rPr>
                            <m:t>−3</m:t>
                          </m:r>
                        </m:sup>
                      </m:sSup>
                      <m:r>
                        <a:rPr lang="en-DK" sz="2400">
                          <a:latin typeface="Cambria Math" panose="02040503050406030204" pitchFamily="18" charset="0"/>
                        </a:rPr>
                        <m:t> </m:t>
                      </m:r>
                      <m:r>
                        <m:rPr>
                          <m:sty m:val="p"/>
                        </m:rPr>
                        <a:rPr lang="en-DK" sz="2400">
                          <a:latin typeface="Cambria Math" panose="02040503050406030204" pitchFamily="18" charset="0"/>
                        </a:rPr>
                        <m:t>mm</m:t>
                      </m:r>
                    </m:oMath>
                  </m:oMathPara>
                </a14:m>
                <a:endParaRPr lang="en-DK" sz="2400" dirty="0"/>
              </a:p>
            </p:txBody>
          </p:sp>
        </mc:Choice>
        <mc:Fallback xmlns="">
          <p:sp>
            <p:nvSpPr>
              <p:cNvPr id="11" name="TextBox 10">
                <a:extLst>
                  <a:ext uri="{FF2B5EF4-FFF2-40B4-BE49-F238E27FC236}">
                    <a16:creationId xmlns:a16="http://schemas.microsoft.com/office/drawing/2014/main" id="{FBA2B7B9-AD9B-0979-5976-694ED913C9FB}"/>
                  </a:ext>
                </a:extLst>
              </p:cNvPr>
              <p:cNvSpPr txBox="1">
                <a:spLocks noRot="1" noChangeAspect="1" noMove="1" noResize="1" noEditPoints="1" noAdjustHandles="1" noChangeArrowheads="1" noChangeShapeType="1" noTextEdit="1"/>
              </p:cNvSpPr>
              <p:nvPr/>
            </p:nvSpPr>
            <p:spPr>
              <a:xfrm>
                <a:off x="716565" y="1053143"/>
                <a:ext cx="3239477" cy="369332"/>
              </a:xfrm>
              <a:prstGeom prst="rect">
                <a:avLst/>
              </a:prstGeom>
              <a:blipFill>
                <a:blip r:embed="rId9"/>
                <a:stretch>
                  <a:fillRect l="-1172" t="-13793" r="-391" b="-34483"/>
                </a:stretch>
              </a:blipFill>
            </p:spPr>
            <p:txBody>
              <a:bodyPr/>
              <a:lstStyle/>
              <a:p>
                <a:r>
                  <a:rPr lang="en-US">
                    <a:noFill/>
                  </a:rPr>
                  <a:t> </a:t>
                </a:r>
              </a:p>
            </p:txBody>
          </p:sp>
        </mc:Fallback>
      </mc:AlternateContent>
    </p:spTree>
    <p:extLst>
      <p:ext uri="{BB962C8B-B14F-4D97-AF65-F5344CB8AC3E}">
        <p14:creationId xmlns:p14="http://schemas.microsoft.com/office/powerpoint/2010/main" val="460108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98699-14F1-150E-7340-C03823E09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CD7DA-8D82-2EA8-54DD-84E0431C4368}"/>
              </a:ext>
            </a:extLst>
          </p:cNvPr>
          <p:cNvSpPr>
            <a:spLocks noGrp="1"/>
          </p:cNvSpPr>
          <p:nvPr>
            <p:ph type="title"/>
          </p:nvPr>
        </p:nvSpPr>
        <p:spPr/>
        <p:txBody>
          <a:bodyPr/>
          <a:lstStyle/>
          <a:p>
            <a:r>
              <a:rPr lang="en-US" dirty="0"/>
              <a:t>Thin-limit study</a:t>
            </a:r>
          </a:p>
        </p:txBody>
      </p:sp>
      <p:sp>
        <p:nvSpPr>
          <p:cNvPr id="3" name="Date Placeholder 2">
            <a:extLst>
              <a:ext uri="{FF2B5EF4-FFF2-40B4-BE49-F238E27FC236}">
                <a16:creationId xmlns:a16="http://schemas.microsoft.com/office/drawing/2014/main" id="{55B37546-76A2-DF73-23D5-AAB67BC17FA4}"/>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A4FB8511-0038-FAB4-E168-C0D1D62803D1}"/>
              </a:ext>
            </a:extLst>
          </p:cNvPr>
          <p:cNvSpPr>
            <a:spLocks noGrp="1"/>
          </p:cNvSpPr>
          <p:nvPr>
            <p:ph type="sldNum" sz="quarter" idx="12"/>
          </p:nvPr>
        </p:nvSpPr>
        <p:spPr/>
        <p:txBody>
          <a:bodyPr/>
          <a:lstStyle/>
          <a:p>
            <a:fld id="{091A926C-488A-4E3E-9C21-57CAA120E114}" type="slidenum">
              <a:rPr lang="en-GB" smtClean="0"/>
              <a:t>42</a:t>
            </a:fld>
            <a:endParaRPr lang="en-GB" dirty="0"/>
          </a:p>
        </p:txBody>
      </p:sp>
      <p:pic>
        <p:nvPicPr>
          <p:cNvPr id="6" name="Pladsholder til billede 9">
            <a:extLst>
              <a:ext uri="{FF2B5EF4-FFF2-40B4-BE49-F238E27FC236}">
                <a16:creationId xmlns:a16="http://schemas.microsoft.com/office/drawing/2014/main" id="{59114FA2-479C-DB02-53D3-BA6B5C7B5CDC}"/>
              </a:ext>
            </a:extLst>
          </p:cNvPr>
          <p:cNvPicPr>
            <a:picLocks noChangeAspect="1"/>
          </p:cNvPicPr>
          <p:nvPr/>
        </p:nvPicPr>
        <p:blipFill>
          <a:blip r:embed="rId3"/>
          <a:stretch>
            <a:fillRect/>
          </a:stretch>
        </p:blipFill>
        <p:spPr>
          <a:xfrm>
            <a:off x="2320028" y="2466109"/>
            <a:ext cx="7550360" cy="4077195"/>
          </a:xfrm>
          <a:prstGeom prst="rect">
            <a:avLst/>
          </a:prstGeom>
          <a:noFill/>
        </p:spPr>
      </p:pic>
      <p:graphicFrame>
        <p:nvGraphicFramePr>
          <p:cNvPr id="10" name="Content Placeholder 6">
            <a:extLst>
              <a:ext uri="{FF2B5EF4-FFF2-40B4-BE49-F238E27FC236}">
                <a16:creationId xmlns:a16="http://schemas.microsoft.com/office/drawing/2014/main" id="{D45BA951-CEDF-B500-57A7-E0C0D6E7F742}"/>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FEEC66F-D2C9-B630-DE66-AF148F36BD27}"/>
                  </a:ext>
                </a:extLst>
              </p:cNvPr>
              <p:cNvSpPr txBox="1"/>
              <p:nvPr/>
            </p:nvSpPr>
            <p:spPr>
              <a:xfrm>
                <a:off x="716565" y="1053143"/>
                <a:ext cx="3239477" cy="369332"/>
              </a:xfrm>
              <a:prstGeom prst="rect">
                <a:avLst/>
              </a:prstGeom>
            </p:spPr>
            <p:txBody>
              <a:bodyPr vert="horz" wrap="none" lIns="0" tIns="0" rIns="0" bIns="0" rtlCol="0" anchor="t" anchorCtr="0">
                <a:spAutoFit/>
              </a:bodyPr>
              <a:lstStyle/>
              <a:p>
                <a:pPr lvl="0"/>
                <a14:m>
                  <m:oMathPara xmlns:m="http://schemas.openxmlformats.org/officeDocument/2006/math">
                    <m:oMathParaPr>
                      <m:jc m:val="centerGroup"/>
                    </m:oMathParaPr>
                    <m:oMath xmlns:m="http://schemas.openxmlformats.org/officeDocument/2006/math">
                      <m:r>
                        <a:rPr lang="en-DK" sz="2400" i="1">
                          <a:latin typeface="Cambria Math" panose="02040503050406030204" pitchFamily="18" charset="0"/>
                        </a:rPr>
                        <m:t>𝑡</m:t>
                      </m:r>
                      <m:r>
                        <a:rPr lang="en-DK" sz="2400" i="1">
                          <a:latin typeface="Cambria Math" panose="02040503050406030204" pitchFamily="18" charset="0"/>
                        </a:rPr>
                        <m:t>→</m:t>
                      </m:r>
                      <m:sSup>
                        <m:sSupPr>
                          <m:ctrlPr>
                            <a:rPr lang="en-DK" sz="2400" i="1">
                              <a:latin typeface="Cambria Math" panose="02040503050406030204" pitchFamily="18" charset="0"/>
                            </a:rPr>
                          </m:ctrlPr>
                        </m:sSupPr>
                        <m:e>
                          <m:r>
                            <a:rPr lang="en-DK" sz="2400" i="1">
                              <a:latin typeface="Cambria Math" panose="02040503050406030204" pitchFamily="18" charset="0"/>
                            </a:rPr>
                            <m:t>10</m:t>
                          </m:r>
                        </m:e>
                        <m:sup>
                          <m:r>
                            <a:rPr lang="en-DK" sz="2400" i="1">
                              <a:latin typeface="Cambria Math" panose="02040503050406030204" pitchFamily="18" charset="0"/>
                            </a:rPr>
                            <m:t>−6</m:t>
                          </m:r>
                        </m:sup>
                      </m:sSup>
                      <m:r>
                        <a:rPr lang="en-DK" sz="2400" i="1">
                          <a:latin typeface="Cambria Math" panose="02040503050406030204" pitchFamily="18" charset="0"/>
                        </a:rPr>
                        <m:t> </m:t>
                      </m:r>
                      <m:r>
                        <m:rPr>
                          <m:sty m:val="p"/>
                        </m:rPr>
                        <a:rPr lang="en-DK" sz="2400">
                          <a:latin typeface="Cambria Math" panose="02040503050406030204" pitchFamily="18" charset="0"/>
                        </a:rPr>
                        <m:t>m</m:t>
                      </m:r>
                      <m:r>
                        <a:rPr lang="en-DK" sz="2400" i="1">
                          <a:latin typeface="Cambria Math" panose="02040503050406030204" pitchFamily="18" charset="0"/>
                        </a:rPr>
                        <m:t>=</m:t>
                      </m:r>
                      <m:sSup>
                        <m:sSupPr>
                          <m:ctrlPr>
                            <a:rPr lang="en-DK" sz="2400" i="1">
                              <a:latin typeface="Cambria Math" panose="02040503050406030204" pitchFamily="18" charset="0"/>
                            </a:rPr>
                          </m:ctrlPr>
                        </m:sSupPr>
                        <m:e>
                          <m:r>
                            <a:rPr lang="da-DK" sz="2400" i="1">
                              <a:latin typeface="Cambria Math" panose="02040503050406030204" pitchFamily="18" charset="0"/>
                            </a:rPr>
                            <m:t>10</m:t>
                          </m:r>
                        </m:e>
                        <m:sup>
                          <m:r>
                            <a:rPr lang="da-DK" sz="2400" i="1">
                              <a:latin typeface="Cambria Math" panose="02040503050406030204" pitchFamily="18" charset="0"/>
                            </a:rPr>
                            <m:t>−3</m:t>
                          </m:r>
                        </m:sup>
                      </m:sSup>
                      <m:r>
                        <a:rPr lang="en-DK" sz="2400">
                          <a:latin typeface="Cambria Math" panose="02040503050406030204" pitchFamily="18" charset="0"/>
                        </a:rPr>
                        <m:t> </m:t>
                      </m:r>
                      <m:r>
                        <m:rPr>
                          <m:sty m:val="p"/>
                        </m:rPr>
                        <a:rPr lang="en-DK" sz="2400">
                          <a:latin typeface="Cambria Math" panose="02040503050406030204" pitchFamily="18" charset="0"/>
                        </a:rPr>
                        <m:t>mm</m:t>
                      </m:r>
                    </m:oMath>
                  </m:oMathPara>
                </a14:m>
                <a:endParaRPr lang="en-DK" sz="2400" dirty="0"/>
              </a:p>
            </p:txBody>
          </p:sp>
        </mc:Choice>
        <mc:Fallback xmlns="">
          <p:sp>
            <p:nvSpPr>
              <p:cNvPr id="11" name="TextBox 10">
                <a:extLst>
                  <a:ext uri="{FF2B5EF4-FFF2-40B4-BE49-F238E27FC236}">
                    <a16:creationId xmlns:a16="http://schemas.microsoft.com/office/drawing/2014/main" id="{EFEEC66F-D2C9-B630-DE66-AF148F36BD27}"/>
                  </a:ext>
                </a:extLst>
              </p:cNvPr>
              <p:cNvSpPr txBox="1">
                <a:spLocks noRot="1" noChangeAspect="1" noMove="1" noResize="1" noEditPoints="1" noAdjustHandles="1" noChangeArrowheads="1" noChangeShapeType="1" noTextEdit="1"/>
              </p:cNvSpPr>
              <p:nvPr/>
            </p:nvSpPr>
            <p:spPr>
              <a:xfrm>
                <a:off x="716565" y="1053143"/>
                <a:ext cx="3239477" cy="369332"/>
              </a:xfrm>
              <a:prstGeom prst="rect">
                <a:avLst/>
              </a:prstGeom>
              <a:blipFill>
                <a:blip r:embed="rId9"/>
                <a:stretch>
                  <a:fillRect l="-1172" t="-13793" r="-391" b="-344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Diagram 13">
                <a:extLst>
                  <a:ext uri="{FF2B5EF4-FFF2-40B4-BE49-F238E27FC236}">
                    <a16:creationId xmlns:a16="http://schemas.microsoft.com/office/drawing/2014/main" id="{E95A9502-EAFA-48D6-614F-AC96B2FB8E5C}"/>
                  </a:ext>
                </a:extLst>
              </p:cNvPr>
              <p:cNvGraphicFramePr/>
              <p:nvPr/>
            </p:nvGraphicFramePr>
            <p:xfrm>
              <a:off x="5745620" y="1237809"/>
              <a:ext cx="4124768" cy="1341046"/>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mc:Choice>
        <mc:Fallback xmlns="">
          <p:graphicFrame>
            <p:nvGraphicFramePr>
              <p:cNvPr id="14" name="Diagram 13">
                <a:extLst>
                  <a:ext uri="{FF2B5EF4-FFF2-40B4-BE49-F238E27FC236}">
                    <a16:creationId xmlns:a16="http://schemas.microsoft.com/office/drawing/2014/main" id="{E95A9502-EAFA-48D6-614F-AC96B2FB8E5C}"/>
                  </a:ext>
                </a:extLst>
              </p:cNvPr>
              <p:cNvGraphicFramePr/>
              <p:nvPr/>
            </p:nvGraphicFramePr>
            <p:xfrm>
              <a:off x="5745620" y="1237809"/>
              <a:ext cx="4124768" cy="1341046"/>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mc:Fallback>
      </mc:AlternateContent>
    </p:spTree>
    <p:extLst>
      <p:ext uri="{BB962C8B-B14F-4D97-AF65-F5344CB8AC3E}">
        <p14:creationId xmlns:p14="http://schemas.microsoft.com/office/powerpoint/2010/main" val="2170399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2E752-CF00-DAD2-94F0-710B93C52B37}"/>
              </a:ext>
            </a:extLst>
          </p:cNvPr>
          <p:cNvSpPr>
            <a:spLocks noGrp="1"/>
          </p:cNvSpPr>
          <p:nvPr>
            <p:ph type="title"/>
          </p:nvPr>
        </p:nvSpPr>
        <p:spPr/>
        <p:txBody>
          <a:bodyPr/>
          <a:lstStyle/>
          <a:p>
            <a:r>
              <a:rPr lang="en-US" dirty="0"/>
              <a:t>CAMEA geometry study</a:t>
            </a:r>
          </a:p>
        </p:txBody>
      </p:sp>
      <p:sp>
        <p:nvSpPr>
          <p:cNvPr id="3" name="Date Placeholder 2">
            <a:extLst>
              <a:ext uri="{FF2B5EF4-FFF2-40B4-BE49-F238E27FC236}">
                <a16:creationId xmlns:a16="http://schemas.microsoft.com/office/drawing/2014/main" id="{189FAF76-64BC-634F-F5B7-478CFB08F9D5}"/>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84007A22-E8A0-C145-7072-2A0DE72CE13A}"/>
              </a:ext>
            </a:extLst>
          </p:cNvPr>
          <p:cNvSpPr>
            <a:spLocks noGrp="1"/>
          </p:cNvSpPr>
          <p:nvPr>
            <p:ph type="sldNum" sz="quarter" idx="12"/>
          </p:nvPr>
        </p:nvSpPr>
        <p:spPr/>
        <p:txBody>
          <a:bodyPr/>
          <a:lstStyle/>
          <a:p>
            <a:fld id="{091A926C-488A-4E3E-9C21-57CAA120E114}" type="slidenum">
              <a:rPr lang="en-GB" smtClean="0"/>
              <a:t>43</a:t>
            </a:fld>
            <a:endParaRPr lang="en-GB" dirty="0"/>
          </a:p>
        </p:txBody>
      </p:sp>
      <p:graphicFrame>
        <p:nvGraphicFramePr>
          <p:cNvPr id="12" name="Content Placeholder 6">
            <a:extLst>
              <a:ext uri="{FF2B5EF4-FFF2-40B4-BE49-F238E27FC236}">
                <a16:creationId xmlns:a16="http://schemas.microsoft.com/office/drawing/2014/main" id="{9330C6B4-D5D4-B8FF-4A8A-690FB4E8030E}"/>
              </a:ext>
            </a:extLst>
          </p:cNvPr>
          <p:cNvGraphicFramePr>
            <a:graphicFrameLocks/>
          </p:cNvGraphicFramePr>
          <p:nvPr>
            <p:extLst>
              <p:ext uri="{D42A27DB-BD31-4B8C-83A1-F6EECF244321}">
                <p14:modId xmlns:p14="http://schemas.microsoft.com/office/powerpoint/2010/main" val="2269721792"/>
              </p:ext>
            </p:extLst>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8" name="Pladsholder til billede 9">
            <a:extLst>
              <a:ext uri="{FF2B5EF4-FFF2-40B4-BE49-F238E27FC236}">
                <a16:creationId xmlns:a16="http://schemas.microsoft.com/office/drawing/2014/main" id="{6D59D381-E760-9473-A35D-0B2CF961438F}"/>
              </a:ext>
            </a:extLst>
          </p:cNvPr>
          <p:cNvPicPr>
            <a:picLocks noChangeAspect="1"/>
          </p:cNvPicPr>
          <p:nvPr/>
        </p:nvPicPr>
        <p:blipFill>
          <a:blip r:embed="rId8"/>
          <a:stretch>
            <a:fillRect/>
          </a:stretch>
        </p:blipFill>
        <p:spPr>
          <a:xfrm>
            <a:off x="-7032472" y="1279015"/>
            <a:ext cx="6095579" cy="3291613"/>
          </a:xfrm>
          <a:prstGeom prst="rect">
            <a:avLst/>
          </a:prstGeom>
          <a:noFill/>
        </p:spPr>
      </p:pic>
      <p:pic>
        <p:nvPicPr>
          <p:cNvPr id="19" name="Billede 2">
            <a:extLst>
              <a:ext uri="{FF2B5EF4-FFF2-40B4-BE49-F238E27FC236}">
                <a16:creationId xmlns:a16="http://schemas.microsoft.com/office/drawing/2014/main" id="{48CD3D05-1E46-B065-F810-1A9DC4DB01D0}"/>
              </a:ext>
            </a:extLst>
          </p:cNvPr>
          <p:cNvPicPr>
            <a:picLocks noChangeAspect="1"/>
          </p:cNvPicPr>
          <p:nvPr/>
        </p:nvPicPr>
        <p:blipFill>
          <a:blip r:embed="rId9"/>
          <a:stretch>
            <a:fillRect/>
          </a:stretch>
        </p:blipFill>
        <p:spPr>
          <a:xfrm>
            <a:off x="12610453" y="1422475"/>
            <a:ext cx="6103432" cy="3291613"/>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965332E-2361-E4AE-2D7E-5AFE5607E684}"/>
                  </a:ext>
                </a:extLst>
              </p:cNvPr>
              <p:cNvSpPr txBox="1"/>
              <p:nvPr/>
            </p:nvSpPr>
            <p:spPr>
              <a:xfrm>
                <a:off x="-6315536" y="983014"/>
                <a:ext cx="2763449" cy="369332"/>
              </a:xfrm>
              <a:prstGeom prst="rect">
                <a:avLst/>
              </a:prstGeom>
            </p:spPr>
            <p:txBody>
              <a:bodyPr vert="horz" wrap="none" lIns="0" tIns="0" rIns="0" bIns="0" rtlCol="0" anchor="t" anchorCtr="0">
                <a:spAutoFit/>
              </a:bodyPr>
              <a:lstStyle/>
              <a:p>
                <a:pPr lvl="0"/>
                <a14:m>
                  <m:oMathPara xmlns:m="http://schemas.openxmlformats.org/officeDocument/2006/math">
                    <m:oMathParaPr>
                      <m:jc m:val="centerGroup"/>
                    </m:oMathParaPr>
                    <m:oMath xmlns:m="http://schemas.openxmlformats.org/officeDocument/2006/math">
                      <m:r>
                        <a:rPr lang="en-DK" sz="2400" i="1">
                          <a:latin typeface="Cambria Math" panose="02040503050406030204" pitchFamily="18" charset="0"/>
                        </a:rPr>
                        <m:t>𝑡</m:t>
                      </m:r>
                      <m:r>
                        <a:rPr lang="en-DK" sz="2400" i="1">
                          <a:latin typeface="Cambria Math" panose="02040503050406030204" pitchFamily="18" charset="0"/>
                        </a:rPr>
                        <m:t>→</m:t>
                      </m:r>
                      <m:sSup>
                        <m:sSupPr>
                          <m:ctrlPr>
                            <a:rPr lang="en-DK" sz="2400" i="1">
                              <a:latin typeface="Cambria Math" panose="02040503050406030204" pitchFamily="18" charset="0"/>
                            </a:rPr>
                          </m:ctrlPr>
                        </m:sSupPr>
                        <m:e>
                          <m:r>
                            <a:rPr lang="en-DK" sz="2400" i="1">
                              <a:latin typeface="Cambria Math" panose="02040503050406030204" pitchFamily="18" charset="0"/>
                            </a:rPr>
                            <m:t>10</m:t>
                          </m:r>
                        </m:e>
                        <m:sup>
                          <m:r>
                            <a:rPr lang="en-DK" sz="2400" i="1">
                              <a:latin typeface="Cambria Math" panose="02040503050406030204" pitchFamily="18" charset="0"/>
                            </a:rPr>
                            <m:t>−6</m:t>
                          </m:r>
                        </m:sup>
                      </m:sSup>
                      <m:r>
                        <a:rPr lang="en-DK" sz="2400" i="1">
                          <a:latin typeface="Cambria Math" panose="02040503050406030204" pitchFamily="18" charset="0"/>
                        </a:rPr>
                        <m:t> </m:t>
                      </m:r>
                      <m:r>
                        <m:rPr>
                          <m:sty m:val="p"/>
                        </m:rPr>
                        <a:rPr lang="en-DK" sz="2400">
                          <a:latin typeface="Cambria Math" panose="02040503050406030204" pitchFamily="18" charset="0"/>
                        </a:rPr>
                        <m:t>m</m:t>
                      </m:r>
                      <m:r>
                        <a:rPr lang="en-DK" sz="2400" i="1">
                          <a:latin typeface="Cambria Math" panose="02040503050406030204" pitchFamily="18" charset="0"/>
                        </a:rPr>
                        <m:t>=1</m:t>
                      </m:r>
                      <m:r>
                        <a:rPr lang="en-DK" sz="2400">
                          <a:latin typeface="Cambria Math" panose="02040503050406030204" pitchFamily="18" charset="0"/>
                        </a:rPr>
                        <m:t> </m:t>
                      </m:r>
                      <m:r>
                        <m:rPr>
                          <m:sty m:val="p"/>
                        </m:rPr>
                        <a:rPr lang="en-DK" sz="2400">
                          <a:latin typeface="Cambria Math" panose="02040503050406030204" pitchFamily="18" charset="0"/>
                        </a:rPr>
                        <m:t>mm</m:t>
                      </m:r>
                    </m:oMath>
                  </m:oMathPara>
                </a14:m>
                <a:endParaRPr lang="en-DK" sz="2400" dirty="0"/>
              </a:p>
            </p:txBody>
          </p:sp>
        </mc:Choice>
        <mc:Fallback xmlns="">
          <p:sp>
            <p:nvSpPr>
              <p:cNvPr id="20" name="TextBox 19">
                <a:extLst>
                  <a:ext uri="{FF2B5EF4-FFF2-40B4-BE49-F238E27FC236}">
                    <a16:creationId xmlns:a16="http://schemas.microsoft.com/office/drawing/2014/main" id="{D965332E-2361-E4AE-2D7E-5AFE5607E684}"/>
                  </a:ext>
                </a:extLst>
              </p:cNvPr>
              <p:cNvSpPr txBox="1">
                <a:spLocks noRot="1" noChangeAspect="1" noMove="1" noResize="1" noEditPoints="1" noAdjustHandles="1" noChangeArrowheads="1" noChangeShapeType="1" noTextEdit="1"/>
              </p:cNvSpPr>
              <p:nvPr/>
            </p:nvSpPr>
            <p:spPr>
              <a:xfrm>
                <a:off x="-6315536" y="983014"/>
                <a:ext cx="2763449" cy="369332"/>
              </a:xfrm>
              <a:prstGeom prst="rect">
                <a:avLst/>
              </a:prstGeom>
              <a:blipFill>
                <a:blip r:embed="rId10"/>
                <a:stretch>
                  <a:fillRect l="-1370" t="-13333" r="-457"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1" name="Diagram 20">
                <a:extLst>
                  <a:ext uri="{FF2B5EF4-FFF2-40B4-BE49-F238E27FC236}">
                    <a16:creationId xmlns:a16="http://schemas.microsoft.com/office/drawing/2014/main" id="{42CE6B97-72F8-491C-123D-649E9B82812E}"/>
                  </a:ext>
                </a:extLst>
              </p:cNvPr>
              <p:cNvGraphicFramePr/>
              <p:nvPr>
                <p:extLst>
                  <p:ext uri="{D42A27DB-BD31-4B8C-83A1-F6EECF244321}">
                    <p14:modId xmlns:p14="http://schemas.microsoft.com/office/powerpoint/2010/main" val="2007389868"/>
                  </p:ext>
                </p:extLst>
              </p:nvPr>
            </p:nvGraphicFramePr>
            <p:xfrm>
              <a:off x="13637939" y="4891223"/>
              <a:ext cx="4738681" cy="1518355"/>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mc:Choice>
        <mc:Fallback xmlns="">
          <p:graphicFrame>
            <p:nvGraphicFramePr>
              <p:cNvPr id="21" name="Diagram 20">
                <a:extLst>
                  <a:ext uri="{FF2B5EF4-FFF2-40B4-BE49-F238E27FC236}">
                    <a16:creationId xmlns:a16="http://schemas.microsoft.com/office/drawing/2014/main" id="{42CE6B97-72F8-491C-123D-649E9B82812E}"/>
                  </a:ext>
                </a:extLst>
              </p:cNvPr>
              <p:cNvGraphicFramePr/>
              <p:nvPr>
                <p:extLst>
                  <p:ext uri="{D42A27DB-BD31-4B8C-83A1-F6EECF244321}">
                    <p14:modId xmlns:p14="http://schemas.microsoft.com/office/powerpoint/2010/main" val="2007389868"/>
                  </p:ext>
                </p:extLst>
              </p:nvPr>
            </p:nvGraphicFramePr>
            <p:xfrm>
              <a:off x="13637939" y="4891223"/>
              <a:ext cx="4738681" cy="1518355"/>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mc:Fallback>
      </mc:AlternateContent>
      <mc:AlternateContent xmlns:mc="http://schemas.openxmlformats.org/markup-compatibility/2006" xmlns:a14="http://schemas.microsoft.com/office/drawing/2010/main">
        <mc:Choice Requires="a14">
          <p:graphicFrame>
            <p:nvGraphicFramePr>
              <p:cNvPr id="22" name="Diagram 21">
                <a:extLst>
                  <a:ext uri="{FF2B5EF4-FFF2-40B4-BE49-F238E27FC236}">
                    <a16:creationId xmlns:a16="http://schemas.microsoft.com/office/drawing/2014/main" id="{83DF8243-5419-6F87-630E-27EC9C46FD01}"/>
                  </a:ext>
                </a:extLst>
              </p:cNvPr>
              <p:cNvGraphicFramePr/>
              <p:nvPr>
                <p:extLst>
                  <p:ext uri="{D42A27DB-BD31-4B8C-83A1-F6EECF244321}">
                    <p14:modId xmlns:p14="http://schemas.microsoft.com/office/powerpoint/2010/main" val="3990407930"/>
                  </p:ext>
                </p:extLst>
              </p:nvPr>
            </p:nvGraphicFramePr>
            <p:xfrm>
              <a:off x="-5614471" y="4826111"/>
              <a:ext cx="4124768" cy="1341046"/>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mc:Choice>
        <mc:Fallback xmlns="">
          <p:graphicFrame>
            <p:nvGraphicFramePr>
              <p:cNvPr id="22" name="Diagram 21">
                <a:extLst>
                  <a:ext uri="{FF2B5EF4-FFF2-40B4-BE49-F238E27FC236}">
                    <a16:creationId xmlns:a16="http://schemas.microsoft.com/office/drawing/2014/main" id="{83DF8243-5419-6F87-630E-27EC9C46FD01}"/>
                  </a:ext>
                </a:extLst>
              </p:cNvPr>
              <p:cNvGraphicFramePr/>
              <p:nvPr>
                <p:extLst>
                  <p:ext uri="{D42A27DB-BD31-4B8C-83A1-F6EECF244321}">
                    <p14:modId xmlns:p14="http://schemas.microsoft.com/office/powerpoint/2010/main" val="3990407930"/>
                  </p:ext>
                </p:extLst>
              </p:nvPr>
            </p:nvGraphicFramePr>
            <p:xfrm>
              <a:off x="-5614471" y="4826111"/>
              <a:ext cx="4124768" cy="1341046"/>
            </p:xfrm>
            <a:graphic>
              <a:graphicData uri="http://schemas.openxmlformats.org/drawingml/2006/diagram">
                <dgm:relIds xmlns:dgm="http://schemas.openxmlformats.org/drawingml/2006/diagram" xmlns:r="http://schemas.openxmlformats.org/officeDocument/2006/relationships" r:dm="rId25" r:lo="rId26" r:qs="rId27" r:cs="rId28"/>
              </a:graphicData>
            </a:graphic>
          </p:graphicFrame>
        </mc:Fallback>
      </mc:AlternateContent>
      <mc:AlternateContent xmlns:mc="http://schemas.openxmlformats.org/markup-compatibility/2006" xmlns:a14="http://schemas.microsoft.com/office/drawing/2010/main">
        <mc:Choice Requires="a14">
          <p:graphicFrame>
            <p:nvGraphicFramePr>
              <p:cNvPr id="23" name="Diagram 22">
                <a:extLst>
                  <a:ext uri="{FF2B5EF4-FFF2-40B4-BE49-F238E27FC236}">
                    <a16:creationId xmlns:a16="http://schemas.microsoft.com/office/drawing/2014/main" id="{53B537BE-B146-C932-CF31-B80949BC4685}"/>
                  </a:ext>
                </a:extLst>
              </p:cNvPr>
              <p:cNvGraphicFramePr/>
              <p:nvPr>
                <p:extLst>
                  <p:ext uri="{D42A27DB-BD31-4B8C-83A1-F6EECF244321}">
                    <p14:modId xmlns:p14="http://schemas.microsoft.com/office/powerpoint/2010/main" val="2527845649"/>
                  </p:ext>
                </p:extLst>
              </p:nvPr>
            </p:nvGraphicFramePr>
            <p:xfrm>
              <a:off x="15662169" y="1279015"/>
              <a:ext cx="2763449" cy="2247423"/>
            </p:xfrm>
            <a:graphic>
              <a:graphicData uri="http://schemas.openxmlformats.org/drawingml/2006/diagram">
                <dgm:relIds xmlns:dgm="http://schemas.openxmlformats.org/drawingml/2006/diagram" xmlns:r="http://schemas.openxmlformats.org/officeDocument/2006/relationships" r:dm="rId29" r:lo="rId30" r:qs="rId31" r:cs="rId32"/>
              </a:graphicData>
            </a:graphic>
          </p:graphicFrame>
        </mc:Choice>
        <mc:Fallback xmlns="">
          <p:graphicFrame>
            <p:nvGraphicFramePr>
              <p:cNvPr id="23" name="Diagram 22">
                <a:extLst>
                  <a:ext uri="{FF2B5EF4-FFF2-40B4-BE49-F238E27FC236}">
                    <a16:creationId xmlns:a16="http://schemas.microsoft.com/office/drawing/2014/main" id="{53B537BE-B146-C932-CF31-B80949BC4685}"/>
                  </a:ext>
                </a:extLst>
              </p:cNvPr>
              <p:cNvGraphicFramePr/>
              <p:nvPr>
                <p:extLst>
                  <p:ext uri="{D42A27DB-BD31-4B8C-83A1-F6EECF244321}">
                    <p14:modId xmlns:p14="http://schemas.microsoft.com/office/powerpoint/2010/main" val="2527845649"/>
                  </p:ext>
                </p:extLst>
              </p:nvPr>
            </p:nvGraphicFramePr>
            <p:xfrm>
              <a:off x="15662169" y="1279015"/>
              <a:ext cx="2763449" cy="2247423"/>
            </p:xfrm>
            <a:graphic>
              <a:graphicData uri="http://schemas.openxmlformats.org/drawingml/2006/diagram">
                <dgm:relIds xmlns:dgm="http://schemas.openxmlformats.org/drawingml/2006/diagram" xmlns:r="http://schemas.openxmlformats.org/officeDocument/2006/relationships" r:dm="rId34" r:lo="rId35" r:qs="rId36" r:cs="rId37"/>
              </a:graphicData>
            </a:graphic>
          </p:graphicFrame>
        </mc:Fallback>
      </mc:AlternateContent>
    </p:spTree>
    <p:extLst>
      <p:ext uri="{BB962C8B-B14F-4D97-AF65-F5344CB8AC3E}">
        <p14:creationId xmlns:p14="http://schemas.microsoft.com/office/powerpoint/2010/main" val="24047801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0B7D9-D40C-5BDD-FCAF-731CF8567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23315-E51F-21C8-2B34-B4F45E7B7FB2}"/>
              </a:ext>
            </a:extLst>
          </p:cNvPr>
          <p:cNvSpPr>
            <a:spLocks noGrp="1"/>
          </p:cNvSpPr>
          <p:nvPr>
            <p:ph type="title"/>
          </p:nvPr>
        </p:nvSpPr>
        <p:spPr/>
        <p:txBody>
          <a:bodyPr/>
          <a:lstStyle/>
          <a:p>
            <a:r>
              <a:rPr lang="en-US" dirty="0"/>
              <a:t>CAMEA geometry study</a:t>
            </a:r>
          </a:p>
        </p:txBody>
      </p:sp>
      <p:sp>
        <p:nvSpPr>
          <p:cNvPr id="3" name="Date Placeholder 2">
            <a:extLst>
              <a:ext uri="{FF2B5EF4-FFF2-40B4-BE49-F238E27FC236}">
                <a16:creationId xmlns:a16="http://schemas.microsoft.com/office/drawing/2014/main" id="{8E7EC2C4-CFFF-E752-4858-6ADC8F0657FA}"/>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351CCFDD-284A-8AFA-2366-81A269A4AF97}"/>
              </a:ext>
            </a:extLst>
          </p:cNvPr>
          <p:cNvSpPr>
            <a:spLocks noGrp="1"/>
          </p:cNvSpPr>
          <p:nvPr>
            <p:ph type="sldNum" sz="quarter" idx="12"/>
          </p:nvPr>
        </p:nvSpPr>
        <p:spPr/>
        <p:txBody>
          <a:bodyPr/>
          <a:lstStyle/>
          <a:p>
            <a:fld id="{091A926C-488A-4E3E-9C21-57CAA120E114}" type="slidenum">
              <a:rPr lang="en-GB" smtClean="0"/>
              <a:t>44</a:t>
            </a:fld>
            <a:endParaRPr lang="en-GB" dirty="0"/>
          </a:p>
        </p:txBody>
      </p:sp>
      <p:graphicFrame>
        <p:nvGraphicFramePr>
          <p:cNvPr id="11" name="Diagram 10">
            <a:extLst>
              <a:ext uri="{FF2B5EF4-FFF2-40B4-BE49-F238E27FC236}">
                <a16:creationId xmlns:a16="http://schemas.microsoft.com/office/drawing/2014/main" id="{B35587ED-736E-7471-47C5-2FC57D39CBB8}"/>
              </a:ext>
            </a:extLst>
          </p:cNvPr>
          <p:cNvGraphicFramePr/>
          <p:nvPr>
            <p:extLst>
              <p:ext uri="{D42A27DB-BD31-4B8C-83A1-F6EECF244321}">
                <p14:modId xmlns:p14="http://schemas.microsoft.com/office/powerpoint/2010/main" val="3018111129"/>
              </p:ext>
            </p:extLst>
          </p:nvPr>
        </p:nvGraphicFramePr>
        <p:xfrm>
          <a:off x="588964" y="1485572"/>
          <a:ext cx="5712445" cy="30466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2" name="Content Placeholder 6">
            <a:extLst>
              <a:ext uri="{FF2B5EF4-FFF2-40B4-BE49-F238E27FC236}">
                <a16:creationId xmlns:a16="http://schemas.microsoft.com/office/drawing/2014/main" id="{DDE7C59D-DFB7-2308-C667-3F5CE7577CCE}"/>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5" name="Billede 13">
            <a:extLst>
              <a:ext uri="{FF2B5EF4-FFF2-40B4-BE49-F238E27FC236}">
                <a16:creationId xmlns:a16="http://schemas.microsoft.com/office/drawing/2014/main" id="{BE1C5912-F7C7-421B-817B-96510FCCBD52}"/>
              </a:ext>
            </a:extLst>
          </p:cNvPr>
          <p:cNvPicPr>
            <a:picLocks noChangeAspect="1"/>
          </p:cNvPicPr>
          <p:nvPr/>
        </p:nvPicPr>
        <p:blipFill>
          <a:blip r:embed="rId13"/>
          <a:stretch>
            <a:fillRect/>
          </a:stretch>
        </p:blipFill>
        <p:spPr>
          <a:xfrm>
            <a:off x="12688956" y="575660"/>
            <a:ext cx="6234246" cy="3368266"/>
          </a:xfrm>
          <a:prstGeom prst="rect">
            <a:avLst/>
          </a:prstGeom>
        </p:spPr>
      </p:pic>
    </p:spTree>
    <p:extLst>
      <p:ext uri="{BB962C8B-B14F-4D97-AF65-F5344CB8AC3E}">
        <p14:creationId xmlns:p14="http://schemas.microsoft.com/office/powerpoint/2010/main" val="19770332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46F18-752A-AF1C-7C07-0B6509E22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49D9F-BF45-4CB6-F1FF-D5006F4AF526}"/>
              </a:ext>
            </a:extLst>
          </p:cNvPr>
          <p:cNvSpPr>
            <a:spLocks noGrp="1"/>
          </p:cNvSpPr>
          <p:nvPr>
            <p:ph type="title"/>
          </p:nvPr>
        </p:nvSpPr>
        <p:spPr/>
        <p:txBody>
          <a:bodyPr/>
          <a:lstStyle/>
          <a:p>
            <a:r>
              <a:rPr lang="en-US" dirty="0"/>
              <a:t>CAMEA geometry study</a:t>
            </a:r>
          </a:p>
        </p:txBody>
      </p:sp>
      <p:sp>
        <p:nvSpPr>
          <p:cNvPr id="3" name="Date Placeholder 2">
            <a:extLst>
              <a:ext uri="{FF2B5EF4-FFF2-40B4-BE49-F238E27FC236}">
                <a16:creationId xmlns:a16="http://schemas.microsoft.com/office/drawing/2014/main" id="{E3233B41-29F9-8908-792E-4FEF13ABDFC1}"/>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6751F9B1-E2AB-803F-0E70-42B0F5443FC4}"/>
              </a:ext>
            </a:extLst>
          </p:cNvPr>
          <p:cNvSpPr>
            <a:spLocks noGrp="1"/>
          </p:cNvSpPr>
          <p:nvPr>
            <p:ph type="sldNum" sz="quarter" idx="12"/>
          </p:nvPr>
        </p:nvSpPr>
        <p:spPr/>
        <p:txBody>
          <a:bodyPr/>
          <a:lstStyle/>
          <a:p>
            <a:fld id="{091A926C-488A-4E3E-9C21-57CAA120E114}" type="slidenum">
              <a:rPr lang="en-GB" smtClean="0"/>
              <a:t>45</a:t>
            </a:fld>
            <a:endParaRPr lang="en-GB" dirty="0"/>
          </a:p>
        </p:txBody>
      </p:sp>
      <p:graphicFrame>
        <p:nvGraphicFramePr>
          <p:cNvPr id="11" name="Diagram 10">
            <a:extLst>
              <a:ext uri="{FF2B5EF4-FFF2-40B4-BE49-F238E27FC236}">
                <a16:creationId xmlns:a16="http://schemas.microsoft.com/office/drawing/2014/main" id="{7D55BA81-363D-10B8-17F3-B23990CC1E58}"/>
              </a:ext>
            </a:extLst>
          </p:cNvPr>
          <p:cNvGraphicFramePr/>
          <p:nvPr>
            <p:extLst>
              <p:ext uri="{D42A27DB-BD31-4B8C-83A1-F6EECF244321}">
                <p14:modId xmlns:p14="http://schemas.microsoft.com/office/powerpoint/2010/main" val="2992043336"/>
              </p:ext>
            </p:extLst>
          </p:nvPr>
        </p:nvGraphicFramePr>
        <p:xfrm>
          <a:off x="588965" y="1485572"/>
          <a:ext cx="4539626" cy="25695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Billede 13">
            <a:extLst>
              <a:ext uri="{FF2B5EF4-FFF2-40B4-BE49-F238E27FC236}">
                <a16:creationId xmlns:a16="http://schemas.microsoft.com/office/drawing/2014/main" id="{31774544-29DE-1338-C54B-4C5C344B7FBD}"/>
              </a:ext>
            </a:extLst>
          </p:cNvPr>
          <p:cNvPicPr>
            <a:picLocks noChangeAspect="1"/>
          </p:cNvPicPr>
          <p:nvPr/>
        </p:nvPicPr>
        <p:blipFill>
          <a:blip r:embed="rId8"/>
          <a:stretch>
            <a:fillRect/>
          </a:stretch>
        </p:blipFill>
        <p:spPr>
          <a:xfrm>
            <a:off x="5926667" y="448689"/>
            <a:ext cx="6234246" cy="3368266"/>
          </a:xfrm>
          <a:prstGeom prst="rect">
            <a:avLst/>
          </a:prstGeom>
        </p:spPr>
      </p:pic>
      <p:graphicFrame>
        <p:nvGraphicFramePr>
          <p:cNvPr id="12" name="Content Placeholder 6">
            <a:extLst>
              <a:ext uri="{FF2B5EF4-FFF2-40B4-BE49-F238E27FC236}">
                <a16:creationId xmlns:a16="http://schemas.microsoft.com/office/drawing/2014/main" id="{3940750F-721D-1A4D-D9B5-B98A58D5CFE5}"/>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6541678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4BCF6-A024-CCF1-9904-5E7F26408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4FDF27-1A44-430B-5A13-9F5AE081A75B}"/>
              </a:ext>
            </a:extLst>
          </p:cNvPr>
          <p:cNvSpPr>
            <a:spLocks noGrp="1"/>
          </p:cNvSpPr>
          <p:nvPr>
            <p:ph type="title"/>
          </p:nvPr>
        </p:nvSpPr>
        <p:spPr/>
        <p:txBody>
          <a:bodyPr/>
          <a:lstStyle/>
          <a:p>
            <a:r>
              <a:rPr lang="en-US" dirty="0"/>
              <a:t>CAMEA geometry study</a:t>
            </a:r>
          </a:p>
        </p:txBody>
      </p:sp>
      <p:sp>
        <p:nvSpPr>
          <p:cNvPr id="3" name="Date Placeholder 2">
            <a:extLst>
              <a:ext uri="{FF2B5EF4-FFF2-40B4-BE49-F238E27FC236}">
                <a16:creationId xmlns:a16="http://schemas.microsoft.com/office/drawing/2014/main" id="{27A406A6-75EF-9DF4-643E-26F467D3522A}"/>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7208C0BE-9C5C-67BD-2778-2E1CF8366359}"/>
              </a:ext>
            </a:extLst>
          </p:cNvPr>
          <p:cNvSpPr>
            <a:spLocks noGrp="1"/>
          </p:cNvSpPr>
          <p:nvPr>
            <p:ph type="sldNum" sz="quarter" idx="12"/>
          </p:nvPr>
        </p:nvSpPr>
        <p:spPr/>
        <p:txBody>
          <a:bodyPr/>
          <a:lstStyle/>
          <a:p>
            <a:fld id="{091A926C-488A-4E3E-9C21-57CAA120E114}" type="slidenum">
              <a:rPr lang="en-GB" smtClean="0"/>
              <a:t>46</a:t>
            </a:fld>
            <a:endParaRPr lang="en-GB" dirty="0"/>
          </a:p>
        </p:txBody>
      </p:sp>
      <mc:AlternateContent xmlns:mc="http://schemas.openxmlformats.org/markup-compatibility/2006">
        <mc:Choice xmlns:a14="http://schemas.microsoft.com/office/drawing/2010/main" Requires="a14">
          <p:graphicFrame>
            <p:nvGraphicFramePr>
              <p:cNvPr id="11" name="Diagram 10">
                <a:extLst>
                  <a:ext uri="{FF2B5EF4-FFF2-40B4-BE49-F238E27FC236}">
                    <a16:creationId xmlns:a16="http://schemas.microsoft.com/office/drawing/2014/main" id="{BA82FF35-3E20-B267-5ED9-AB4DF6ECA2A8}"/>
                  </a:ext>
                </a:extLst>
              </p:cNvPr>
              <p:cNvGraphicFramePr/>
              <p:nvPr>
                <p:extLst>
                  <p:ext uri="{D42A27DB-BD31-4B8C-83A1-F6EECF244321}">
                    <p14:modId xmlns:p14="http://schemas.microsoft.com/office/powerpoint/2010/main" val="2172127480"/>
                  </p:ext>
                </p:extLst>
              </p:nvPr>
            </p:nvGraphicFramePr>
            <p:xfrm>
              <a:off x="588965" y="1485572"/>
              <a:ext cx="3227661" cy="35067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p:graphicFrame>
            <p:nvGraphicFramePr>
              <p:cNvPr id="11" name="Diagram 10">
                <a:extLst>
                  <a:ext uri="{FF2B5EF4-FFF2-40B4-BE49-F238E27FC236}">
                    <a16:creationId xmlns:a16="http://schemas.microsoft.com/office/drawing/2014/main" id="{BA82FF35-3E20-B267-5ED9-AB4DF6ECA2A8}"/>
                  </a:ext>
                </a:extLst>
              </p:cNvPr>
              <p:cNvGraphicFramePr/>
              <p:nvPr>
                <p:extLst>
                  <p:ext uri="{D42A27DB-BD31-4B8C-83A1-F6EECF244321}">
                    <p14:modId xmlns:p14="http://schemas.microsoft.com/office/powerpoint/2010/main" val="2172127480"/>
                  </p:ext>
                </p:extLst>
              </p:nvPr>
            </p:nvGraphicFramePr>
            <p:xfrm>
              <a:off x="588965" y="1485572"/>
              <a:ext cx="3227661" cy="3506739"/>
            </p:xfrm>
            <a:graphic>
              <a:graphicData uri="http://schemas.openxmlformats.org/drawingml/2006/diagram">
                <dgm:relIds xmlns:dgm="http://schemas.openxmlformats.org/drawingml/2006/diagram" xmlns:r="http://schemas.openxmlformats.org/officeDocument/2006/relationships" r:dm="rId8" r:lo="rId4" r:qs="rId5" r:cs="rId6"/>
              </a:graphicData>
            </a:graphic>
          </p:graphicFrame>
        </mc:Fallback>
      </mc:AlternateContent>
      <p:pic>
        <p:nvPicPr>
          <p:cNvPr id="9" name="Billede 13">
            <a:extLst>
              <a:ext uri="{FF2B5EF4-FFF2-40B4-BE49-F238E27FC236}">
                <a16:creationId xmlns:a16="http://schemas.microsoft.com/office/drawing/2014/main" id="{A190A080-6D92-6AC5-668F-8428E01D5E00}"/>
              </a:ext>
            </a:extLst>
          </p:cNvPr>
          <p:cNvPicPr>
            <a:picLocks noChangeAspect="1"/>
          </p:cNvPicPr>
          <p:nvPr/>
        </p:nvPicPr>
        <p:blipFill>
          <a:blip r:embed="rId9"/>
          <a:stretch>
            <a:fillRect/>
          </a:stretch>
        </p:blipFill>
        <p:spPr>
          <a:xfrm>
            <a:off x="5926667" y="448689"/>
            <a:ext cx="6234246" cy="3368266"/>
          </a:xfrm>
          <a:prstGeom prst="rect">
            <a:avLst/>
          </a:prstGeom>
        </p:spPr>
      </p:pic>
      <p:graphicFrame>
        <p:nvGraphicFramePr>
          <p:cNvPr id="12" name="Content Placeholder 6">
            <a:extLst>
              <a:ext uri="{FF2B5EF4-FFF2-40B4-BE49-F238E27FC236}">
                <a16:creationId xmlns:a16="http://schemas.microsoft.com/office/drawing/2014/main" id="{A0B4FD01-E824-09B5-C5E6-2FD5A1A5B0CE}"/>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5" name="Pladsholder til indhold 9">
            <a:extLst>
              <a:ext uri="{FF2B5EF4-FFF2-40B4-BE49-F238E27FC236}">
                <a16:creationId xmlns:a16="http://schemas.microsoft.com/office/drawing/2014/main" id="{B2E1BA15-3467-5A11-7BC4-7A49BED6A4A9}"/>
              </a:ext>
            </a:extLst>
          </p:cNvPr>
          <p:cNvPicPr>
            <a:picLocks noChangeAspect="1"/>
          </p:cNvPicPr>
          <p:nvPr/>
        </p:nvPicPr>
        <p:blipFill>
          <a:blip r:embed="rId15"/>
          <a:stretch>
            <a:fillRect/>
          </a:stretch>
        </p:blipFill>
        <p:spPr>
          <a:xfrm>
            <a:off x="5926667" y="7054636"/>
            <a:ext cx="6234246" cy="2529713"/>
          </a:xfrm>
          <a:prstGeom prst="rect">
            <a:avLst/>
          </a:prstGeom>
        </p:spPr>
      </p:pic>
    </p:spTree>
    <p:extLst>
      <p:ext uri="{BB962C8B-B14F-4D97-AF65-F5344CB8AC3E}">
        <p14:creationId xmlns:p14="http://schemas.microsoft.com/office/powerpoint/2010/main" val="849239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75228-97C3-FFF3-27F9-A9C45C45D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E0C58-0265-66CA-3CF4-7E7652B77216}"/>
              </a:ext>
            </a:extLst>
          </p:cNvPr>
          <p:cNvSpPr>
            <a:spLocks noGrp="1"/>
          </p:cNvSpPr>
          <p:nvPr>
            <p:ph type="title"/>
          </p:nvPr>
        </p:nvSpPr>
        <p:spPr/>
        <p:txBody>
          <a:bodyPr/>
          <a:lstStyle/>
          <a:p>
            <a:r>
              <a:rPr lang="en-US" dirty="0"/>
              <a:t>CAMEA geometry study</a:t>
            </a:r>
          </a:p>
        </p:txBody>
      </p:sp>
      <p:sp>
        <p:nvSpPr>
          <p:cNvPr id="3" name="Date Placeholder 2">
            <a:extLst>
              <a:ext uri="{FF2B5EF4-FFF2-40B4-BE49-F238E27FC236}">
                <a16:creationId xmlns:a16="http://schemas.microsoft.com/office/drawing/2014/main" id="{4D86AE34-529C-F548-2482-B5D57534F415}"/>
              </a:ext>
            </a:extLst>
          </p:cNvPr>
          <p:cNvSpPr>
            <a:spLocks noGrp="1"/>
          </p:cNvSpPr>
          <p:nvPr>
            <p:ph type="dt" sz="half" idx="10"/>
          </p:nvPr>
        </p:nvSpPr>
        <p:spPr/>
        <p:txBody>
          <a:bodyPr/>
          <a:lstStyle/>
          <a:p>
            <a:fld id="{CA98901C-AD74-491C-9322-C106FC5C099A}" type="datetime1">
              <a:rPr lang="en-GB" smtClean="0"/>
              <a:t>28/06/2026</a:t>
            </a:fld>
            <a:endParaRPr lang="en-GB" dirty="0"/>
          </a:p>
        </p:txBody>
      </p:sp>
      <p:sp>
        <p:nvSpPr>
          <p:cNvPr id="4" name="Slide Number Placeholder 3">
            <a:extLst>
              <a:ext uri="{FF2B5EF4-FFF2-40B4-BE49-F238E27FC236}">
                <a16:creationId xmlns:a16="http://schemas.microsoft.com/office/drawing/2014/main" id="{55C34B8E-D538-ADA1-4C3E-08A16F71F1E8}"/>
              </a:ext>
            </a:extLst>
          </p:cNvPr>
          <p:cNvSpPr>
            <a:spLocks noGrp="1"/>
          </p:cNvSpPr>
          <p:nvPr>
            <p:ph type="sldNum" sz="quarter" idx="12"/>
          </p:nvPr>
        </p:nvSpPr>
        <p:spPr/>
        <p:txBody>
          <a:bodyPr/>
          <a:lstStyle/>
          <a:p>
            <a:fld id="{091A926C-488A-4E3E-9C21-57CAA120E114}" type="slidenum">
              <a:rPr lang="en-GB" smtClean="0"/>
              <a:t>47</a:t>
            </a:fld>
            <a:endParaRPr lang="en-GB" dirty="0"/>
          </a:p>
        </p:txBody>
      </p:sp>
      <p:pic>
        <p:nvPicPr>
          <p:cNvPr id="7" name="Pladsholder til indhold 9">
            <a:extLst>
              <a:ext uri="{FF2B5EF4-FFF2-40B4-BE49-F238E27FC236}">
                <a16:creationId xmlns:a16="http://schemas.microsoft.com/office/drawing/2014/main" id="{A72E9631-A648-0E0C-68C0-13DB4CECBBC8}"/>
              </a:ext>
            </a:extLst>
          </p:cNvPr>
          <p:cNvPicPr>
            <a:picLocks noChangeAspect="1"/>
          </p:cNvPicPr>
          <p:nvPr/>
        </p:nvPicPr>
        <p:blipFill>
          <a:blip r:embed="rId3"/>
          <a:stretch>
            <a:fillRect/>
          </a:stretch>
        </p:blipFill>
        <p:spPr>
          <a:xfrm>
            <a:off x="5926667" y="3879598"/>
            <a:ext cx="6234246" cy="2529713"/>
          </a:xfrm>
          <a:prstGeom prst="rect">
            <a:avLst/>
          </a:prstGeom>
        </p:spPr>
      </p:pic>
      <p:pic>
        <p:nvPicPr>
          <p:cNvPr id="9" name="Billede 13">
            <a:extLst>
              <a:ext uri="{FF2B5EF4-FFF2-40B4-BE49-F238E27FC236}">
                <a16:creationId xmlns:a16="http://schemas.microsoft.com/office/drawing/2014/main" id="{A4A914F8-C882-7776-E69C-0DD0206CC024}"/>
              </a:ext>
            </a:extLst>
          </p:cNvPr>
          <p:cNvPicPr>
            <a:picLocks noChangeAspect="1"/>
          </p:cNvPicPr>
          <p:nvPr/>
        </p:nvPicPr>
        <p:blipFill>
          <a:blip r:embed="rId4"/>
          <a:stretch>
            <a:fillRect/>
          </a:stretch>
        </p:blipFill>
        <p:spPr>
          <a:xfrm>
            <a:off x="5926667" y="448689"/>
            <a:ext cx="6234246" cy="3368266"/>
          </a:xfrm>
          <a:prstGeom prst="rect">
            <a:avLst/>
          </a:prstGeom>
        </p:spPr>
      </p:pic>
      <p:graphicFrame>
        <p:nvGraphicFramePr>
          <p:cNvPr id="12" name="Content Placeholder 6">
            <a:extLst>
              <a:ext uri="{FF2B5EF4-FFF2-40B4-BE49-F238E27FC236}">
                <a16:creationId xmlns:a16="http://schemas.microsoft.com/office/drawing/2014/main" id="{011C6B5B-0984-9184-EEC4-5B4F164C836E}"/>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mc:AlternateContent xmlns:mc="http://schemas.openxmlformats.org/markup-compatibility/2006">
        <mc:Choice xmlns:a14="http://schemas.microsoft.com/office/drawing/2010/main" Requires="a14">
          <p:graphicFrame>
            <p:nvGraphicFramePr>
              <p:cNvPr id="6" name="Diagram 5">
                <a:extLst>
                  <a:ext uri="{FF2B5EF4-FFF2-40B4-BE49-F238E27FC236}">
                    <a16:creationId xmlns:a16="http://schemas.microsoft.com/office/drawing/2014/main" id="{AA55B7AE-53A8-6267-EDD0-A846B3C223E6}"/>
                  </a:ext>
                </a:extLst>
              </p:cNvPr>
              <p:cNvGraphicFramePr/>
              <p:nvPr>
                <p:extLst>
                  <p:ext uri="{D42A27DB-BD31-4B8C-83A1-F6EECF244321}">
                    <p14:modId xmlns:p14="http://schemas.microsoft.com/office/powerpoint/2010/main" val="2932027125"/>
                  </p:ext>
                </p:extLst>
              </p:nvPr>
            </p:nvGraphicFramePr>
            <p:xfrm>
              <a:off x="588965" y="1485572"/>
              <a:ext cx="3227661" cy="3506739"/>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mc:Choice>
        <mc:Fallback>
          <p:graphicFrame>
            <p:nvGraphicFramePr>
              <p:cNvPr id="6" name="Diagram 5">
                <a:extLst>
                  <a:ext uri="{FF2B5EF4-FFF2-40B4-BE49-F238E27FC236}">
                    <a16:creationId xmlns:a16="http://schemas.microsoft.com/office/drawing/2014/main" id="{AA55B7AE-53A8-6267-EDD0-A846B3C223E6}"/>
                  </a:ext>
                </a:extLst>
              </p:cNvPr>
              <p:cNvGraphicFramePr/>
              <p:nvPr>
                <p:extLst>
                  <p:ext uri="{D42A27DB-BD31-4B8C-83A1-F6EECF244321}">
                    <p14:modId xmlns:p14="http://schemas.microsoft.com/office/powerpoint/2010/main" val="2932027125"/>
                  </p:ext>
                </p:extLst>
              </p:nvPr>
            </p:nvGraphicFramePr>
            <p:xfrm>
              <a:off x="588965" y="1485572"/>
              <a:ext cx="3227661" cy="3506739"/>
            </p:xfrm>
            <a:graphic>
              <a:graphicData uri="http://schemas.openxmlformats.org/drawingml/2006/diagram">
                <dgm:relIds xmlns:dgm="http://schemas.openxmlformats.org/drawingml/2006/diagram" xmlns:r="http://schemas.openxmlformats.org/officeDocument/2006/relationships" r:dm="rId15" r:lo="rId11" r:qs="rId12" r:cs="rId13"/>
              </a:graphicData>
            </a:graphic>
          </p:graphicFrame>
        </mc:Fallback>
      </mc:AlternateContent>
    </p:spTree>
    <p:extLst>
      <p:ext uri="{BB962C8B-B14F-4D97-AF65-F5344CB8AC3E}">
        <p14:creationId xmlns:p14="http://schemas.microsoft.com/office/powerpoint/2010/main" val="1186419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8589C-C507-8BAD-AF91-315C4DB10B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BBC74CF-8E00-84D1-FE4D-B813910B573A}"/>
              </a:ext>
            </a:extLst>
          </p:cNvPr>
          <p:cNvSpPr>
            <a:spLocks noGrp="1"/>
          </p:cNvSpPr>
          <p:nvPr>
            <p:ph type="title"/>
          </p:nvPr>
        </p:nvSpPr>
        <p:spPr>
          <a:xfrm>
            <a:off x="588963" y="620714"/>
            <a:ext cx="11012488" cy="863599"/>
          </a:xfrm>
        </p:spPr>
        <p:txBody>
          <a:bodyPr anchor="t">
            <a:normAutofit/>
          </a:bodyPr>
          <a:lstStyle/>
          <a:p>
            <a:r>
              <a:rPr lang="en-US" noProof="1"/>
              <a:t>Optimization method</a:t>
            </a:r>
          </a:p>
        </p:txBody>
      </p:sp>
      <p:sp>
        <p:nvSpPr>
          <p:cNvPr id="5" name="Pladsholder til dato 4">
            <a:extLst>
              <a:ext uri="{FF2B5EF4-FFF2-40B4-BE49-F238E27FC236}">
                <a16:creationId xmlns:a16="http://schemas.microsoft.com/office/drawing/2014/main" id="{473BBD2C-B3C1-D2E7-D5F6-A84466ED175A}"/>
              </a:ext>
            </a:extLst>
          </p:cNvPr>
          <p:cNvSpPr>
            <a:spLocks noGrp="1"/>
          </p:cNvSpPr>
          <p:nvPr>
            <p:ph type="dt" sz="half" idx="10"/>
          </p:nvPr>
        </p:nvSpPr>
        <p:spPr>
          <a:xfrm>
            <a:off x="10329111" y="85745"/>
            <a:ext cx="814976" cy="176797"/>
          </a:xfrm>
        </p:spPr>
        <p:txBody>
          <a:bodyPr anchor="b">
            <a:normAutofit/>
          </a:bodyPr>
          <a:lstStyle/>
          <a:p>
            <a:pPr>
              <a:spcAft>
                <a:spcPts val="600"/>
              </a:spcAft>
            </a:pPr>
            <a:fld id="{2FC8E691-BE0D-4934-9C30-12FC42105A2C}" type="datetime1">
              <a:rPr lang="en-GB" smtClean="0"/>
              <a:pPr>
                <a:spcAft>
                  <a:spcPts val="600"/>
                </a:spcAft>
              </a:pPr>
              <a:t>28/06/2026</a:t>
            </a:fld>
            <a:endParaRPr lang="en-GB"/>
          </a:p>
        </p:txBody>
      </p:sp>
      <p:sp>
        <p:nvSpPr>
          <p:cNvPr id="6" name="Pladsholder til slidenummer 5">
            <a:extLst>
              <a:ext uri="{FF2B5EF4-FFF2-40B4-BE49-F238E27FC236}">
                <a16:creationId xmlns:a16="http://schemas.microsoft.com/office/drawing/2014/main" id="{581F3818-62F9-D07C-3395-2533DFE1AA04}"/>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48</a:t>
            </a:fld>
            <a:endParaRPr lang="en-GB"/>
          </a:p>
        </p:txBody>
      </p:sp>
      <p:graphicFrame>
        <p:nvGraphicFramePr>
          <p:cNvPr id="3" name="Content Placeholder 6">
            <a:extLst>
              <a:ext uri="{FF2B5EF4-FFF2-40B4-BE49-F238E27FC236}">
                <a16:creationId xmlns:a16="http://schemas.microsoft.com/office/drawing/2014/main" id="{EE1D0889-B357-7C28-2B26-AD998ABFD19A}"/>
              </a:ext>
            </a:extLst>
          </p:cNvPr>
          <p:cNvGraphicFramePr>
            <a:graphicFrameLocks/>
          </p:cNvGraphicFramePr>
          <p:nvPr>
            <p:extLst>
              <p:ext uri="{D42A27DB-BD31-4B8C-83A1-F6EECF244321}">
                <p14:modId xmlns:p14="http://schemas.microsoft.com/office/powerpoint/2010/main" val="98853851"/>
              </p:ext>
            </p:extLst>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ontent Placeholder 6">
            <a:extLst>
              <a:ext uri="{FF2B5EF4-FFF2-40B4-BE49-F238E27FC236}">
                <a16:creationId xmlns:a16="http://schemas.microsoft.com/office/drawing/2014/main" id="{221DCBCC-2D68-9E5E-2B70-E9748EE6F207}"/>
              </a:ext>
            </a:extLst>
          </p:cNvPr>
          <p:cNvSpPr>
            <a:spLocks noGrp="1"/>
          </p:cNvSpPr>
          <p:nvPr>
            <p:ph idx="1"/>
          </p:nvPr>
        </p:nvSpPr>
        <p:spPr/>
        <p:txBody>
          <a:bodyPr/>
          <a:lstStyle/>
          <a:p>
            <a:endParaRPr lang="en-US" dirty="0"/>
          </a:p>
        </p:txBody>
      </p:sp>
      <p:pic>
        <p:nvPicPr>
          <p:cNvPr id="9" name="Pladsholder til indhold 9">
            <a:extLst>
              <a:ext uri="{FF2B5EF4-FFF2-40B4-BE49-F238E27FC236}">
                <a16:creationId xmlns:a16="http://schemas.microsoft.com/office/drawing/2014/main" id="{D413B525-B631-6AE4-2731-02BB08A36318}"/>
              </a:ext>
            </a:extLst>
          </p:cNvPr>
          <p:cNvPicPr>
            <a:picLocks noChangeAspect="1"/>
          </p:cNvPicPr>
          <p:nvPr/>
        </p:nvPicPr>
        <p:blipFill>
          <a:blip r:embed="rId7"/>
          <a:stretch>
            <a:fillRect/>
          </a:stretch>
        </p:blipFill>
        <p:spPr>
          <a:xfrm>
            <a:off x="12963571" y="3772662"/>
            <a:ext cx="6234246" cy="2529713"/>
          </a:xfrm>
          <a:prstGeom prst="rect">
            <a:avLst/>
          </a:prstGeom>
        </p:spPr>
      </p:pic>
      <p:pic>
        <p:nvPicPr>
          <p:cNvPr id="10" name="Billede 13">
            <a:extLst>
              <a:ext uri="{FF2B5EF4-FFF2-40B4-BE49-F238E27FC236}">
                <a16:creationId xmlns:a16="http://schemas.microsoft.com/office/drawing/2014/main" id="{3A823DC5-4FFE-E786-41B5-A140F299758F}"/>
              </a:ext>
            </a:extLst>
          </p:cNvPr>
          <p:cNvPicPr>
            <a:picLocks noChangeAspect="1"/>
          </p:cNvPicPr>
          <p:nvPr/>
        </p:nvPicPr>
        <p:blipFill>
          <a:blip r:embed="rId8"/>
          <a:stretch>
            <a:fillRect/>
          </a:stretch>
        </p:blipFill>
        <p:spPr>
          <a:xfrm>
            <a:off x="12963571" y="341753"/>
            <a:ext cx="6234246" cy="3368266"/>
          </a:xfrm>
          <a:prstGeom prst="rect">
            <a:avLst/>
          </a:prstGeom>
        </p:spPr>
      </p:pic>
      <mc:AlternateContent xmlns:mc="http://schemas.openxmlformats.org/markup-compatibility/2006">
        <mc:Choice xmlns:a14="http://schemas.microsoft.com/office/drawing/2010/main" Requires="a14">
          <p:graphicFrame>
            <p:nvGraphicFramePr>
              <p:cNvPr id="4" name="Diagram 3">
                <a:extLst>
                  <a:ext uri="{FF2B5EF4-FFF2-40B4-BE49-F238E27FC236}">
                    <a16:creationId xmlns:a16="http://schemas.microsoft.com/office/drawing/2014/main" id="{85605A85-83DE-10DE-8C3F-66CE53C89A34}"/>
                  </a:ext>
                </a:extLst>
              </p:cNvPr>
              <p:cNvGraphicFramePr/>
              <p:nvPr>
                <p:extLst>
                  <p:ext uri="{D42A27DB-BD31-4B8C-83A1-F6EECF244321}">
                    <p14:modId xmlns:p14="http://schemas.microsoft.com/office/powerpoint/2010/main" val="540723816"/>
                  </p:ext>
                </p:extLst>
              </p:nvPr>
            </p:nvGraphicFramePr>
            <p:xfrm>
              <a:off x="-3319758" y="2019292"/>
              <a:ext cx="3227661" cy="350673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Choice>
        <mc:Fallback>
          <p:graphicFrame>
            <p:nvGraphicFramePr>
              <p:cNvPr id="4" name="Diagram 3">
                <a:extLst>
                  <a:ext uri="{FF2B5EF4-FFF2-40B4-BE49-F238E27FC236}">
                    <a16:creationId xmlns:a16="http://schemas.microsoft.com/office/drawing/2014/main" id="{85605A85-83DE-10DE-8C3F-66CE53C89A34}"/>
                  </a:ext>
                </a:extLst>
              </p:cNvPr>
              <p:cNvGraphicFramePr/>
              <p:nvPr>
                <p:extLst>
                  <p:ext uri="{D42A27DB-BD31-4B8C-83A1-F6EECF244321}">
                    <p14:modId xmlns:p14="http://schemas.microsoft.com/office/powerpoint/2010/main" val="540723816"/>
                  </p:ext>
                </p:extLst>
              </p:nvPr>
            </p:nvGraphicFramePr>
            <p:xfrm>
              <a:off x="-3319758" y="2019292"/>
              <a:ext cx="3227661" cy="3506739"/>
            </p:xfrm>
            <a:graphic>
              <a:graphicData uri="http://schemas.openxmlformats.org/drawingml/2006/diagram">
                <dgm:relIds xmlns:dgm="http://schemas.openxmlformats.org/drawingml/2006/diagram" xmlns:r="http://schemas.openxmlformats.org/officeDocument/2006/relationships" r:dm="rId14" r:lo="rId10" r:qs="rId11" r:cs="rId12"/>
              </a:graphicData>
            </a:graphic>
          </p:graphicFrame>
        </mc:Fallback>
      </mc:AlternateContent>
    </p:spTree>
    <p:extLst>
      <p:ext uri="{BB962C8B-B14F-4D97-AF65-F5344CB8AC3E}">
        <p14:creationId xmlns:p14="http://schemas.microsoft.com/office/powerpoint/2010/main" val="2728710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D2120-C7E6-6C90-CC86-18B5EACDD2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AAF87CD-E240-3C39-AB52-41E6A44193B2}"/>
              </a:ext>
            </a:extLst>
          </p:cNvPr>
          <p:cNvSpPr>
            <a:spLocks noGrp="1"/>
          </p:cNvSpPr>
          <p:nvPr>
            <p:ph type="title"/>
          </p:nvPr>
        </p:nvSpPr>
        <p:spPr>
          <a:xfrm>
            <a:off x="588963" y="620714"/>
            <a:ext cx="11012488" cy="863599"/>
          </a:xfrm>
        </p:spPr>
        <p:txBody>
          <a:bodyPr anchor="t">
            <a:normAutofit/>
          </a:bodyPr>
          <a:lstStyle/>
          <a:p>
            <a:r>
              <a:rPr lang="en-US" noProof="1"/>
              <a:t>Optimization method</a:t>
            </a:r>
          </a:p>
        </p:txBody>
      </p:sp>
      <p:pic>
        <p:nvPicPr>
          <p:cNvPr id="8" name="Pladsholder til indhold 7">
            <a:extLst>
              <a:ext uri="{FF2B5EF4-FFF2-40B4-BE49-F238E27FC236}">
                <a16:creationId xmlns:a16="http://schemas.microsoft.com/office/drawing/2014/main" id="{53C97BC2-6916-4E71-E0D4-10341094AF8B}"/>
              </a:ext>
            </a:extLst>
          </p:cNvPr>
          <p:cNvPicPr>
            <a:picLocks noGrp="1" noChangeAspect="1"/>
          </p:cNvPicPr>
          <p:nvPr>
            <p:ph idx="1"/>
          </p:nvPr>
        </p:nvPicPr>
        <p:blipFill>
          <a:blip r:embed="rId3"/>
          <a:stretch>
            <a:fillRect/>
          </a:stretch>
        </p:blipFill>
        <p:spPr>
          <a:xfrm>
            <a:off x="814303" y="1628775"/>
            <a:ext cx="10561807" cy="4673600"/>
          </a:xfrm>
          <a:prstGeom prst="rect">
            <a:avLst/>
          </a:prstGeom>
          <a:noFill/>
        </p:spPr>
      </p:pic>
      <p:sp>
        <p:nvSpPr>
          <p:cNvPr id="5" name="Pladsholder til dato 4">
            <a:extLst>
              <a:ext uri="{FF2B5EF4-FFF2-40B4-BE49-F238E27FC236}">
                <a16:creationId xmlns:a16="http://schemas.microsoft.com/office/drawing/2014/main" id="{6EA052F1-4897-369A-4745-741D1501FF82}"/>
              </a:ext>
            </a:extLst>
          </p:cNvPr>
          <p:cNvSpPr>
            <a:spLocks noGrp="1"/>
          </p:cNvSpPr>
          <p:nvPr>
            <p:ph type="dt" sz="half" idx="10"/>
          </p:nvPr>
        </p:nvSpPr>
        <p:spPr>
          <a:xfrm>
            <a:off x="10329111" y="85745"/>
            <a:ext cx="814976" cy="176797"/>
          </a:xfrm>
        </p:spPr>
        <p:txBody>
          <a:bodyPr anchor="b">
            <a:normAutofit/>
          </a:bodyPr>
          <a:lstStyle/>
          <a:p>
            <a:pPr>
              <a:spcAft>
                <a:spcPts val="600"/>
              </a:spcAft>
            </a:pPr>
            <a:fld id="{2FC8E691-BE0D-4934-9C30-12FC42105A2C}" type="datetime1">
              <a:rPr lang="en-GB" smtClean="0"/>
              <a:pPr>
                <a:spcAft>
                  <a:spcPts val="600"/>
                </a:spcAft>
              </a:pPr>
              <a:t>24/06/2026</a:t>
            </a:fld>
            <a:endParaRPr lang="en-GB"/>
          </a:p>
        </p:txBody>
      </p:sp>
      <p:sp>
        <p:nvSpPr>
          <p:cNvPr id="6" name="Pladsholder til slidenummer 5">
            <a:extLst>
              <a:ext uri="{FF2B5EF4-FFF2-40B4-BE49-F238E27FC236}">
                <a16:creationId xmlns:a16="http://schemas.microsoft.com/office/drawing/2014/main" id="{3A43AF85-6DA5-15D9-288F-F176E50835C1}"/>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49</a:t>
            </a:fld>
            <a:endParaRPr lang="en-GB"/>
          </a:p>
        </p:txBody>
      </p:sp>
      <p:graphicFrame>
        <p:nvGraphicFramePr>
          <p:cNvPr id="3" name="Content Placeholder 6">
            <a:extLst>
              <a:ext uri="{FF2B5EF4-FFF2-40B4-BE49-F238E27FC236}">
                <a16:creationId xmlns:a16="http://schemas.microsoft.com/office/drawing/2014/main" id="{C3C265FF-C571-F2EB-2D2D-2BA1EFF68A23}"/>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209CA403-97D1-6EF5-7BF0-81510885C42D}"/>
              </a:ext>
            </a:extLst>
          </p:cNvPr>
          <p:cNvSpPr txBox="1"/>
          <p:nvPr/>
        </p:nvSpPr>
        <p:spPr>
          <a:xfrm>
            <a:off x="928254" y="6302375"/>
            <a:ext cx="5278583" cy="169277"/>
          </a:xfrm>
          <a:prstGeom prst="rect">
            <a:avLst/>
          </a:prstGeom>
        </p:spPr>
        <p:txBody>
          <a:bodyPr vert="horz" wrap="square" lIns="0" tIns="0" rIns="0" bIns="0" rtlCol="0" anchor="t" anchorCtr="0">
            <a:spAutoFit/>
          </a:bodyPr>
          <a:lstStyle/>
          <a:p>
            <a:pPr>
              <a:spcBef>
                <a:spcPct val="0"/>
              </a:spcBef>
            </a:pPr>
            <a:r>
              <a:rPr lang="en-US" sz="1100" dirty="0">
                <a:solidFill>
                  <a:schemeClr val="tx2"/>
                </a:solidFill>
              </a:rPr>
              <a:t>Figure from Scott D. Sudhoff. Lecture 9: Multi-Objective Optimization </a:t>
            </a:r>
            <a:endParaRPr lang="en-US" sz="1100" b="0" dirty="0">
              <a:solidFill>
                <a:schemeClr val="tx2"/>
              </a:solidFill>
              <a:latin typeface="+mn-lt"/>
            </a:endParaRPr>
          </a:p>
        </p:txBody>
      </p:sp>
    </p:spTree>
    <p:extLst>
      <p:ext uri="{BB962C8B-B14F-4D97-AF65-F5344CB8AC3E}">
        <p14:creationId xmlns:p14="http://schemas.microsoft.com/office/powerpoint/2010/main" val="42906293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53439-B950-0B62-8662-1993CCC22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EA695-ECB0-9B91-9CC8-5B6D65BE5F3F}"/>
              </a:ext>
            </a:extLst>
          </p:cNvPr>
          <p:cNvSpPr>
            <a:spLocks noGrp="1"/>
          </p:cNvSpPr>
          <p:nvPr>
            <p:ph type="title"/>
          </p:nvPr>
        </p:nvSpPr>
        <p:spPr/>
        <p:txBody>
          <a:bodyPr/>
          <a:lstStyle/>
          <a:p>
            <a:r>
              <a:rPr lang="en-US" dirty="0"/>
              <a:t>Optimization results</a:t>
            </a:r>
          </a:p>
        </p:txBody>
      </p:sp>
      <p:sp>
        <p:nvSpPr>
          <p:cNvPr id="3" name="Date Placeholder 2">
            <a:extLst>
              <a:ext uri="{FF2B5EF4-FFF2-40B4-BE49-F238E27FC236}">
                <a16:creationId xmlns:a16="http://schemas.microsoft.com/office/drawing/2014/main" id="{440E20E5-2C87-D41C-9C8B-AC69BBDC2A64}"/>
              </a:ext>
            </a:extLst>
          </p:cNvPr>
          <p:cNvSpPr>
            <a:spLocks noGrp="1"/>
          </p:cNvSpPr>
          <p:nvPr>
            <p:ph type="dt" sz="half" idx="10"/>
          </p:nvPr>
        </p:nvSpPr>
        <p:spPr/>
        <p:txBody>
          <a:bodyPr/>
          <a:lstStyle/>
          <a:p>
            <a:fld id="{CA98901C-AD74-491C-9322-C106FC5C099A}" type="datetime1">
              <a:rPr lang="en-GB" smtClean="0"/>
              <a:t>28/06/2026</a:t>
            </a:fld>
            <a:endParaRPr lang="en-GB" dirty="0"/>
          </a:p>
        </p:txBody>
      </p:sp>
      <p:sp>
        <p:nvSpPr>
          <p:cNvPr id="4" name="Slide Number Placeholder 3">
            <a:extLst>
              <a:ext uri="{FF2B5EF4-FFF2-40B4-BE49-F238E27FC236}">
                <a16:creationId xmlns:a16="http://schemas.microsoft.com/office/drawing/2014/main" id="{86688230-FED7-87FE-76E6-C217BA86A3E2}"/>
              </a:ext>
            </a:extLst>
          </p:cNvPr>
          <p:cNvSpPr>
            <a:spLocks noGrp="1"/>
          </p:cNvSpPr>
          <p:nvPr>
            <p:ph type="sldNum" sz="quarter" idx="12"/>
          </p:nvPr>
        </p:nvSpPr>
        <p:spPr/>
        <p:txBody>
          <a:bodyPr/>
          <a:lstStyle/>
          <a:p>
            <a:fld id="{091A926C-488A-4E3E-9C21-57CAA120E114}" type="slidenum">
              <a:rPr lang="en-GB" smtClean="0"/>
              <a:t>50</a:t>
            </a:fld>
            <a:endParaRPr lang="en-GB" dirty="0"/>
          </a:p>
        </p:txBody>
      </p:sp>
      <p:pic>
        <p:nvPicPr>
          <p:cNvPr id="11" name="Billede 6">
            <a:extLst>
              <a:ext uri="{FF2B5EF4-FFF2-40B4-BE49-F238E27FC236}">
                <a16:creationId xmlns:a16="http://schemas.microsoft.com/office/drawing/2014/main" id="{EBCCBD76-CE5B-3229-F793-C90291F9B938}"/>
              </a:ext>
            </a:extLst>
          </p:cNvPr>
          <p:cNvPicPr>
            <a:picLocks noChangeAspect="1"/>
          </p:cNvPicPr>
          <p:nvPr/>
        </p:nvPicPr>
        <p:blipFill>
          <a:blip r:embed="rId3"/>
          <a:stretch>
            <a:fillRect/>
          </a:stretch>
        </p:blipFill>
        <p:spPr>
          <a:xfrm>
            <a:off x="20451235" y="1238594"/>
            <a:ext cx="6335439" cy="4771133"/>
          </a:xfrm>
          <a:prstGeom prst="rect">
            <a:avLst/>
          </a:prstGeom>
        </p:spPr>
      </p:pic>
      <p:graphicFrame>
        <p:nvGraphicFramePr>
          <p:cNvPr id="18" name="Content Placeholder 6">
            <a:extLst>
              <a:ext uri="{FF2B5EF4-FFF2-40B4-BE49-F238E27FC236}">
                <a16:creationId xmlns:a16="http://schemas.microsoft.com/office/drawing/2014/main" id="{C9A444A3-A4CA-91B9-02AB-F94385081013}"/>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5" name="Diagram 4">
            <a:extLst>
              <a:ext uri="{FF2B5EF4-FFF2-40B4-BE49-F238E27FC236}">
                <a16:creationId xmlns:a16="http://schemas.microsoft.com/office/drawing/2014/main" id="{D323ACF0-6614-6A7B-A984-286CC29F14EC}"/>
              </a:ext>
            </a:extLst>
          </p:cNvPr>
          <p:cNvGraphicFramePr/>
          <p:nvPr>
            <p:extLst>
              <p:ext uri="{D42A27DB-BD31-4B8C-83A1-F6EECF244321}">
                <p14:modId xmlns:p14="http://schemas.microsoft.com/office/powerpoint/2010/main" val="684938489"/>
              </p:ext>
            </p:extLst>
          </p:nvPr>
        </p:nvGraphicFramePr>
        <p:xfrm>
          <a:off x="588964" y="1238594"/>
          <a:ext cx="7143331" cy="219040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6" name="Pladsholder til indhold 7">
            <a:extLst>
              <a:ext uri="{FF2B5EF4-FFF2-40B4-BE49-F238E27FC236}">
                <a16:creationId xmlns:a16="http://schemas.microsoft.com/office/drawing/2014/main" id="{252F59A8-90DE-585B-6095-8BB2E67302C6}"/>
              </a:ext>
            </a:extLst>
          </p:cNvPr>
          <p:cNvPicPr>
            <a:picLocks noChangeAspect="1"/>
          </p:cNvPicPr>
          <p:nvPr/>
        </p:nvPicPr>
        <p:blipFill>
          <a:blip r:embed="rId14"/>
          <a:stretch>
            <a:fillRect/>
          </a:stretch>
        </p:blipFill>
        <p:spPr>
          <a:xfrm>
            <a:off x="12444328" y="1485572"/>
            <a:ext cx="10561807" cy="4673600"/>
          </a:xfrm>
          <a:prstGeom prst="rect">
            <a:avLst/>
          </a:prstGeom>
          <a:noFill/>
        </p:spPr>
      </p:pic>
    </p:spTree>
    <p:extLst>
      <p:ext uri="{BB962C8B-B14F-4D97-AF65-F5344CB8AC3E}">
        <p14:creationId xmlns:p14="http://schemas.microsoft.com/office/powerpoint/2010/main" val="33798922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3CCFC-1138-A6FF-F950-247E3CEC1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91A0B-8FC3-FFA3-463E-D56EC848F21D}"/>
              </a:ext>
            </a:extLst>
          </p:cNvPr>
          <p:cNvSpPr>
            <a:spLocks noGrp="1"/>
          </p:cNvSpPr>
          <p:nvPr>
            <p:ph type="title"/>
          </p:nvPr>
        </p:nvSpPr>
        <p:spPr/>
        <p:txBody>
          <a:bodyPr/>
          <a:lstStyle/>
          <a:p>
            <a:r>
              <a:rPr lang="en-US" dirty="0"/>
              <a:t>Optimization results</a:t>
            </a:r>
          </a:p>
        </p:txBody>
      </p:sp>
      <p:sp>
        <p:nvSpPr>
          <p:cNvPr id="3" name="Date Placeholder 2">
            <a:extLst>
              <a:ext uri="{FF2B5EF4-FFF2-40B4-BE49-F238E27FC236}">
                <a16:creationId xmlns:a16="http://schemas.microsoft.com/office/drawing/2014/main" id="{A26829A0-3C61-5A07-1351-A6A14C3CB003}"/>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B6CD6C31-1F8F-453A-0224-748C5A4BC70C}"/>
              </a:ext>
            </a:extLst>
          </p:cNvPr>
          <p:cNvSpPr>
            <a:spLocks noGrp="1"/>
          </p:cNvSpPr>
          <p:nvPr>
            <p:ph type="sldNum" sz="quarter" idx="12"/>
          </p:nvPr>
        </p:nvSpPr>
        <p:spPr/>
        <p:txBody>
          <a:bodyPr/>
          <a:lstStyle/>
          <a:p>
            <a:fld id="{091A926C-488A-4E3E-9C21-57CAA120E114}" type="slidenum">
              <a:rPr lang="en-GB" smtClean="0"/>
              <a:t>51</a:t>
            </a:fld>
            <a:endParaRPr lang="en-GB" dirty="0"/>
          </a:p>
        </p:txBody>
      </p:sp>
      <p:pic>
        <p:nvPicPr>
          <p:cNvPr id="10" name="Billede 9">
            <a:extLst>
              <a:ext uri="{FF2B5EF4-FFF2-40B4-BE49-F238E27FC236}">
                <a16:creationId xmlns:a16="http://schemas.microsoft.com/office/drawing/2014/main" id="{44E1D617-EA32-3564-51D6-0952D6760C3E}"/>
              </a:ext>
            </a:extLst>
          </p:cNvPr>
          <p:cNvPicPr>
            <a:picLocks noChangeAspect="1"/>
          </p:cNvPicPr>
          <p:nvPr/>
        </p:nvPicPr>
        <p:blipFill>
          <a:blip r:embed="rId3"/>
          <a:srcRect l="129" t="1" r="1" b="1"/>
          <a:stretch>
            <a:fillRect/>
          </a:stretch>
        </p:blipFill>
        <p:spPr>
          <a:xfrm>
            <a:off x="12633640" y="1238594"/>
            <a:ext cx="6293747" cy="4757919"/>
          </a:xfrm>
          <a:prstGeom prst="rect">
            <a:avLst/>
          </a:prstGeom>
          <a:noFill/>
        </p:spPr>
      </p:pic>
      <p:pic>
        <p:nvPicPr>
          <p:cNvPr id="11" name="Billede 6">
            <a:extLst>
              <a:ext uri="{FF2B5EF4-FFF2-40B4-BE49-F238E27FC236}">
                <a16:creationId xmlns:a16="http://schemas.microsoft.com/office/drawing/2014/main" id="{60F210FF-89C5-28B4-D2F4-300239AC8A1F}"/>
              </a:ext>
            </a:extLst>
          </p:cNvPr>
          <p:cNvPicPr>
            <a:picLocks noChangeAspect="1"/>
          </p:cNvPicPr>
          <p:nvPr/>
        </p:nvPicPr>
        <p:blipFill>
          <a:blip r:embed="rId4"/>
          <a:stretch>
            <a:fillRect/>
          </a:stretch>
        </p:blipFill>
        <p:spPr>
          <a:xfrm>
            <a:off x="20451235" y="1238594"/>
            <a:ext cx="6335439" cy="4771133"/>
          </a:xfrm>
          <a:prstGeom prst="rect">
            <a:avLst/>
          </a:prstGeom>
        </p:spPr>
      </p:pic>
      <p:pic>
        <p:nvPicPr>
          <p:cNvPr id="12" name="Billede 11">
            <a:extLst>
              <a:ext uri="{FF2B5EF4-FFF2-40B4-BE49-F238E27FC236}">
                <a16:creationId xmlns:a16="http://schemas.microsoft.com/office/drawing/2014/main" id="{794F101C-A3E8-A7A7-94C5-A740B0414CF3}"/>
              </a:ext>
            </a:extLst>
          </p:cNvPr>
          <p:cNvPicPr>
            <a:picLocks noChangeAspect="1"/>
          </p:cNvPicPr>
          <p:nvPr/>
        </p:nvPicPr>
        <p:blipFill>
          <a:blip r:embed="rId5"/>
          <a:stretch>
            <a:fillRect/>
          </a:stretch>
        </p:blipFill>
        <p:spPr>
          <a:xfrm>
            <a:off x="5721094" y="1238594"/>
            <a:ext cx="6335439" cy="4770597"/>
          </a:xfrm>
          <a:prstGeom prst="rect">
            <a:avLst/>
          </a:prstGeom>
        </p:spPr>
      </p:pic>
      <p:graphicFrame>
        <p:nvGraphicFramePr>
          <p:cNvPr id="18" name="Content Placeholder 6">
            <a:extLst>
              <a:ext uri="{FF2B5EF4-FFF2-40B4-BE49-F238E27FC236}">
                <a16:creationId xmlns:a16="http://schemas.microsoft.com/office/drawing/2014/main" id="{C7BEDCA8-0537-D593-1A82-DEBFB195E677}"/>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5" name="Diagram 4">
            <a:extLst>
              <a:ext uri="{FF2B5EF4-FFF2-40B4-BE49-F238E27FC236}">
                <a16:creationId xmlns:a16="http://schemas.microsoft.com/office/drawing/2014/main" id="{4BA6D5A3-DF40-B8C6-324A-FD747780ACA2}"/>
              </a:ext>
            </a:extLst>
          </p:cNvPr>
          <p:cNvGraphicFramePr/>
          <p:nvPr>
            <p:extLst>
              <p:ext uri="{D42A27DB-BD31-4B8C-83A1-F6EECF244321}">
                <p14:modId xmlns:p14="http://schemas.microsoft.com/office/powerpoint/2010/main" val="334396050"/>
              </p:ext>
            </p:extLst>
          </p:nvPr>
        </p:nvGraphicFramePr>
        <p:xfrm>
          <a:off x="588965" y="1238594"/>
          <a:ext cx="4929519" cy="1681069"/>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1022089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2EAB2-3A65-FC50-05A2-5C7FAE5DD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F0FEFF-9B4B-543C-139D-9D67813FBA40}"/>
              </a:ext>
            </a:extLst>
          </p:cNvPr>
          <p:cNvSpPr>
            <a:spLocks noGrp="1"/>
          </p:cNvSpPr>
          <p:nvPr>
            <p:ph type="title"/>
          </p:nvPr>
        </p:nvSpPr>
        <p:spPr/>
        <p:txBody>
          <a:bodyPr/>
          <a:lstStyle/>
          <a:p>
            <a:r>
              <a:rPr lang="en-US" dirty="0"/>
              <a:t>Optimization results</a:t>
            </a:r>
          </a:p>
        </p:txBody>
      </p:sp>
      <p:sp>
        <p:nvSpPr>
          <p:cNvPr id="3" name="Date Placeholder 2">
            <a:extLst>
              <a:ext uri="{FF2B5EF4-FFF2-40B4-BE49-F238E27FC236}">
                <a16:creationId xmlns:a16="http://schemas.microsoft.com/office/drawing/2014/main" id="{03E924F0-600E-BE01-17E8-0CEAE081D87F}"/>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6A0961D5-DD8B-DF81-317B-4E549FD36231}"/>
              </a:ext>
            </a:extLst>
          </p:cNvPr>
          <p:cNvSpPr>
            <a:spLocks noGrp="1"/>
          </p:cNvSpPr>
          <p:nvPr>
            <p:ph type="sldNum" sz="quarter" idx="12"/>
          </p:nvPr>
        </p:nvSpPr>
        <p:spPr/>
        <p:txBody>
          <a:bodyPr/>
          <a:lstStyle/>
          <a:p>
            <a:fld id="{091A926C-488A-4E3E-9C21-57CAA120E114}" type="slidenum">
              <a:rPr lang="en-GB" smtClean="0"/>
              <a:t>52</a:t>
            </a:fld>
            <a:endParaRPr lang="en-GB" dirty="0"/>
          </a:p>
        </p:txBody>
      </p:sp>
      <p:pic>
        <p:nvPicPr>
          <p:cNvPr id="10" name="Billede 9">
            <a:extLst>
              <a:ext uri="{FF2B5EF4-FFF2-40B4-BE49-F238E27FC236}">
                <a16:creationId xmlns:a16="http://schemas.microsoft.com/office/drawing/2014/main" id="{0F0FC979-30DC-CEF0-0FB7-554960D82B77}"/>
              </a:ext>
            </a:extLst>
          </p:cNvPr>
          <p:cNvPicPr>
            <a:picLocks noChangeAspect="1"/>
          </p:cNvPicPr>
          <p:nvPr/>
        </p:nvPicPr>
        <p:blipFill>
          <a:blip r:embed="rId3"/>
          <a:srcRect l="129" t="1" r="1" b="1"/>
          <a:stretch>
            <a:fillRect/>
          </a:stretch>
        </p:blipFill>
        <p:spPr>
          <a:xfrm>
            <a:off x="12633640" y="1238594"/>
            <a:ext cx="6293747" cy="4757919"/>
          </a:xfrm>
          <a:prstGeom prst="rect">
            <a:avLst/>
          </a:prstGeom>
          <a:noFill/>
        </p:spPr>
      </p:pic>
      <p:pic>
        <p:nvPicPr>
          <p:cNvPr id="11" name="Billede 6">
            <a:extLst>
              <a:ext uri="{FF2B5EF4-FFF2-40B4-BE49-F238E27FC236}">
                <a16:creationId xmlns:a16="http://schemas.microsoft.com/office/drawing/2014/main" id="{53ADD854-2B97-DD9D-B096-7721745E50BA}"/>
              </a:ext>
            </a:extLst>
          </p:cNvPr>
          <p:cNvPicPr>
            <a:picLocks noChangeAspect="1"/>
          </p:cNvPicPr>
          <p:nvPr/>
        </p:nvPicPr>
        <p:blipFill>
          <a:blip r:embed="rId4"/>
          <a:stretch>
            <a:fillRect/>
          </a:stretch>
        </p:blipFill>
        <p:spPr>
          <a:xfrm>
            <a:off x="20451235" y="1238594"/>
            <a:ext cx="6335439" cy="4771133"/>
          </a:xfrm>
          <a:prstGeom prst="rect">
            <a:avLst/>
          </a:prstGeom>
        </p:spPr>
      </p:pic>
      <p:pic>
        <p:nvPicPr>
          <p:cNvPr id="12" name="Billede 11">
            <a:extLst>
              <a:ext uri="{FF2B5EF4-FFF2-40B4-BE49-F238E27FC236}">
                <a16:creationId xmlns:a16="http://schemas.microsoft.com/office/drawing/2014/main" id="{33516BF0-7344-AE69-1DF1-F8D01F07D630}"/>
              </a:ext>
            </a:extLst>
          </p:cNvPr>
          <p:cNvPicPr>
            <a:picLocks noChangeAspect="1"/>
          </p:cNvPicPr>
          <p:nvPr/>
        </p:nvPicPr>
        <p:blipFill>
          <a:blip r:embed="rId5"/>
          <a:stretch>
            <a:fillRect/>
          </a:stretch>
        </p:blipFill>
        <p:spPr>
          <a:xfrm>
            <a:off x="5721094" y="1238594"/>
            <a:ext cx="6335439" cy="4770597"/>
          </a:xfrm>
          <a:prstGeom prst="rect">
            <a:avLst/>
          </a:prstGeom>
        </p:spPr>
      </p:pic>
      <p:graphicFrame>
        <p:nvGraphicFramePr>
          <p:cNvPr id="18" name="Content Placeholder 6">
            <a:extLst>
              <a:ext uri="{FF2B5EF4-FFF2-40B4-BE49-F238E27FC236}">
                <a16:creationId xmlns:a16="http://schemas.microsoft.com/office/drawing/2014/main" id="{8D82C23E-B332-4554-3C41-C95314FE3553}"/>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5" name="Diagram 4">
            <a:extLst>
              <a:ext uri="{FF2B5EF4-FFF2-40B4-BE49-F238E27FC236}">
                <a16:creationId xmlns:a16="http://schemas.microsoft.com/office/drawing/2014/main" id="{85ED3DE0-A7AA-0FFD-73BD-D5DEE6D0C151}"/>
              </a:ext>
            </a:extLst>
          </p:cNvPr>
          <p:cNvGraphicFramePr/>
          <p:nvPr>
            <p:extLst>
              <p:ext uri="{D42A27DB-BD31-4B8C-83A1-F6EECF244321}">
                <p14:modId xmlns:p14="http://schemas.microsoft.com/office/powerpoint/2010/main" val="2817172502"/>
              </p:ext>
            </p:extLst>
          </p:nvPr>
        </p:nvGraphicFramePr>
        <p:xfrm>
          <a:off x="588965" y="1238594"/>
          <a:ext cx="4993482" cy="2518397"/>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2115025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B2529-B011-880F-CB3C-A48E0060D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D7965-97C4-D5F9-6F4F-2672D072F48C}"/>
              </a:ext>
            </a:extLst>
          </p:cNvPr>
          <p:cNvSpPr>
            <a:spLocks noGrp="1"/>
          </p:cNvSpPr>
          <p:nvPr>
            <p:ph type="title"/>
          </p:nvPr>
        </p:nvSpPr>
        <p:spPr/>
        <p:txBody>
          <a:bodyPr/>
          <a:lstStyle/>
          <a:p>
            <a:r>
              <a:rPr lang="en-US" dirty="0"/>
              <a:t>Optimization results</a:t>
            </a:r>
          </a:p>
        </p:txBody>
      </p:sp>
      <p:sp>
        <p:nvSpPr>
          <p:cNvPr id="3" name="Date Placeholder 2">
            <a:extLst>
              <a:ext uri="{FF2B5EF4-FFF2-40B4-BE49-F238E27FC236}">
                <a16:creationId xmlns:a16="http://schemas.microsoft.com/office/drawing/2014/main" id="{85575D39-EE1A-345D-1207-09CE32F3E281}"/>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6F722646-65F3-57D3-3B7D-CBD8565C42D9}"/>
              </a:ext>
            </a:extLst>
          </p:cNvPr>
          <p:cNvSpPr>
            <a:spLocks noGrp="1"/>
          </p:cNvSpPr>
          <p:nvPr>
            <p:ph type="sldNum" sz="quarter" idx="12"/>
          </p:nvPr>
        </p:nvSpPr>
        <p:spPr/>
        <p:txBody>
          <a:bodyPr/>
          <a:lstStyle/>
          <a:p>
            <a:fld id="{091A926C-488A-4E3E-9C21-57CAA120E114}" type="slidenum">
              <a:rPr lang="en-GB" smtClean="0"/>
              <a:t>53</a:t>
            </a:fld>
            <a:endParaRPr lang="en-GB" dirty="0"/>
          </a:p>
        </p:txBody>
      </p:sp>
      <p:pic>
        <p:nvPicPr>
          <p:cNvPr id="10" name="Billede 9">
            <a:extLst>
              <a:ext uri="{FF2B5EF4-FFF2-40B4-BE49-F238E27FC236}">
                <a16:creationId xmlns:a16="http://schemas.microsoft.com/office/drawing/2014/main" id="{5AC6A736-5AB0-E62C-30A0-36BD5E6C4E16}"/>
              </a:ext>
            </a:extLst>
          </p:cNvPr>
          <p:cNvPicPr>
            <a:picLocks noChangeAspect="1"/>
          </p:cNvPicPr>
          <p:nvPr/>
        </p:nvPicPr>
        <p:blipFill>
          <a:blip r:embed="rId3"/>
          <a:srcRect l="129" t="1" r="1" b="1"/>
          <a:stretch>
            <a:fillRect/>
          </a:stretch>
        </p:blipFill>
        <p:spPr>
          <a:xfrm>
            <a:off x="12633640" y="1238594"/>
            <a:ext cx="6293747" cy="4757919"/>
          </a:xfrm>
          <a:prstGeom prst="rect">
            <a:avLst/>
          </a:prstGeom>
          <a:noFill/>
        </p:spPr>
      </p:pic>
      <p:pic>
        <p:nvPicPr>
          <p:cNvPr id="11" name="Billede 6">
            <a:extLst>
              <a:ext uri="{FF2B5EF4-FFF2-40B4-BE49-F238E27FC236}">
                <a16:creationId xmlns:a16="http://schemas.microsoft.com/office/drawing/2014/main" id="{9E13F61A-32A2-F9FB-88FD-445DCE0B91FC}"/>
              </a:ext>
            </a:extLst>
          </p:cNvPr>
          <p:cNvPicPr>
            <a:picLocks noChangeAspect="1"/>
          </p:cNvPicPr>
          <p:nvPr/>
        </p:nvPicPr>
        <p:blipFill>
          <a:blip r:embed="rId4"/>
          <a:stretch>
            <a:fillRect/>
          </a:stretch>
        </p:blipFill>
        <p:spPr>
          <a:xfrm>
            <a:off x="20451235" y="1238594"/>
            <a:ext cx="6335439" cy="4771133"/>
          </a:xfrm>
          <a:prstGeom prst="rect">
            <a:avLst/>
          </a:prstGeom>
        </p:spPr>
      </p:pic>
      <p:pic>
        <p:nvPicPr>
          <p:cNvPr id="12" name="Billede 11">
            <a:extLst>
              <a:ext uri="{FF2B5EF4-FFF2-40B4-BE49-F238E27FC236}">
                <a16:creationId xmlns:a16="http://schemas.microsoft.com/office/drawing/2014/main" id="{390313E3-7D9B-BCBE-3D9B-162E97A003B6}"/>
              </a:ext>
            </a:extLst>
          </p:cNvPr>
          <p:cNvPicPr>
            <a:picLocks noChangeAspect="1"/>
          </p:cNvPicPr>
          <p:nvPr/>
        </p:nvPicPr>
        <p:blipFill>
          <a:blip r:embed="rId5"/>
          <a:stretch>
            <a:fillRect/>
          </a:stretch>
        </p:blipFill>
        <p:spPr>
          <a:xfrm>
            <a:off x="5721094" y="1238594"/>
            <a:ext cx="6335439" cy="4770597"/>
          </a:xfrm>
          <a:prstGeom prst="rect">
            <a:avLst/>
          </a:prstGeom>
        </p:spPr>
      </p:pic>
      <p:graphicFrame>
        <p:nvGraphicFramePr>
          <p:cNvPr id="18" name="Content Placeholder 6">
            <a:extLst>
              <a:ext uri="{FF2B5EF4-FFF2-40B4-BE49-F238E27FC236}">
                <a16:creationId xmlns:a16="http://schemas.microsoft.com/office/drawing/2014/main" id="{B322A33E-F677-7431-2435-77C3805743DF}"/>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6" name="Diagram 5">
            <a:extLst>
              <a:ext uri="{FF2B5EF4-FFF2-40B4-BE49-F238E27FC236}">
                <a16:creationId xmlns:a16="http://schemas.microsoft.com/office/drawing/2014/main" id="{9E220FB3-AC4F-EA0B-3B5A-6F455BCD3C5C}"/>
              </a:ext>
            </a:extLst>
          </p:cNvPr>
          <p:cNvGraphicFramePr/>
          <p:nvPr>
            <p:extLst>
              <p:ext uri="{D42A27DB-BD31-4B8C-83A1-F6EECF244321}">
                <p14:modId xmlns:p14="http://schemas.microsoft.com/office/powerpoint/2010/main" val="1190197751"/>
              </p:ext>
            </p:extLst>
          </p:nvPr>
        </p:nvGraphicFramePr>
        <p:xfrm>
          <a:off x="588965" y="1238595"/>
          <a:ext cx="4993482" cy="322111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4381313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2E25C-022C-6039-1D33-14C1FB837C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4E9FB-292F-D17B-3C3A-80864F540ED5}"/>
              </a:ext>
            </a:extLst>
          </p:cNvPr>
          <p:cNvSpPr>
            <a:spLocks noGrp="1"/>
          </p:cNvSpPr>
          <p:nvPr>
            <p:ph type="title"/>
          </p:nvPr>
        </p:nvSpPr>
        <p:spPr/>
        <p:txBody>
          <a:bodyPr/>
          <a:lstStyle/>
          <a:p>
            <a:r>
              <a:rPr lang="en-US" dirty="0"/>
              <a:t>Optimization results</a:t>
            </a:r>
          </a:p>
        </p:txBody>
      </p:sp>
      <p:sp>
        <p:nvSpPr>
          <p:cNvPr id="3" name="Date Placeholder 2">
            <a:extLst>
              <a:ext uri="{FF2B5EF4-FFF2-40B4-BE49-F238E27FC236}">
                <a16:creationId xmlns:a16="http://schemas.microsoft.com/office/drawing/2014/main" id="{8EF9F0F1-B281-0EA4-0934-18CD2BC34A5E}"/>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4DB7DC8A-904B-C508-ADDB-4E9355D22943}"/>
              </a:ext>
            </a:extLst>
          </p:cNvPr>
          <p:cNvSpPr>
            <a:spLocks noGrp="1"/>
          </p:cNvSpPr>
          <p:nvPr>
            <p:ph type="sldNum" sz="quarter" idx="12"/>
          </p:nvPr>
        </p:nvSpPr>
        <p:spPr/>
        <p:txBody>
          <a:bodyPr/>
          <a:lstStyle/>
          <a:p>
            <a:fld id="{091A926C-488A-4E3E-9C21-57CAA120E114}" type="slidenum">
              <a:rPr lang="en-GB" smtClean="0"/>
              <a:t>54</a:t>
            </a:fld>
            <a:endParaRPr lang="en-GB" dirty="0"/>
          </a:p>
        </p:txBody>
      </p:sp>
      <p:pic>
        <p:nvPicPr>
          <p:cNvPr id="10" name="Billede 9">
            <a:extLst>
              <a:ext uri="{FF2B5EF4-FFF2-40B4-BE49-F238E27FC236}">
                <a16:creationId xmlns:a16="http://schemas.microsoft.com/office/drawing/2014/main" id="{2B651F09-0F3A-2D86-73D4-C5A4519E2FD6}"/>
              </a:ext>
            </a:extLst>
          </p:cNvPr>
          <p:cNvPicPr>
            <a:picLocks noChangeAspect="1"/>
          </p:cNvPicPr>
          <p:nvPr/>
        </p:nvPicPr>
        <p:blipFill>
          <a:blip r:embed="rId3"/>
          <a:srcRect l="129" t="1" r="1" b="1"/>
          <a:stretch>
            <a:fillRect/>
          </a:stretch>
        </p:blipFill>
        <p:spPr>
          <a:xfrm>
            <a:off x="5760881" y="1238594"/>
            <a:ext cx="6293747" cy="4757919"/>
          </a:xfrm>
          <a:prstGeom prst="rect">
            <a:avLst/>
          </a:prstGeom>
          <a:noFill/>
        </p:spPr>
      </p:pic>
      <p:pic>
        <p:nvPicPr>
          <p:cNvPr id="11" name="Billede 6">
            <a:extLst>
              <a:ext uri="{FF2B5EF4-FFF2-40B4-BE49-F238E27FC236}">
                <a16:creationId xmlns:a16="http://schemas.microsoft.com/office/drawing/2014/main" id="{E9BC0917-D681-84F9-CD8C-8FDFFB476DD1}"/>
              </a:ext>
            </a:extLst>
          </p:cNvPr>
          <p:cNvPicPr>
            <a:picLocks noChangeAspect="1"/>
          </p:cNvPicPr>
          <p:nvPr/>
        </p:nvPicPr>
        <p:blipFill>
          <a:blip r:embed="rId4"/>
          <a:stretch>
            <a:fillRect/>
          </a:stretch>
        </p:blipFill>
        <p:spPr>
          <a:xfrm>
            <a:off x="19411821" y="1251272"/>
            <a:ext cx="6335439" cy="4771133"/>
          </a:xfrm>
          <a:prstGeom prst="rect">
            <a:avLst/>
          </a:prstGeom>
        </p:spPr>
      </p:pic>
      <p:pic>
        <p:nvPicPr>
          <p:cNvPr id="12" name="Billede 11">
            <a:extLst>
              <a:ext uri="{FF2B5EF4-FFF2-40B4-BE49-F238E27FC236}">
                <a16:creationId xmlns:a16="http://schemas.microsoft.com/office/drawing/2014/main" id="{E2532722-D0CB-459E-4694-E98FDEB708B8}"/>
              </a:ext>
            </a:extLst>
          </p:cNvPr>
          <p:cNvPicPr>
            <a:picLocks noChangeAspect="1"/>
          </p:cNvPicPr>
          <p:nvPr/>
        </p:nvPicPr>
        <p:blipFill>
          <a:blip r:embed="rId5"/>
          <a:stretch>
            <a:fillRect/>
          </a:stretch>
        </p:blipFill>
        <p:spPr>
          <a:xfrm>
            <a:off x="12507806" y="1238594"/>
            <a:ext cx="6335439" cy="4770597"/>
          </a:xfrm>
          <a:prstGeom prst="rect">
            <a:avLst/>
          </a:prstGeom>
        </p:spPr>
      </p:pic>
      <p:graphicFrame>
        <p:nvGraphicFramePr>
          <p:cNvPr id="18" name="Content Placeholder 6">
            <a:extLst>
              <a:ext uri="{FF2B5EF4-FFF2-40B4-BE49-F238E27FC236}">
                <a16:creationId xmlns:a16="http://schemas.microsoft.com/office/drawing/2014/main" id="{1B0CEBF9-9238-CF7E-6677-86DC839D3982}"/>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7" name="Diagram 6">
            <a:extLst>
              <a:ext uri="{FF2B5EF4-FFF2-40B4-BE49-F238E27FC236}">
                <a16:creationId xmlns:a16="http://schemas.microsoft.com/office/drawing/2014/main" id="{21473862-ECB4-CA1C-D15C-A27D5F258CF0}"/>
              </a:ext>
            </a:extLst>
          </p:cNvPr>
          <p:cNvGraphicFramePr/>
          <p:nvPr>
            <p:extLst>
              <p:ext uri="{D42A27DB-BD31-4B8C-83A1-F6EECF244321}">
                <p14:modId xmlns:p14="http://schemas.microsoft.com/office/powerpoint/2010/main" val="1729992160"/>
              </p:ext>
            </p:extLst>
          </p:nvPr>
        </p:nvGraphicFramePr>
        <p:xfrm>
          <a:off x="588965" y="1238595"/>
          <a:ext cx="4993482" cy="322111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3057808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966AA-B395-7C94-962B-484F5059D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80E6B-7EAB-B524-944B-1F9EAD20EA58}"/>
              </a:ext>
            </a:extLst>
          </p:cNvPr>
          <p:cNvSpPr>
            <a:spLocks noGrp="1"/>
          </p:cNvSpPr>
          <p:nvPr>
            <p:ph type="title"/>
          </p:nvPr>
        </p:nvSpPr>
        <p:spPr/>
        <p:txBody>
          <a:bodyPr/>
          <a:lstStyle/>
          <a:p>
            <a:r>
              <a:rPr lang="en-US" dirty="0"/>
              <a:t>Optimization results</a:t>
            </a:r>
          </a:p>
        </p:txBody>
      </p:sp>
      <p:sp>
        <p:nvSpPr>
          <p:cNvPr id="3" name="Date Placeholder 2">
            <a:extLst>
              <a:ext uri="{FF2B5EF4-FFF2-40B4-BE49-F238E27FC236}">
                <a16:creationId xmlns:a16="http://schemas.microsoft.com/office/drawing/2014/main" id="{0A96BB5D-C9D8-9076-246D-CCB12BC017E0}"/>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94B1A7D2-B60C-4162-1A4C-BC3BC9D76BFF}"/>
              </a:ext>
            </a:extLst>
          </p:cNvPr>
          <p:cNvSpPr>
            <a:spLocks noGrp="1"/>
          </p:cNvSpPr>
          <p:nvPr>
            <p:ph type="sldNum" sz="quarter" idx="12"/>
          </p:nvPr>
        </p:nvSpPr>
        <p:spPr/>
        <p:txBody>
          <a:bodyPr/>
          <a:lstStyle/>
          <a:p>
            <a:fld id="{091A926C-488A-4E3E-9C21-57CAA120E114}" type="slidenum">
              <a:rPr lang="en-GB" smtClean="0"/>
              <a:t>55</a:t>
            </a:fld>
            <a:endParaRPr lang="en-GB" dirty="0"/>
          </a:p>
        </p:txBody>
      </p:sp>
      <p:graphicFrame>
        <p:nvGraphicFramePr>
          <p:cNvPr id="16" name="Diagram 15">
            <a:extLst>
              <a:ext uri="{FF2B5EF4-FFF2-40B4-BE49-F238E27FC236}">
                <a16:creationId xmlns:a16="http://schemas.microsoft.com/office/drawing/2014/main" id="{46ED22A4-0B9E-C261-D4AC-16B1842EC1BC}"/>
              </a:ext>
            </a:extLst>
          </p:cNvPr>
          <p:cNvGraphicFramePr/>
          <p:nvPr>
            <p:extLst>
              <p:ext uri="{D42A27DB-BD31-4B8C-83A1-F6EECF244321}">
                <p14:modId xmlns:p14="http://schemas.microsoft.com/office/powerpoint/2010/main" val="2834168223"/>
              </p:ext>
            </p:extLst>
          </p:nvPr>
        </p:nvGraphicFramePr>
        <p:xfrm>
          <a:off x="588965" y="1238594"/>
          <a:ext cx="4993482" cy="40420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Billede 9">
            <a:extLst>
              <a:ext uri="{FF2B5EF4-FFF2-40B4-BE49-F238E27FC236}">
                <a16:creationId xmlns:a16="http://schemas.microsoft.com/office/drawing/2014/main" id="{04873973-9236-2CAF-3C95-0E8E43C41906}"/>
              </a:ext>
            </a:extLst>
          </p:cNvPr>
          <p:cNvPicPr>
            <a:picLocks noChangeAspect="1"/>
          </p:cNvPicPr>
          <p:nvPr/>
        </p:nvPicPr>
        <p:blipFill>
          <a:blip r:embed="rId8"/>
          <a:srcRect l="129" t="1" r="1" b="1"/>
          <a:stretch>
            <a:fillRect/>
          </a:stretch>
        </p:blipFill>
        <p:spPr>
          <a:xfrm>
            <a:off x="5760881" y="1238594"/>
            <a:ext cx="6293747" cy="4757919"/>
          </a:xfrm>
          <a:prstGeom prst="rect">
            <a:avLst/>
          </a:prstGeom>
          <a:noFill/>
        </p:spPr>
      </p:pic>
      <p:pic>
        <p:nvPicPr>
          <p:cNvPr id="11" name="Billede 6">
            <a:extLst>
              <a:ext uri="{FF2B5EF4-FFF2-40B4-BE49-F238E27FC236}">
                <a16:creationId xmlns:a16="http://schemas.microsoft.com/office/drawing/2014/main" id="{6DFDB0A0-C26B-CDC2-57F0-9FEC86BB2C67}"/>
              </a:ext>
            </a:extLst>
          </p:cNvPr>
          <p:cNvPicPr>
            <a:picLocks noChangeAspect="1"/>
          </p:cNvPicPr>
          <p:nvPr/>
        </p:nvPicPr>
        <p:blipFill>
          <a:blip r:embed="rId9"/>
          <a:stretch>
            <a:fillRect/>
          </a:stretch>
        </p:blipFill>
        <p:spPr>
          <a:xfrm>
            <a:off x="19411821" y="1251272"/>
            <a:ext cx="6335439" cy="4771133"/>
          </a:xfrm>
          <a:prstGeom prst="rect">
            <a:avLst/>
          </a:prstGeom>
        </p:spPr>
      </p:pic>
      <p:pic>
        <p:nvPicPr>
          <p:cNvPr id="12" name="Billede 11">
            <a:extLst>
              <a:ext uri="{FF2B5EF4-FFF2-40B4-BE49-F238E27FC236}">
                <a16:creationId xmlns:a16="http://schemas.microsoft.com/office/drawing/2014/main" id="{73F2BF08-1AE1-F16E-AF5D-8AE93166A534}"/>
              </a:ext>
            </a:extLst>
          </p:cNvPr>
          <p:cNvPicPr>
            <a:picLocks noChangeAspect="1"/>
          </p:cNvPicPr>
          <p:nvPr/>
        </p:nvPicPr>
        <p:blipFill>
          <a:blip r:embed="rId10"/>
          <a:stretch>
            <a:fillRect/>
          </a:stretch>
        </p:blipFill>
        <p:spPr>
          <a:xfrm>
            <a:off x="12507806" y="1238594"/>
            <a:ext cx="6335439" cy="4770597"/>
          </a:xfrm>
          <a:prstGeom prst="rect">
            <a:avLst/>
          </a:prstGeom>
        </p:spPr>
      </p:pic>
      <p:graphicFrame>
        <p:nvGraphicFramePr>
          <p:cNvPr id="18" name="Content Placeholder 6">
            <a:extLst>
              <a:ext uri="{FF2B5EF4-FFF2-40B4-BE49-F238E27FC236}">
                <a16:creationId xmlns:a16="http://schemas.microsoft.com/office/drawing/2014/main" id="{05BBD9AC-F978-77C2-59C1-4EE113129846}"/>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13744109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059BE-1B8C-6122-5492-B8BF58192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7F5F34-1600-C87C-DF90-089DC905B573}"/>
              </a:ext>
            </a:extLst>
          </p:cNvPr>
          <p:cNvSpPr>
            <a:spLocks noGrp="1"/>
          </p:cNvSpPr>
          <p:nvPr>
            <p:ph type="title"/>
          </p:nvPr>
        </p:nvSpPr>
        <p:spPr/>
        <p:txBody>
          <a:bodyPr/>
          <a:lstStyle/>
          <a:p>
            <a:r>
              <a:rPr lang="en-US" dirty="0"/>
              <a:t>Optimization results</a:t>
            </a:r>
          </a:p>
        </p:txBody>
      </p:sp>
      <p:sp>
        <p:nvSpPr>
          <p:cNvPr id="3" name="Date Placeholder 2">
            <a:extLst>
              <a:ext uri="{FF2B5EF4-FFF2-40B4-BE49-F238E27FC236}">
                <a16:creationId xmlns:a16="http://schemas.microsoft.com/office/drawing/2014/main" id="{99A0F2C5-4DF9-690D-101D-7650864612A1}"/>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390AF893-341F-429D-EC6E-583893F38235}"/>
              </a:ext>
            </a:extLst>
          </p:cNvPr>
          <p:cNvSpPr>
            <a:spLocks noGrp="1"/>
          </p:cNvSpPr>
          <p:nvPr>
            <p:ph type="sldNum" sz="quarter" idx="12"/>
          </p:nvPr>
        </p:nvSpPr>
        <p:spPr/>
        <p:txBody>
          <a:bodyPr/>
          <a:lstStyle/>
          <a:p>
            <a:fld id="{091A926C-488A-4E3E-9C21-57CAA120E114}" type="slidenum">
              <a:rPr lang="en-GB" smtClean="0"/>
              <a:t>56</a:t>
            </a:fld>
            <a:endParaRPr lang="en-GB" dirty="0"/>
          </a:p>
        </p:txBody>
      </p:sp>
      <p:pic>
        <p:nvPicPr>
          <p:cNvPr id="10" name="Billede 9">
            <a:extLst>
              <a:ext uri="{FF2B5EF4-FFF2-40B4-BE49-F238E27FC236}">
                <a16:creationId xmlns:a16="http://schemas.microsoft.com/office/drawing/2014/main" id="{4BE8D284-3FFA-544E-4BA1-403F75196240}"/>
              </a:ext>
            </a:extLst>
          </p:cNvPr>
          <p:cNvPicPr>
            <a:picLocks noChangeAspect="1"/>
          </p:cNvPicPr>
          <p:nvPr/>
        </p:nvPicPr>
        <p:blipFill>
          <a:blip r:embed="rId3"/>
          <a:srcRect l="129" t="1" r="1" b="1"/>
          <a:stretch>
            <a:fillRect/>
          </a:stretch>
        </p:blipFill>
        <p:spPr>
          <a:xfrm>
            <a:off x="12616540" y="1251272"/>
            <a:ext cx="6293747" cy="4757919"/>
          </a:xfrm>
          <a:prstGeom prst="rect">
            <a:avLst/>
          </a:prstGeom>
          <a:noFill/>
        </p:spPr>
      </p:pic>
      <p:pic>
        <p:nvPicPr>
          <p:cNvPr id="11" name="Billede 6">
            <a:extLst>
              <a:ext uri="{FF2B5EF4-FFF2-40B4-BE49-F238E27FC236}">
                <a16:creationId xmlns:a16="http://schemas.microsoft.com/office/drawing/2014/main" id="{63D976D2-F774-6B4C-00D9-784538F0F351}"/>
              </a:ext>
            </a:extLst>
          </p:cNvPr>
          <p:cNvPicPr>
            <a:picLocks noChangeAspect="1"/>
          </p:cNvPicPr>
          <p:nvPr/>
        </p:nvPicPr>
        <p:blipFill>
          <a:blip r:embed="rId4"/>
          <a:stretch>
            <a:fillRect/>
          </a:stretch>
        </p:blipFill>
        <p:spPr>
          <a:xfrm>
            <a:off x="5773557" y="1251539"/>
            <a:ext cx="6335439" cy="4771133"/>
          </a:xfrm>
          <a:prstGeom prst="rect">
            <a:avLst/>
          </a:prstGeom>
        </p:spPr>
      </p:pic>
      <p:pic>
        <p:nvPicPr>
          <p:cNvPr id="12" name="Billede 11">
            <a:extLst>
              <a:ext uri="{FF2B5EF4-FFF2-40B4-BE49-F238E27FC236}">
                <a16:creationId xmlns:a16="http://schemas.microsoft.com/office/drawing/2014/main" id="{1A0F5FE1-290B-8D1C-A997-5C31AB039DF4}"/>
              </a:ext>
            </a:extLst>
          </p:cNvPr>
          <p:cNvPicPr>
            <a:picLocks noChangeAspect="1"/>
          </p:cNvPicPr>
          <p:nvPr/>
        </p:nvPicPr>
        <p:blipFill>
          <a:blip r:embed="rId5"/>
          <a:stretch>
            <a:fillRect/>
          </a:stretch>
        </p:blipFill>
        <p:spPr>
          <a:xfrm>
            <a:off x="14535910" y="1251808"/>
            <a:ext cx="6335439" cy="4770597"/>
          </a:xfrm>
          <a:prstGeom prst="rect">
            <a:avLst/>
          </a:prstGeom>
        </p:spPr>
      </p:pic>
      <p:graphicFrame>
        <p:nvGraphicFramePr>
          <p:cNvPr id="18" name="Content Placeholder 6">
            <a:extLst>
              <a:ext uri="{FF2B5EF4-FFF2-40B4-BE49-F238E27FC236}">
                <a16:creationId xmlns:a16="http://schemas.microsoft.com/office/drawing/2014/main" id="{B8A3BB2D-A1F5-19C4-D179-BC1F332BE239}"/>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5" name="Diagram 4">
            <a:extLst>
              <a:ext uri="{FF2B5EF4-FFF2-40B4-BE49-F238E27FC236}">
                <a16:creationId xmlns:a16="http://schemas.microsoft.com/office/drawing/2014/main" id="{69098E22-6A1A-B40B-EF0C-C7F76E58B2C7}"/>
              </a:ext>
            </a:extLst>
          </p:cNvPr>
          <p:cNvGraphicFramePr/>
          <p:nvPr>
            <p:extLst>
              <p:ext uri="{D42A27DB-BD31-4B8C-83A1-F6EECF244321}">
                <p14:modId xmlns:p14="http://schemas.microsoft.com/office/powerpoint/2010/main" val="209876575"/>
              </p:ext>
            </p:extLst>
          </p:nvPr>
        </p:nvGraphicFramePr>
        <p:xfrm>
          <a:off x="588965" y="1238594"/>
          <a:ext cx="4993482" cy="4042059"/>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2883557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D71D8-A731-0C64-945F-436BD550382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0939104-D58D-3A0D-3FFD-389216CDF65C}"/>
              </a:ext>
            </a:extLst>
          </p:cNvPr>
          <p:cNvSpPr>
            <a:spLocks noGrp="1"/>
          </p:cNvSpPr>
          <p:nvPr>
            <p:ph type="title"/>
          </p:nvPr>
        </p:nvSpPr>
        <p:spPr>
          <a:xfrm>
            <a:off x="588963" y="620714"/>
            <a:ext cx="11012488" cy="863599"/>
          </a:xfrm>
        </p:spPr>
        <p:txBody>
          <a:bodyPr anchor="t">
            <a:normAutofit/>
          </a:bodyPr>
          <a:lstStyle/>
          <a:p>
            <a:r>
              <a:rPr lang="en-US" dirty="0"/>
              <a:t>Limitations</a:t>
            </a:r>
          </a:p>
        </p:txBody>
      </p:sp>
      <p:sp>
        <p:nvSpPr>
          <p:cNvPr id="5" name="Pladsholder til dato 4">
            <a:extLst>
              <a:ext uri="{FF2B5EF4-FFF2-40B4-BE49-F238E27FC236}">
                <a16:creationId xmlns:a16="http://schemas.microsoft.com/office/drawing/2014/main" id="{BD777836-0652-6352-C552-FD3977AF845D}"/>
              </a:ext>
            </a:extLst>
          </p:cNvPr>
          <p:cNvSpPr>
            <a:spLocks noGrp="1"/>
          </p:cNvSpPr>
          <p:nvPr>
            <p:ph type="dt" sz="half" idx="10"/>
          </p:nvPr>
        </p:nvSpPr>
        <p:spPr>
          <a:xfrm>
            <a:off x="10329111" y="85745"/>
            <a:ext cx="814976" cy="176797"/>
          </a:xfrm>
        </p:spPr>
        <p:txBody>
          <a:bodyPr anchor="b">
            <a:normAutofit/>
          </a:bodyPr>
          <a:lstStyle/>
          <a:p>
            <a:pPr>
              <a:spcAft>
                <a:spcPts val="600"/>
              </a:spcAft>
            </a:pPr>
            <a:fld id="{BAE4B30B-D853-4AE6-9B99-718FF91CCB22}" type="datetime1">
              <a:rPr lang="en-GB" smtClean="0"/>
              <a:pPr>
                <a:spcAft>
                  <a:spcPts val="600"/>
                </a:spcAft>
              </a:pPr>
              <a:t>24/06/2026</a:t>
            </a:fld>
            <a:endParaRPr lang="en-GB"/>
          </a:p>
        </p:txBody>
      </p:sp>
      <p:sp>
        <p:nvSpPr>
          <p:cNvPr id="6" name="Pladsholder til slidenummer 5">
            <a:extLst>
              <a:ext uri="{FF2B5EF4-FFF2-40B4-BE49-F238E27FC236}">
                <a16:creationId xmlns:a16="http://schemas.microsoft.com/office/drawing/2014/main" id="{E2440C3A-B145-29CF-8955-60534BC0790B}"/>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57</a:t>
            </a:fld>
            <a:endParaRPr lang="en-GB"/>
          </a:p>
        </p:txBody>
      </p:sp>
      <p:graphicFrame>
        <p:nvGraphicFramePr>
          <p:cNvPr id="4" name="Content Placeholder 6">
            <a:extLst>
              <a:ext uri="{FF2B5EF4-FFF2-40B4-BE49-F238E27FC236}">
                <a16:creationId xmlns:a16="http://schemas.microsoft.com/office/drawing/2014/main" id="{9121DEF5-56DA-C23B-B244-C7E40A8386EF}"/>
              </a:ext>
            </a:extLst>
          </p:cNvPr>
          <p:cNvGraphicFramePr>
            <a:graphicFrameLocks/>
          </p:cNvGraphicFramePr>
          <p:nvPr>
            <p:extLst>
              <p:ext uri="{D42A27DB-BD31-4B8C-83A1-F6EECF244321}">
                <p14:modId xmlns:p14="http://schemas.microsoft.com/office/powerpoint/2010/main" val="1624584945"/>
              </p:ext>
            </p:extLst>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ontent Placeholder 7">
            <a:extLst>
              <a:ext uri="{FF2B5EF4-FFF2-40B4-BE49-F238E27FC236}">
                <a16:creationId xmlns:a16="http://schemas.microsoft.com/office/drawing/2014/main" id="{A8E40491-0D47-603B-A05C-52F16C53FBE2}"/>
              </a:ext>
            </a:extLst>
          </p:cNvPr>
          <p:cNvSpPr>
            <a:spLocks noGrp="1"/>
          </p:cNvSpPr>
          <p:nvPr>
            <p:ph idx="1"/>
          </p:nvPr>
        </p:nvSpPr>
        <p:spPr/>
        <p:txBody>
          <a:bodyPr/>
          <a:lstStyle/>
          <a:p>
            <a:endParaRPr lang="en-US"/>
          </a:p>
        </p:txBody>
      </p:sp>
      <p:pic>
        <p:nvPicPr>
          <p:cNvPr id="9" name="Billede 6">
            <a:extLst>
              <a:ext uri="{FF2B5EF4-FFF2-40B4-BE49-F238E27FC236}">
                <a16:creationId xmlns:a16="http://schemas.microsoft.com/office/drawing/2014/main" id="{DBFA40CD-744F-62B3-4779-58E50FBEA102}"/>
              </a:ext>
            </a:extLst>
          </p:cNvPr>
          <p:cNvPicPr>
            <a:picLocks noChangeAspect="1"/>
          </p:cNvPicPr>
          <p:nvPr/>
        </p:nvPicPr>
        <p:blipFill>
          <a:blip r:embed="rId8"/>
          <a:stretch>
            <a:fillRect/>
          </a:stretch>
        </p:blipFill>
        <p:spPr>
          <a:xfrm>
            <a:off x="12552044" y="1238594"/>
            <a:ext cx="6335439" cy="4771133"/>
          </a:xfrm>
          <a:prstGeom prst="rect">
            <a:avLst/>
          </a:prstGeom>
        </p:spPr>
      </p:pic>
      <mc:AlternateContent xmlns:mc="http://schemas.openxmlformats.org/markup-compatibility/2006" xmlns:a14="http://schemas.microsoft.com/office/drawing/2010/main">
        <mc:Choice Requires="a14">
          <p:graphicFrame>
            <p:nvGraphicFramePr>
              <p:cNvPr id="10" name="Diagram 9">
                <a:extLst>
                  <a:ext uri="{FF2B5EF4-FFF2-40B4-BE49-F238E27FC236}">
                    <a16:creationId xmlns:a16="http://schemas.microsoft.com/office/drawing/2014/main" id="{FE25D443-CA04-13EF-4F16-7EDAEF408E0A}"/>
                  </a:ext>
                </a:extLst>
              </p:cNvPr>
              <p:cNvGraphicFramePr/>
              <p:nvPr>
                <p:extLst>
                  <p:ext uri="{D42A27DB-BD31-4B8C-83A1-F6EECF244321}">
                    <p14:modId xmlns:p14="http://schemas.microsoft.com/office/powerpoint/2010/main" val="3765539780"/>
                  </p:ext>
                </p:extLst>
              </p:nvPr>
            </p:nvGraphicFramePr>
            <p:xfrm>
              <a:off x="-5791956" y="1238594"/>
              <a:ext cx="4993482" cy="404205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Choice>
        <mc:Fallback xmlns="">
          <p:graphicFrame>
            <p:nvGraphicFramePr>
              <p:cNvPr id="10" name="Diagram 9">
                <a:extLst>
                  <a:ext uri="{FF2B5EF4-FFF2-40B4-BE49-F238E27FC236}">
                    <a16:creationId xmlns:a16="http://schemas.microsoft.com/office/drawing/2014/main" id="{FE25D443-CA04-13EF-4F16-7EDAEF408E0A}"/>
                  </a:ext>
                </a:extLst>
              </p:cNvPr>
              <p:cNvGraphicFramePr/>
              <p:nvPr>
                <p:extLst>
                  <p:ext uri="{D42A27DB-BD31-4B8C-83A1-F6EECF244321}">
                    <p14:modId xmlns:p14="http://schemas.microsoft.com/office/powerpoint/2010/main" val="3765539780"/>
                  </p:ext>
                </p:extLst>
              </p:nvPr>
            </p:nvGraphicFramePr>
            <p:xfrm>
              <a:off x="-5791956" y="1238594"/>
              <a:ext cx="4993482" cy="4042059"/>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mc:Fallback>
      </mc:AlternateContent>
    </p:spTree>
    <p:extLst>
      <p:ext uri="{BB962C8B-B14F-4D97-AF65-F5344CB8AC3E}">
        <p14:creationId xmlns:p14="http://schemas.microsoft.com/office/powerpoint/2010/main" val="5510507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F2EA6-7981-1D0E-0178-66AE83D50D3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3E104B7-C0A5-29CA-0CFD-4C733F6027D6}"/>
              </a:ext>
            </a:extLst>
          </p:cNvPr>
          <p:cNvSpPr>
            <a:spLocks noGrp="1"/>
          </p:cNvSpPr>
          <p:nvPr>
            <p:ph type="title"/>
          </p:nvPr>
        </p:nvSpPr>
        <p:spPr>
          <a:xfrm>
            <a:off x="588963" y="620714"/>
            <a:ext cx="11012488" cy="863599"/>
          </a:xfrm>
        </p:spPr>
        <p:txBody>
          <a:bodyPr anchor="t">
            <a:normAutofit/>
          </a:bodyPr>
          <a:lstStyle/>
          <a:p>
            <a:r>
              <a:rPr lang="en-US" dirty="0"/>
              <a:t>Limitations</a:t>
            </a:r>
          </a:p>
        </p:txBody>
      </p:sp>
      <mc:AlternateContent xmlns:mc="http://schemas.openxmlformats.org/markup-compatibility/2006" xmlns:a14="http://schemas.microsoft.com/office/drawing/2010/main">
        <mc:Choice Requires="a14">
          <p:graphicFrame>
            <p:nvGraphicFramePr>
              <p:cNvPr id="3" name="Content Placeholder 2">
                <a:extLst>
                  <a:ext uri="{FF2B5EF4-FFF2-40B4-BE49-F238E27FC236}">
                    <a16:creationId xmlns:a16="http://schemas.microsoft.com/office/drawing/2014/main" id="{BF281521-0EDB-6316-3DDB-4BEE8D00FBC1}"/>
                  </a:ext>
                </a:extLst>
              </p:cNvPr>
              <p:cNvGraphicFramePr>
                <a:graphicFrameLocks noGrp="1"/>
              </p:cNvGraphicFramePr>
              <p:nvPr>
                <p:ph idx="1"/>
                <p:extLst>
                  <p:ext uri="{D42A27DB-BD31-4B8C-83A1-F6EECF244321}">
                    <p14:modId xmlns:p14="http://schemas.microsoft.com/office/powerpoint/2010/main" val="1544141080"/>
                  </p:ext>
                </p:extLst>
              </p:nvPr>
            </p:nvGraphicFramePr>
            <p:xfrm>
              <a:off x="541750" y="1303601"/>
              <a:ext cx="11059700" cy="16681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3" name="Content Placeholder 2">
                <a:extLst>
                  <a:ext uri="{FF2B5EF4-FFF2-40B4-BE49-F238E27FC236}">
                    <a16:creationId xmlns:a16="http://schemas.microsoft.com/office/drawing/2014/main" id="{BF281521-0EDB-6316-3DDB-4BEE8D00FBC1}"/>
                  </a:ext>
                </a:extLst>
              </p:cNvPr>
              <p:cNvGraphicFramePr>
                <a:graphicFrameLocks noGrp="1"/>
              </p:cNvGraphicFramePr>
              <p:nvPr>
                <p:ph idx="1"/>
                <p:extLst>
                  <p:ext uri="{D42A27DB-BD31-4B8C-83A1-F6EECF244321}">
                    <p14:modId xmlns:p14="http://schemas.microsoft.com/office/powerpoint/2010/main" val="1544141080"/>
                  </p:ext>
                </p:extLst>
              </p:nvPr>
            </p:nvGraphicFramePr>
            <p:xfrm>
              <a:off x="541750" y="1303601"/>
              <a:ext cx="11059700" cy="166819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
        <p:nvSpPr>
          <p:cNvPr id="5" name="Pladsholder til dato 4">
            <a:extLst>
              <a:ext uri="{FF2B5EF4-FFF2-40B4-BE49-F238E27FC236}">
                <a16:creationId xmlns:a16="http://schemas.microsoft.com/office/drawing/2014/main" id="{2F3E41B1-6FFF-B68B-F35F-AF8ACFA8F548}"/>
              </a:ext>
            </a:extLst>
          </p:cNvPr>
          <p:cNvSpPr>
            <a:spLocks noGrp="1"/>
          </p:cNvSpPr>
          <p:nvPr>
            <p:ph type="dt" sz="half" idx="10"/>
          </p:nvPr>
        </p:nvSpPr>
        <p:spPr>
          <a:xfrm>
            <a:off x="10329111" y="85745"/>
            <a:ext cx="814976" cy="176797"/>
          </a:xfrm>
        </p:spPr>
        <p:txBody>
          <a:bodyPr anchor="b">
            <a:normAutofit/>
          </a:bodyPr>
          <a:lstStyle/>
          <a:p>
            <a:pPr>
              <a:spcAft>
                <a:spcPts val="600"/>
              </a:spcAft>
            </a:pPr>
            <a:fld id="{BAE4B30B-D853-4AE6-9B99-718FF91CCB22}" type="datetime1">
              <a:rPr lang="en-GB" smtClean="0"/>
              <a:pPr>
                <a:spcAft>
                  <a:spcPts val="600"/>
                </a:spcAft>
              </a:pPr>
              <a:t>24/06/2026</a:t>
            </a:fld>
            <a:endParaRPr lang="en-GB"/>
          </a:p>
        </p:txBody>
      </p:sp>
      <p:sp>
        <p:nvSpPr>
          <p:cNvPr id="6" name="Pladsholder til slidenummer 5">
            <a:extLst>
              <a:ext uri="{FF2B5EF4-FFF2-40B4-BE49-F238E27FC236}">
                <a16:creationId xmlns:a16="http://schemas.microsoft.com/office/drawing/2014/main" id="{41C4C1F2-3A2E-4255-A408-3A43132CBD8C}"/>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58</a:t>
            </a:fld>
            <a:endParaRPr lang="en-GB"/>
          </a:p>
        </p:txBody>
      </p:sp>
      <p:graphicFrame>
        <p:nvGraphicFramePr>
          <p:cNvPr id="4" name="Content Placeholder 6">
            <a:extLst>
              <a:ext uri="{FF2B5EF4-FFF2-40B4-BE49-F238E27FC236}">
                <a16:creationId xmlns:a16="http://schemas.microsoft.com/office/drawing/2014/main" id="{9F389C9A-AD3B-A8A0-3E27-9069B24F825C}"/>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2419530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D76FC-733F-D872-52D2-48CBB3FF83B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0A714A8-8D70-CA04-AD9E-E902921D41D2}"/>
              </a:ext>
            </a:extLst>
          </p:cNvPr>
          <p:cNvSpPr>
            <a:spLocks noGrp="1"/>
          </p:cNvSpPr>
          <p:nvPr>
            <p:ph type="title"/>
          </p:nvPr>
        </p:nvSpPr>
        <p:spPr>
          <a:xfrm>
            <a:off x="588963" y="620714"/>
            <a:ext cx="11012488" cy="863599"/>
          </a:xfrm>
        </p:spPr>
        <p:txBody>
          <a:bodyPr anchor="t">
            <a:normAutofit/>
          </a:bodyPr>
          <a:lstStyle/>
          <a:p>
            <a:r>
              <a:rPr lang="en-US" dirty="0"/>
              <a:t>Limitations</a:t>
            </a:r>
          </a:p>
        </p:txBody>
      </p:sp>
      <mc:AlternateContent xmlns:mc="http://schemas.openxmlformats.org/markup-compatibility/2006" xmlns:a14="http://schemas.microsoft.com/office/drawing/2010/main">
        <mc:Choice Requires="a14">
          <p:graphicFrame>
            <p:nvGraphicFramePr>
              <p:cNvPr id="3" name="Content Placeholder 2">
                <a:extLst>
                  <a:ext uri="{FF2B5EF4-FFF2-40B4-BE49-F238E27FC236}">
                    <a16:creationId xmlns:a16="http://schemas.microsoft.com/office/drawing/2014/main" id="{AD1C2A6E-C215-85C8-E9D2-89BD37363676}"/>
                  </a:ext>
                </a:extLst>
              </p:cNvPr>
              <p:cNvGraphicFramePr>
                <a:graphicFrameLocks noGrp="1"/>
              </p:cNvGraphicFramePr>
              <p:nvPr>
                <p:ph idx="1"/>
                <p:extLst>
                  <p:ext uri="{D42A27DB-BD31-4B8C-83A1-F6EECF244321}">
                    <p14:modId xmlns:p14="http://schemas.microsoft.com/office/powerpoint/2010/main" val="2355028225"/>
                  </p:ext>
                </p:extLst>
              </p:nvPr>
            </p:nvGraphicFramePr>
            <p:xfrm>
              <a:off x="541750" y="1303600"/>
              <a:ext cx="11059700" cy="25618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3" name="Content Placeholder 2">
                <a:extLst>
                  <a:ext uri="{FF2B5EF4-FFF2-40B4-BE49-F238E27FC236}">
                    <a16:creationId xmlns:a16="http://schemas.microsoft.com/office/drawing/2014/main" id="{AD1C2A6E-C215-85C8-E9D2-89BD37363676}"/>
                  </a:ext>
                </a:extLst>
              </p:cNvPr>
              <p:cNvGraphicFramePr>
                <a:graphicFrameLocks noGrp="1"/>
              </p:cNvGraphicFramePr>
              <p:nvPr>
                <p:ph idx="1"/>
                <p:extLst>
                  <p:ext uri="{D42A27DB-BD31-4B8C-83A1-F6EECF244321}">
                    <p14:modId xmlns:p14="http://schemas.microsoft.com/office/powerpoint/2010/main" val="2355028225"/>
                  </p:ext>
                </p:extLst>
              </p:nvPr>
            </p:nvGraphicFramePr>
            <p:xfrm>
              <a:off x="541750" y="1303600"/>
              <a:ext cx="11059700" cy="256181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
        <p:nvSpPr>
          <p:cNvPr id="5" name="Pladsholder til dato 4">
            <a:extLst>
              <a:ext uri="{FF2B5EF4-FFF2-40B4-BE49-F238E27FC236}">
                <a16:creationId xmlns:a16="http://schemas.microsoft.com/office/drawing/2014/main" id="{D5BA6024-5F69-036D-1D74-17E57959A98E}"/>
              </a:ext>
            </a:extLst>
          </p:cNvPr>
          <p:cNvSpPr>
            <a:spLocks noGrp="1"/>
          </p:cNvSpPr>
          <p:nvPr>
            <p:ph type="dt" sz="half" idx="10"/>
          </p:nvPr>
        </p:nvSpPr>
        <p:spPr>
          <a:xfrm>
            <a:off x="10329111" y="85745"/>
            <a:ext cx="814976" cy="176797"/>
          </a:xfrm>
        </p:spPr>
        <p:txBody>
          <a:bodyPr anchor="b">
            <a:normAutofit/>
          </a:bodyPr>
          <a:lstStyle/>
          <a:p>
            <a:pPr>
              <a:spcAft>
                <a:spcPts val="600"/>
              </a:spcAft>
            </a:pPr>
            <a:fld id="{BAE4B30B-D853-4AE6-9B99-718FF91CCB22}" type="datetime1">
              <a:rPr lang="en-GB" smtClean="0"/>
              <a:pPr>
                <a:spcAft>
                  <a:spcPts val="600"/>
                </a:spcAft>
              </a:pPr>
              <a:t>24/06/2026</a:t>
            </a:fld>
            <a:endParaRPr lang="en-GB"/>
          </a:p>
        </p:txBody>
      </p:sp>
      <p:sp>
        <p:nvSpPr>
          <p:cNvPr id="6" name="Pladsholder til slidenummer 5">
            <a:extLst>
              <a:ext uri="{FF2B5EF4-FFF2-40B4-BE49-F238E27FC236}">
                <a16:creationId xmlns:a16="http://schemas.microsoft.com/office/drawing/2014/main" id="{570CC88F-78A1-0C7B-B527-521276D98976}"/>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59</a:t>
            </a:fld>
            <a:endParaRPr lang="en-GB"/>
          </a:p>
        </p:txBody>
      </p:sp>
      <p:graphicFrame>
        <p:nvGraphicFramePr>
          <p:cNvPr id="4" name="Content Placeholder 6">
            <a:extLst>
              <a:ext uri="{FF2B5EF4-FFF2-40B4-BE49-F238E27FC236}">
                <a16:creationId xmlns:a16="http://schemas.microsoft.com/office/drawing/2014/main" id="{ECFC1B8E-F0D3-7E56-5596-DB7ED6FF0030}"/>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15280307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943BB-05B2-01EA-DAB5-0D706D37FA3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E75DA1B-CC03-A9F2-BE5C-DF6DD16B2FCA}"/>
              </a:ext>
            </a:extLst>
          </p:cNvPr>
          <p:cNvSpPr>
            <a:spLocks noGrp="1"/>
          </p:cNvSpPr>
          <p:nvPr>
            <p:ph type="title"/>
          </p:nvPr>
        </p:nvSpPr>
        <p:spPr>
          <a:xfrm>
            <a:off x="588963" y="620714"/>
            <a:ext cx="11012488" cy="863599"/>
          </a:xfrm>
        </p:spPr>
        <p:txBody>
          <a:bodyPr anchor="t">
            <a:normAutofit/>
          </a:bodyPr>
          <a:lstStyle/>
          <a:p>
            <a:r>
              <a:rPr lang="en-US" dirty="0"/>
              <a:t>Limitations</a:t>
            </a:r>
          </a:p>
        </p:txBody>
      </p:sp>
      <mc:AlternateContent xmlns:mc="http://schemas.openxmlformats.org/markup-compatibility/2006" xmlns:a14="http://schemas.microsoft.com/office/drawing/2010/main">
        <mc:Choice Requires="a14">
          <p:graphicFrame>
            <p:nvGraphicFramePr>
              <p:cNvPr id="3" name="Content Placeholder 2">
                <a:extLst>
                  <a:ext uri="{FF2B5EF4-FFF2-40B4-BE49-F238E27FC236}">
                    <a16:creationId xmlns:a16="http://schemas.microsoft.com/office/drawing/2014/main" id="{565375F6-1789-2C9C-414A-B2CC438F9DBB}"/>
                  </a:ext>
                </a:extLst>
              </p:cNvPr>
              <p:cNvGraphicFramePr>
                <a:graphicFrameLocks noGrp="1"/>
              </p:cNvGraphicFramePr>
              <p:nvPr>
                <p:ph idx="1"/>
                <p:extLst>
                  <p:ext uri="{D42A27DB-BD31-4B8C-83A1-F6EECF244321}">
                    <p14:modId xmlns:p14="http://schemas.microsoft.com/office/powerpoint/2010/main" val="2417371462"/>
                  </p:ext>
                </p:extLst>
              </p:nvPr>
            </p:nvGraphicFramePr>
            <p:xfrm>
              <a:off x="541750" y="1303601"/>
              <a:ext cx="11059700" cy="33307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3" name="Content Placeholder 2">
                <a:extLst>
                  <a:ext uri="{FF2B5EF4-FFF2-40B4-BE49-F238E27FC236}">
                    <a16:creationId xmlns:a16="http://schemas.microsoft.com/office/drawing/2014/main" id="{565375F6-1789-2C9C-414A-B2CC438F9DBB}"/>
                  </a:ext>
                </a:extLst>
              </p:cNvPr>
              <p:cNvGraphicFramePr>
                <a:graphicFrameLocks noGrp="1"/>
              </p:cNvGraphicFramePr>
              <p:nvPr>
                <p:ph idx="1"/>
                <p:extLst>
                  <p:ext uri="{D42A27DB-BD31-4B8C-83A1-F6EECF244321}">
                    <p14:modId xmlns:p14="http://schemas.microsoft.com/office/powerpoint/2010/main" val="2417371462"/>
                  </p:ext>
                </p:extLst>
              </p:nvPr>
            </p:nvGraphicFramePr>
            <p:xfrm>
              <a:off x="541750" y="1303601"/>
              <a:ext cx="11059700" cy="333074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
        <p:nvSpPr>
          <p:cNvPr id="5" name="Pladsholder til dato 4">
            <a:extLst>
              <a:ext uri="{FF2B5EF4-FFF2-40B4-BE49-F238E27FC236}">
                <a16:creationId xmlns:a16="http://schemas.microsoft.com/office/drawing/2014/main" id="{CD6CD953-82AB-E182-6F25-364F16D4ED75}"/>
              </a:ext>
            </a:extLst>
          </p:cNvPr>
          <p:cNvSpPr>
            <a:spLocks noGrp="1"/>
          </p:cNvSpPr>
          <p:nvPr>
            <p:ph type="dt" sz="half" idx="10"/>
          </p:nvPr>
        </p:nvSpPr>
        <p:spPr>
          <a:xfrm>
            <a:off x="10329111" y="85745"/>
            <a:ext cx="814976" cy="176797"/>
          </a:xfrm>
        </p:spPr>
        <p:txBody>
          <a:bodyPr anchor="b">
            <a:normAutofit/>
          </a:bodyPr>
          <a:lstStyle/>
          <a:p>
            <a:pPr>
              <a:spcAft>
                <a:spcPts val="600"/>
              </a:spcAft>
            </a:pPr>
            <a:fld id="{BAE4B30B-D853-4AE6-9B99-718FF91CCB22}" type="datetime1">
              <a:rPr lang="en-GB" smtClean="0"/>
              <a:pPr>
                <a:spcAft>
                  <a:spcPts val="600"/>
                </a:spcAft>
              </a:pPr>
              <a:t>24/06/2026</a:t>
            </a:fld>
            <a:endParaRPr lang="en-GB"/>
          </a:p>
        </p:txBody>
      </p:sp>
      <p:sp>
        <p:nvSpPr>
          <p:cNvPr id="6" name="Pladsholder til slidenummer 5">
            <a:extLst>
              <a:ext uri="{FF2B5EF4-FFF2-40B4-BE49-F238E27FC236}">
                <a16:creationId xmlns:a16="http://schemas.microsoft.com/office/drawing/2014/main" id="{9D96997A-6DA3-DA70-006A-4DCFC7C503F7}"/>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60</a:t>
            </a:fld>
            <a:endParaRPr lang="en-GB"/>
          </a:p>
        </p:txBody>
      </p:sp>
      <p:graphicFrame>
        <p:nvGraphicFramePr>
          <p:cNvPr id="4" name="Content Placeholder 6">
            <a:extLst>
              <a:ext uri="{FF2B5EF4-FFF2-40B4-BE49-F238E27FC236}">
                <a16:creationId xmlns:a16="http://schemas.microsoft.com/office/drawing/2014/main" id="{B684CFA9-D13F-0484-FD62-F686EDBC26B4}"/>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1223052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AC01A-F650-1D44-874B-3913B2EA185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C6E72C4-AF26-21EB-64B7-6BD9BCBE1EBD}"/>
              </a:ext>
            </a:extLst>
          </p:cNvPr>
          <p:cNvSpPr>
            <a:spLocks noGrp="1"/>
          </p:cNvSpPr>
          <p:nvPr>
            <p:ph type="title"/>
          </p:nvPr>
        </p:nvSpPr>
        <p:spPr>
          <a:xfrm>
            <a:off x="588963" y="620714"/>
            <a:ext cx="11012488" cy="863599"/>
          </a:xfrm>
        </p:spPr>
        <p:txBody>
          <a:bodyPr anchor="t">
            <a:normAutofit/>
          </a:bodyPr>
          <a:lstStyle/>
          <a:p>
            <a:r>
              <a:rPr lang="en-US" dirty="0"/>
              <a:t>Limitations</a:t>
            </a:r>
          </a:p>
        </p:txBody>
      </p:sp>
      <mc:AlternateContent xmlns:mc="http://schemas.openxmlformats.org/markup-compatibility/2006" xmlns:a14="http://schemas.microsoft.com/office/drawing/2010/main">
        <mc:Choice Requires="a14">
          <p:graphicFrame>
            <p:nvGraphicFramePr>
              <p:cNvPr id="3" name="Content Placeholder 2">
                <a:extLst>
                  <a:ext uri="{FF2B5EF4-FFF2-40B4-BE49-F238E27FC236}">
                    <a16:creationId xmlns:a16="http://schemas.microsoft.com/office/drawing/2014/main" id="{88589783-3062-4557-B5EF-BD902D929225}"/>
                  </a:ext>
                </a:extLst>
              </p:cNvPr>
              <p:cNvGraphicFramePr>
                <a:graphicFrameLocks noGrp="1"/>
              </p:cNvGraphicFramePr>
              <p:nvPr>
                <p:ph idx="1"/>
                <p:extLst>
                  <p:ext uri="{D42A27DB-BD31-4B8C-83A1-F6EECF244321}">
                    <p14:modId xmlns:p14="http://schemas.microsoft.com/office/powerpoint/2010/main" val="752284673"/>
                  </p:ext>
                </p:extLst>
              </p:nvPr>
            </p:nvGraphicFramePr>
            <p:xfrm>
              <a:off x="541750" y="1303601"/>
              <a:ext cx="11059700" cy="40179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3" name="Content Placeholder 2">
                <a:extLst>
                  <a:ext uri="{FF2B5EF4-FFF2-40B4-BE49-F238E27FC236}">
                    <a16:creationId xmlns:a16="http://schemas.microsoft.com/office/drawing/2014/main" id="{88589783-3062-4557-B5EF-BD902D929225}"/>
                  </a:ext>
                </a:extLst>
              </p:cNvPr>
              <p:cNvGraphicFramePr>
                <a:graphicFrameLocks noGrp="1"/>
              </p:cNvGraphicFramePr>
              <p:nvPr>
                <p:ph idx="1"/>
                <p:extLst>
                  <p:ext uri="{D42A27DB-BD31-4B8C-83A1-F6EECF244321}">
                    <p14:modId xmlns:p14="http://schemas.microsoft.com/office/powerpoint/2010/main" val="752284673"/>
                  </p:ext>
                </p:extLst>
              </p:nvPr>
            </p:nvGraphicFramePr>
            <p:xfrm>
              <a:off x="541750" y="1303601"/>
              <a:ext cx="11059700" cy="401793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
        <p:nvSpPr>
          <p:cNvPr id="5" name="Pladsholder til dato 4">
            <a:extLst>
              <a:ext uri="{FF2B5EF4-FFF2-40B4-BE49-F238E27FC236}">
                <a16:creationId xmlns:a16="http://schemas.microsoft.com/office/drawing/2014/main" id="{2DEAF487-03FD-DE07-ADA5-3311D4034DA7}"/>
              </a:ext>
            </a:extLst>
          </p:cNvPr>
          <p:cNvSpPr>
            <a:spLocks noGrp="1"/>
          </p:cNvSpPr>
          <p:nvPr>
            <p:ph type="dt" sz="half" idx="10"/>
          </p:nvPr>
        </p:nvSpPr>
        <p:spPr>
          <a:xfrm>
            <a:off x="10329111" y="85745"/>
            <a:ext cx="814976" cy="176797"/>
          </a:xfrm>
        </p:spPr>
        <p:txBody>
          <a:bodyPr anchor="b">
            <a:normAutofit/>
          </a:bodyPr>
          <a:lstStyle/>
          <a:p>
            <a:pPr>
              <a:spcAft>
                <a:spcPts val="600"/>
              </a:spcAft>
            </a:pPr>
            <a:fld id="{BAE4B30B-D853-4AE6-9B99-718FF91CCB22}" type="datetime1">
              <a:rPr lang="en-GB" smtClean="0"/>
              <a:pPr>
                <a:spcAft>
                  <a:spcPts val="600"/>
                </a:spcAft>
              </a:pPr>
              <a:t>24/06/2026</a:t>
            </a:fld>
            <a:endParaRPr lang="en-GB"/>
          </a:p>
        </p:txBody>
      </p:sp>
      <p:sp>
        <p:nvSpPr>
          <p:cNvPr id="6" name="Pladsholder til slidenummer 5">
            <a:extLst>
              <a:ext uri="{FF2B5EF4-FFF2-40B4-BE49-F238E27FC236}">
                <a16:creationId xmlns:a16="http://schemas.microsoft.com/office/drawing/2014/main" id="{2BFAAE60-0A9F-2021-FFD6-8211107E5B42}"/>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61</a:t>
            </a:fld>
            <a:endParaRPr lang="en-GB"/>
          </a:p>
        </p:txBody>
      </p:sp>
      <p:graphicFrame>
        <p:nvGraphicFramePr>
          <p:cNvPr id="4" name="Content Placeholder 6">
            <a:extLst>
              <a:ext uri="{FF2B5EF4-FFF2-40B4-BE49-F238E27FC236}">
                <a16:creationId xmlns:a16="http://schemas.microsoft.com/office/drawing/2014/main" id="{C3A59EB2-AE31-36C9-7211-977A8FD2AD9F}"/>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2589537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2AE82-F9C4-CEF0-8B30-B8B75DB1AE3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E9351FA-D053-459E-2E94-2E26BE197473}"/>
              </a:ext>
            </a:extLst>
          </p:cNvPr>
          <p:cNvSpPr>
            <a:spLocks noGrp="1"/>
          </p:cNvSpPr>
          <p:nvPr>
            <p:ph type="title"/>
          </p:nvPr>
        </p:nvSpPr>
        <p:spPr>
          <a:xfrm>
            <a:off x="588963" y="620714"/>
            <a:ext cx="11012488" cy="863599"/>
          </a:xfrm>
        </p:spPr>
        <p:txBody>
          <a:bodyPr anchor="t">
            <a:normAutofit/>
          </a:bodyPr>
          <a:lstStyle/>
          <a:p>
            <a:r>
              <a:rPr lang="en-US" dirty="0"/>
              <a:t>Limitations</a:t>
            </a:r>
          </a:p>
        </p:txBody>
      </p:sp>
      <mc:AlternateContent xmlns:mc="http://schemas.openxmlformats.org/markup-compatibility/2006" xmlns:a14="http://schemas.microsoft.com/office/drawing/2010/main">
        <mc:Choice Requires="a14">
          <p:graphicFrame>
            <p:nvGraphicFramePr>
              <p:cNvPr id="3" name="Content Placeholder 2">
                <a:extLst>
                  <a:ext uri="{FF2B5EF4-FFF2-40B4-BE49-F238E27FC236}">
                    <a16:creationId xmlns:a16="http://schemas.microsoft.com/office/drawing/2014/main" id="{0F7BEB53-4091-45BD-390D-CB800C115466}"/>
                  </a:ext>
                </a:extLst>
              </p:cNvPr>
              <p:cNvGraphicFramePr>
                <a:graphicFrameLocks noGrp="1"/>
              </p:cNvGraphicFramePr>
              <p:nvPr>
                <p:ph idx="1"/>
              </p:nvPr>
            </p:nvGraphicFramePr>
            <p:xfrm>
              <a:off x="541750" y="1303600"/>
              <a:ext cx="11059700" cy="47773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3" name="Content Placeholder 2">
                <a:extLst>
                  <a:ext uri="{FF2B5EF4-FFF2-40B4-BE49-F238E27FC236}">
                    <a16:creationId xmlns:a16="http://schemas.microsoft.com/office/drawing/2014/main" id="{0F7BEB53-4091-45BD-390D-CB800C115466}"/>
                  </a:ext>
                </a:extLst>
              </p:cNvPr>
              <p:cNvGraphicFramePr>
                <a:graphicFrameLocks noGrp="1"/>
              </p:cNvGraphicFramePr>
              <p:nvPr>
                <p:ph idx="1"/>
              </p:nvPr>
            </p:nvGraphicFramePr>
            <p:xfrm>
              <a:off x="541750" y="1303600"/>
              <a:ext cx="11059700" cy="477733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
        <p:nvSpPr>
          <p:cNvPr id="5" name="Pladsholder til dato 4">
            <a:extLst>
              <a:ext uri="{FF2B5EF4-FFF2-40B4-BE49-F238E27FC236}">
                <a16:creationId xmlns:a16="http://schemas.microsoft.com/office/drawing/2014/main" id="{5EE939B5-D379-BE10-BCEE-072A70F7FE23}"/>
              </a:ext>
            </a:extLst>
          </p:cNvPr>
          <p:cNvSpPr>
            <a:spLocks noGrp="1"/>
          </p:cNvSpPr>
          <p:nvPr>
            <p:ph type="dt" sz="half" idx="10"/>
          </p:nvPr>
        </p:nvSpPr>
        <p:spPr>
          <a:xfrm>
            <a:off x="10329111" y="85745"/>
            <a:ext cx="814976" cy="176797"/>
          </a:xfrm>
        </p:spPr>
        <p:txBody>
          <a:bodyPr anchor="b">
            <a:normAutofit/>
          </a:bodyPr>
          <a:lstStyle/>
          <a:p>
            <a:pPr>
              <a:spcAft>
                <a:spcPts val="600"/>
              </a:spcAft>
            </a:pPr>
            <a:fld id="{BAE4B30B-D853-4AE6-9B99-718FF91CCB22}" type="datetime1">
              <a:rPr lang="en-GB" smtClean="0"/>
              <a:pPr>
                <a:spcAft>
                  <a:spcPts val="600"/>
                </a:spcAft>
              </a:pPr>
              <a:t>24/06/2026</a:t>
            </a:fld>
            <a:endParaRPr lang="en-GB"/>
          </a:p>
        </p:txBody>
      </p:sp>
      <p:sp>
        <p:nvSpPr>
          <p:cNvPr id="6" name="Pladsholder til slidenummer 5">
            <a:extLst>
              <a:ext uri="{FF2B5EF4-FFF2-40B4-BE49-F238E27FC236}">
                <a16:creationId xmlns:a16="http://schemas.microsoft.com/office/drawing/2014/main" id="{C144A260-8B6A-59BE-CB89-80AC4F1FF3B5}"/>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62</a:t>
            </a:fld>
            <a:endParaRPr lang="en-GB"/>
          </a:p>
        </p:txBody>
      </p:sp>
      <p:graphicFrame>
        <p:nvGraphicFramePr>
          <p:cNvPr id="4" name="Content Placeholder 6">
            <a:extLst>
              <a:ext uri="{FF2B5EF4-FFF2-40B4-BE49-F238E27FC236}">
                <a16:creationId xmlns:a16="http://schemas.microsoft.com/office/drawing/2014/main" id="{341FEE63-D4AA-F818-3450-4A5A75DE4833}"/>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6163922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786FC-5800-BA81-35B7-5B510D80C3DF}"/>
              </a:ext>
            </a:extLst>
          </p:cNvPr>
          <p:cNvSpPr>
            <a:spLocks noGrp="1"/>
          </p:cNvSpPr>
          <p:nvPr>
            <p:ph type="title"/>
          </p:nvPr>
        </p:nvSpPr>
        <p:spPr/>
        <p:txBody>
          <a:bodyPr/>
          <a:lstStyle/>
          <a:p>
            <a:r>
              <a:rPr lang="en-US" noProof="0" dirty="0"/>
              <a:t>Final conclusion</a:t>
            </a:r>
          </a:p>
        </p:txBody>
      </p:sp>
      <p:sp>
        <p:nvSpPr>
          <p:cNvPr id="3" name="Date Placeholder 2">
            <a:extLst>
              <a:ext uri="{FF2B5EF4-FFF2-40B4-BE49-F238E27FC236}">
                <a16:creationId xmlns:a16="http://schemas.microsoft.com/office/drawing/2014/main" id="{FCD359E9-C4F1-EC18-664A-5B335F5535A2}"/>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65B1E622-EE0D-F992-A371-B68FD8B12E90}"/>
              </a:ext>
            </a:extLst>
          </p:cNvPr>
          <p:cNvSpPr>
            <a:spLocks noGrp="1"/>
          </p:cNvSpPr>
          <p:nvPr>
            <p:ph type="sldNum" sz="quarter" idx="12"/>
          </p:nvPr>
        </p:nvSpPr>
        <p:spPr/>
        <p:txBody>
          <a:bodyPr/>
          <a:lstStyle/>
          <a:p>
            <a:fld id="{091A926C-488A-4E3E-9C21-57CAA120E114}" type="slidenum">
              <a:rPr lang="en-GB" smtClean="0"/>
              <a:t>63</a:t>
            </a:fld>
            <a:endParaRPr lang="en-GB" dirty="0"/>
          </a:p>
        </p:txBody>
      </p:sp>
      <p:graphicFrame>
        <p:nvGraphicFramePr>
          <p:cNvPr id="8" name="Content Placeholder 6">
            <a:extLst>
              <a:ext uri="{FF2B5EF4-FFF2-40B4-BE49-F238E27FC236}">
                <a16:creationId xmlns:a16="http://schemas.microsoft.com/office/drawing/2014/main" id="{F44C7CAD-F494-7A52-34CD-CC0DA3F3C4C2}"/>
              </a:ext>
            </a:extLst>
          </p:cNvPr>
          <p:cNvGraphicFramePr>
            <a:graphicFrameLocks/>
          </p:cNvGraphicFramePr>
          <p:nvPr>
            <p:extLst>
              <p:ext uri="{D42A27DB-BD31-4B8C-83A1-F6EECF244321}">
                <p14:modId xmlns:p14="http://schemas.microsoft.com/office/powerpoint/2010/main" val="2139773518"/>
              </p:ext>
            </p:extLst>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52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AC098-3FA5-B980-3194-95366BA7F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33D7A6-631E-CCC6-2933-ACFC3D098327}"/>
              </a:ext>
            </a:extLst>
          </p:cNvPr>
          <p:cNvSpPr>
            <a:spLocks noGrp="1"/>
          </p:cNvSpPr>
          <p:nvPr>
            <p:ph type="title"/>
          </p:nvPr>
        </p:nvSpPr>
        <p:spPr/>
        <p:txBody>
          <a:bodyPr/>
          <a:lstStyle/>
          <a:p>
            <a:r>
              <a:rPr lang="en-US" dirty="0"/>
              <a:t>Final conclusion</a:t>
            </a:r>
          </a:p>
        </p:txBody>
      </p:sp>
      <p:sp>
        <p:nvSpPr>
          <p:cNvPr id="3" name="Date Placeholder 2">
            <a:extLst>
              <a:ext uri="{FF2B5EF4-FFF2-40B4-BE49-F238E27FC236}">
                <a16:creationId xmlns:a16="http://schemas.microsoft.com/office/drawing/2014/main" id="{E50C2B18-7022-2531-188B-C2A28D43C851}"/>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8A85FF58-9523-75AB-9D60-6E2C4283C06C}"/>
              </a:ext>
            </a:extLst>
          </p:cNvPr>
          <p:cNvSpPr>
            <a:spLocks noGrp="1"/>
          </p:cNvSpPr>
          <p:nvPr>
            <p:ph type="sldNum" sz="quarter" idx="12"/>
          </p:nvPr>
        </p:nvSpPr>
        <p:spPr/>
        <p:txBody>
          <a:bodyPr/>
          <a:lstStyle/>
          <a:p>
            <a:fld id="{091A926C-488A-4E3E-9C21-57CAA120E114}" type="slidenum">
              <a:rPr lang="en-GB" smtClean="0"/>
              <a:t>64</a:t>
            </a:fld>
            <a:endParaRPr lang="en-GB" dirty="0"/>
          </a:p>
        </p:txBody>
      </p:sp>
      <p:graphicFrame>
        <p:nvGraphicFramePr>
          <p:cNvPr id="7" name="Diagram 6">
            <a:extLst>
              <a:ext uri="{FF2B5EF4-FFF2-40B4-BE49-F238E27FC236}">
                <a16:creationId xmlns:a16="http://schemas.microsoft.com/office/drawing/2014/main" id="{022E34F0-FFFA-3C5B-9080-12E05499A46A}"/>
              </a:ext>
            </a:extLst>
          </p:cNvPr>
          <p:cNvGraphicFramePr/>
          <p:nvPr>
            <p:extLst>
              <p:ext uri="{D42A27DB-BD31-4B8C-83A1-F6EECF244321}">
                <p14:modId xmlns:p14="http://schemas.microsoft.com/office/powerpoint/2010/main" val="3172604442"/>
              </p:ext>
            </p:extLst>
          </p:nvPr>
        </p:nvGraphicFramePr>
        <p:xfrm>
          <a:off x="3981180" y="1485572"/>
          <a:ext cx="4229639" cy="15485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Content Placeholder 6">
            <a:extLst>
              <a:ext uri="{FF2B5EF4-FFF2-40B4-BE49-F238E27FC236}">
                <a16:creationId xmlns:a16="http://schemas.microsoft.com/office/drawing/2014/main" id="{424F7DBB-DDA0-D5EE-5C92-29140657D0D6}"/>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847059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ABD54-EFA4-3533-CB92-0D23B188F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A57DF-FA23-F16C-B040-0DAD671EF40B}"/>
              </a:ext>
            </a:extLst>
          </p:cNvPr>
          <p:cNvSpPr>
            <a:spLocks noGrp="1"/>
          </p:cNvSpPr>
          <p:nvPr>
            <p:ph type="title"/>
          </p:nvPr>
        </p:nvSpPr>
        <p:spPr/>
        <p:txBody>
          <a:bodyPr/>
          <a:lstStyle/>
          <a:p>
            <a:r>
              <a:rPr lang="en-US" dirty="0"/>
              <a:t>Final conclusion</a:t>
            </a:r>
          </a:p>
        </p:txBody>
      </p:sp>
      <p:sp>
        <p:nvSpPr>
          <p:cNvPr id="3" name="Date Placeholder 2">
            <a:extLst>
              <a:ext uri="{FF2B5EF4-FFF2-40B4-BE49-F238E27FC236}">
                <a16:creationId xmlns:a16="http://schemas.microsoft.com/office/drawing/2014/main" id="{2BC07C83-5D02-B002-7082-1488348E99F2}"/>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F2AC85EB-0FDD-D0E0-CD19-E8B52762FF8A}"/>
              </a:ext>
            </a:extLst>
          </p:cNvPr>
          <p:cNvSpPr>
            <a:spLocks noGrp="1"/>
          </p:cNvSpPr>
          <p:nvPr>
            <p:ph type="sldNum" sz="quarter" idx="12"/>
          </p:nvPr>
        </p:nvSpPr>
        <p:spPr/>
        <p:txBody>
          <a:bodyPr/>
          <a:lstStyle/>
          <a:p>
            <a:fld id="{091A926C-488A-4E3E-9C21-57CAA120E114}" type="slidenum">
              <a:rPr lang="en-GB" smtClean="0"/>
              <a:t>65</a:t>
            </a:fld>
            <a:endParaRPr lang="en-GB" dirty="0"/>
          </a:p>
        </p:txBody>
      </p:sp>
      <p:graphicFrame>
        <p:nvGraphicFramePr>
          <p:cNvPr id="7" name="Diagram 6">
            <a:extLst>
              <a:ext uri="{FF2B5EF4-FFF2-40B4-BE49-F238E27FC236}">
                <a16:creationId xmlns:a16="http://schemas.microsoft.com/office/drawing/2014/main" id="{7BFADF81-A7EB-1945-D1D6-B80538F5A0C6}"/>
              </a:ext>
            </a:extLst>
          </p:cNvPr>
          <p:cNvGraphicFramePr/>
          <p:nvPr>
            <p:extLst>
              <p:ext uri="{D42A27DB-BD31-4B8C-83A1-F6EECF244321}">
                <p14:modId xmlns:p14="http://schemas.microsoft.com/office/powerpoint/2010/main" val="1290511754"/>
              </p:ext>
            </p:extLst>
          </p:nvPr>
        </p:nvGraphicFramePr>
        <p:xfrm>
          <a:off x="3981180" y="1485573"/>
          <a:ext cx="4229639" cy="28993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Content Placeholder 6">
            <a:extLst>
              <a:ext uri="{FF2B5EF4-FFF2-40B4-BE49-F238E27FC236}">
                <a16:creationId xmlns:a16="http://schemas.microsoft.com/office/drawing/2014/main" id="{C7BDF447-B725-84B4-306A-2DCB55D9FDF7}"/>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046896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01AFE-9E57-AC7B-1972-8958D0C23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7DAF3-F587-199C-5EF6-BE8466A0C77D}"/>
              </a:ext>
            </a:extLst>
          </p:cNvPr>
          <p:cNvSpPr>
            <a:spLocks noGrp="1"/>
          </p:cNvSpPr>
          <p:nvPr>
            <p:ph type="title"/>
          </p:nvPr>
        </p:nvSpPr>
        <p:spPr/>
        <p:txBody>
          <a:bodyPr/>
          <a:lstStyle/>
          <a:p>
            <a:r>
              <a:rPr lang="en-US" dirty="0"/>
              <a:t>Final conclusion</a:t>
            </a:r>
          </a:p>
        </p:txBody>
      </p:sp>
      <p:sp>
        <p:nvSpPr>
          <p:cNvPr id="3" name="Date Placeholder 2">
            <a:extLst>
              <a:ext uri="{FF2B5EF4-FFF2-40B4-BE49-F238E27FC236}">
                <a16:creationId xmlns:a16="http://schemas.microsoft.com/office/drawing/2014/main" id="{EA87B2B7-7BCF-75DA-06BC-BDB6ED4ED777}"/>
              </a:ext>
            </a:extLst>
          </p:cNvPr>
          <p:cNvSpPr>
            <a:spLocks noGrp="1"/>
          </p:cNvSpPr>
          <p:nvPr>
            <p:ph type="dt" sz="half" idx="10"/>
          </p:nvPr>
        </p:nvSpPr>
        <p:spPr/>
        <p:txBody>
          <a:bodyPr/>
          <a:lstStyle/>
          <a:p>
            <a:fld id="{CA98901C-AD74-491C-9322-C106FC5C099A}" type="datetime1">
              <a:rPr lang="en-GB" smtClean="0"/>
              <a:t>24/06/2026</a:t>
            </a:fld>
            <a:endParaRPr lang="en-GB" dirty="0"/>
          </a:p>
        </p:txBody>
      </p:sp>
      <p:sp>
        <p:nvSpPr>
          <p:cNvPr id="4" name="Slide Number Placeholder 3">
            <a:extLst>
              <a:ext uri="{FF2B5EF4-FFF2-40B4-BE49-F238E27FC236}">
                <a16:creationId xmlns:a16="http://schemas.microsoft.com/office/drawing/2014/main" id="{402B7E25-3EE3-7318-F2E0-E1554188AB98}"/>
              </a:ext>
            </a:extLst>
          </p:cNvPr>
          <p:cNvSpPr>
            <a:spLocks noGrp="1"/>
          </p:cNvSpPr>
          <p:nvPr>
            <p:ph type="sldNum" sz="quarter" idx="12"/>
          </p:nvPr>
        </p:nvSpPr>
        <p:spPr/>
        <p:txBody>
          <a:bodyPr/>
          <a:lstStyle/>
          <a:p>
            <a:fld id="{091A926C-488A-4E3E-9C21-57CAA120E114}" type="slidenum">
              <a:rPr lang="en-GB" smtClean="0"/>
              <a:t>66</a:t>
            </a:fld>
            <a:endParaRPr lang="en-GB" dirty="0"/>
          </a:p>
        </p:txBody>
      </p:sp>
      <p:graphicFrame>
        <p:nvGraphicFramePr>
          <p:cNvPr id="7" name="Diagram 6">
            <a:extLst>
              <a:ext uri="{FF2B5EF4-FFF2-40B4-BE49-F238E27FC236}">
                <a16:creationId xmlns:a16="http://schemas.microsoft.com/office/drawing/2014/main" id="{F7F51B4D-A108-14F1-3A22-01B740EB245D}"/>
              </a:ext>
            </a:extLst>
          </p:cNvPr>
          <p:cNvGraphicFramePr/>
          <p:nvPr>
            <p:extLst>
              <p:ext uri="{D42A27DB-BD31-4B8C-83A1-F6EECF244321}">
                <p14:modId xmlns:p14="http://schemas.microsoft.com/office/powerpoint/2010/main" val="1895763206"/>
              </p:ext>
            </p:extLst>
          </p:nvPr>
        </p:nvGraphicFramePr>
        <p:xfrm>
          <a:off x="3981180" y="1485572"/>
          <a:ext cx="4229639" cy="38553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Content Placeholder 6">
            <a:extLst>
              <a:ext uri="{FF2B5EF4-FFF2-40B4-BE49-F238E27FC236}">
                <a16:creationId xmlns:a16="http://schemas.microsoft.com/office/drawing/2014/main" id="{EE05BEC9-8414-5E3E-2FB0-D435FAFB26F9}"/>
              </a:ext>
            </a:extLst>
          </p:cNvPr>
          <p:cNvGraphicFramePr>
            <a:graphicFrameLocks/>
          </p:cNvGraphicFramePr>
          <p:nvPr/>
        </p:nvGraphicFramePr>
        <p:xfrm>
          <a:off x="0" y="6543304"/>
          <a:ext cx="12192000" cy="31469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253565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1C5AB988-E8D0-20BF-F5A5-C6279D580001}"/>
              </a:ext>
            </a:extLst>
          </p:cNvPr>
          <p:cNvSpPr>
            <a:spLocks noGrp="1"/>
          </p:cNvSpPr>
          <p:nvPr>
            <p:ph type="dt" sz="half" idx="10"/>
          </p:nvPr>
        </p:nvSpPr>
        <p:spPr/>
        <p:txBody>
          <a:bodyPr/>
          <a:lstStyle/>
          <a:p>
            <a:fld id="{10C11D8F-85B9-4001-AF63-8B6D3CD2CF9F}" type="datetime1">
              <a:rPr lang="en-GB" smtClean="0"/>
              <a:t>24/06/2026</a:t>
            </a:fld>
            <a:endParaRPr lang="en-GB" dirty="0"/>
          </a:p>
        </p:txBody>
      </p:sp>
      <p:sp>
        <p:nvSpPr>
          <p:cNvPr id="3" name="Titel 2">
            <a:extLst>
              <a:ext uri="{FF2B5EF4-FFF2-40B4-BE49-F238E27FC236}">
                <a16:creationId xmlns:a16="http://schemas.microsoft.com/office/drawing/2014/main" id="{D3EEC8DE-6BB5-1BCC-D6F9-290BF6BE2FFC}"/>
              </a:ext>
            </a:extLst>
          </p:cNvPr>
          <p:cNvSpPr>
            <a:spLocks noGrp="1"/>
          </p:cNvSpPr>
          <p:nvPr>
            <p:ph type="title"/>
          </p:nvPr>
        </p:nvSpPr>
        <p:spPr/>
        <p:txBody>
          <a:bodyPr/>
          <a:lstStyle/>
          <a:p>
            <a:r>
              <a:rPr lang="en-US" dirty="0"/>
              <a:t>Questions</a:t>
            </a:r>
          </a:p>
        </p:txBody>
      </p:sp>
      <p:sp>
        <p:nvSpPr>
          <p:cNvPr id="4" name="Pladsholder til slidenummer 3">
            <a:extLst>
              <a:ext uri="{FF2B5EF4-FFF2-40B4-BE49-F238E27FC236}">
                <a16:creationId xmlns:a16="http://schemas.microsoft.com/office/drawing/2014/main" id="{3A3055CF-A4F2-2949-888F-1E0B1971D491}"/>
              </a:ext>
            </a:extLst>
          </p:cNvPr>
          <p:cNvSpPr>
            <a:spLocks noGrp="1"/>
          </p:cNvSpPr>
          <p:nvPr>
            <p:ph type="sldNum" sz="quarter" idx="12"/>
          </p:nvPr>
        </p:nvSpPr>
        <p:spPr/>
        <p:txBody>
          <a:bodyPr/>
          <a:lstStyle/>
          <a:p>
            <a:fld id="{091A926C-488A-4E3E-9C21-57CAA120E114}" type="slidenum">
              <a:rPr lang="en-GB" smtClean="0"/>
              <a:t>67</a:t>
            </a:fld>
            <a:endParaRPr lang="en-GB" dirty="0"/>
          </a:p>
        </p:txBody>
      </p:sp>
    </p:spTree>
    <p:extLst>
      <p:ext uri="{BB962C8B-B14F-4D97-AF65-F5344CB8AC3E}">
        <p14:creationId xmlns:p14="http://schemas.microsoft.com/office/powerpoint/2010/main" val="1269138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345F0-F654-BB31-2D36-181489F5EC7F}"/>
              </a:ext>
            </a:extLst>
          </p:cNvPr>
          <p:cNvSpPr>
            <a:spLocks noGrp="1"/>
          </p:cNvSpPr>
          <p:nvPr>
            <p:ph type="title"/>
          </p:nvPr>
        </p:nvSpPr>
        <p:spPr/>
        <p:txBody>
          <a:bodyPr/>
          <a:lstStyle/>
          <a:p>
            <a:r>
              <a:rPr lang="en-US" dirty="0"/>
              <a:t>Other relevant equations</a:t>
            </a:r>
          </a:p>
        </p:txBody>
      </p:sp>
      <p:sp>
        <p:nvSpPr>
          <p:cNvPr id="3" name="Date Placeholder 2">
            <a:extLst>
              <a:ext uri="{FF2B5EF4-FFF2-40B4-BE49-F238E27FC236}">
                <a16:creationId xmlns:a16="http://schemas.microsoft.com/office/drawing/2014/main" id="{864E41C0-4E66-ADD5-F32D-ED671C354520}"/>
              </a:ext>
            </a:extLst>
          </p:cNvPr>
          <p:cNvSpPr>
            <a:spLocks noGrp="1"/>
          </p:cNvSpPr>
          <p:nvPr>
            <p:ph type="dt" sz="half" idx="10"/>
          </p:nvPr>
        </p:nvSpPr>
        <p:spPr/>
        <p:txBody>
          <a:bodyPr/>
          <a:lstStyle/>
          <a:p>
            <a:fld id="{CA98901C-AD74-491C-9322-C106FC5C099A}" type="datetime1">
              <a:rPr lang="en-GB" smtClean="0"/>
              <a:t>26/06/2026</a:t>
            </a:fld>
            <a:endParaRPr lang="en-GB" dirty="0"/>
          </a:p>
        </p:txBody>
      </p:sp>
      <p:sp>
        <p:nvSpPr>
          <p:cNvPr id="4" name="Slide Number Placeholder 3">
            <a:extLst>
              <a:ext uri="{FF2B5EF4-FFF2-40B4-BE49-F238E27FC236}">
                <a16:creationId xmlns:a16="http://schemas.microsoft.com/office/drawing/2014/main" id="{F19E9B47-EB27-C12B-1CFE-27700589580A}"/>
              </a:ext>
            </a:extLst>
          </p:cNvPr>
          <p:cNvSpPr>
            <a:spLocks noGrp="1"/>
          </p:cNvSpPr>
          <p:nvPr>
            <p:ph type="sldNum" sz="quarter" idx="12"/>
          </p:nvPr>
        </p:nvSpPr>
        <p:spPr/>
        <p:txBody>
          <a:bodyPr/>
          <a:lstStyle/>
          <a:p>
            <a:fld id="{091A926C-488A-4E3E-9C21-57CAA120E114}" type="slidenum">
              <a:rPr lang="en-GB" smtClean="0"/>
              <a:t>68</a:t>
            </a:fld>
            <a:endParaRPr lang="en-GB" dirty="0"/>
          </a:p>
        </p:txBody>
      </p:sp>
      <mc:AlternateContent xmlns:mc="http://schemas.openxmlformats.org/markup-compatibility/2006">
        <mc:Choice xmlns:a14="http://schemas.microsoft.com/office/drawing/2010/main" Requires="a14">
          <p:graphicFrame>
            <p:nvGraphicFramePr>
              <p:cNvPr id="7" name="Diagram 6">
                <a:extLst>
                  <a:ext uri="{FF2B5EF4-FFF2-40B4-BE49-F238E27FC236}">
                    <a16:creationId xmlns:a16="http://schemas.microsoft.com/office/drawing/2014/main" id="{A2B8AF13-69EE-0F76-4FB2-65B537E8B1ED}"/>
                  </a:ext>
                </a:extLst>
              </p:cNvPr>
              <p:cNvGraphicFramePr/>
              <p:nvPr>
                <p:extLst>
                  <p:ext uri="{D42A27DB-BD31-4B8C-83A1-F6EECF244321}">
                    <p14:modId xmlns:p14="http://schemas.microsoft.com/office/powerpoint/2010/main" val="947406177"/>
                  </p:ext>
                </p:extLst>
              </p:nvPr>
            </p:nvGraphicFramePr>
            <p:xfrm>
              <a:off x="588965" y="1153550"/>
              <a:ext cx="11143490" cy="49518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p:graphicFrame>
            <p:nvGraphicFramePr>
              <p:cNvPr id="7" name="Diagram 6">
                <a:extLst>
                  <a:ext uri="{FF2B5EF4-FFF2-40B4-BE49-F238E27FC236}">
                    <a16:creationId xmlns:a16="http://schemas.microsoft.com/office/drawing/2014/main" id="{A2B8AF13-69EE-0F76-4FB2-65B537E8B1ED}"/>
                  </a:ext>
                </a:extLst>
              </p:cNvPr>
              <p:cNvGraphicFramePr/>
              <p:nvPr>
                <p:extLst>
                  <p:ext uri="{D42A27DB-BD31-4B8C-83A1-F6EECF244321}">
                    <p14:modId xmlns:p14="http://schemas.microsoft.com/office/powerpoint/2010/main" val="947406177"/>
                  </p:ext>
                </p:extLst>
              </p:nvPr>
            </p:nvGraphicFramePr>
            <p:xfrm>
              <a:off x="588965" y="1153550"/>
              <a:ext cx="11143490" cy="4951827"/>
            </p:xfrm>
            <a:graphic>
              <a:graphicData uri="http://schemas.openxmlformats.org/drawingml/2006/diagram">
                <dgm:relIds xmlns:dgm="http://schemas.openxmlformats.org/drawingml/2006/diagram" xmlns:r="http://schemas.openxmlformats.org/officeDocument/2006/relationships" r:dm="rId8" r:lo="rId4" r:qs="rId5" r:cs="rId6"/>
              </a:graphicData>
            </a:graphic>
          </p:graphicFrame>
        </mc:Fallback>
      </mc:AlternateContent>
    </p:spTree>
    <p:extLst>
      <p:ext uri="{BB962C8B-B14F-4D97-AF65-F5344CB8AC3E}">
        <p14:creationId xmlns:p14="http://schemas.microsoft.com/office/powerpoint/2010/main" val="1727328915"/>
      </p:ext>
    </p:extLst>
  </p:cSld>
  <p:clrMapOvr>
    <a:masterClrMapping/>
  </p:clrMapOvr>
</p:sld>
</file>

<file path=ppt/theme/theme1.xml><?xml version="1.0" encoding="utf-8"?>
<a:theme xmlns:a="http://schemas.openxmlformats.org/drawingml/2006/main" name="Brugerdefineret design">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øbenhavns Universitet">
      <a:majorFont>
        <a:latin typeface="Microsoft New Tai Lue"/>
        <a:ea typeface=""/>
        <a:cs typeface=""/>
      </a:majorFont>
      <a:minorFont>
        <a:latin typeface="Microsoft New Tai Lue"/>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a:solidFill>
            <a:schemeClr val="accent1"/>
          </a:solidFill>
        </a:ln>
      </a:spPr>
      <a:bodyPr wrap="square" rtlCol="0" anchor="ctr">
        <a:noAutofit/>
      </a:bodyPr>
      <a:lstStyle>
        <a:defPPr algn="l">
          <a:defRPr sz="2400" dirty="0" err="1" smtClean="0">
            <a:solidFill>
              <a:schemeClr val="bg1"/>
            </a:solidFill>
          </a:defRPr>
        </a:defPPr>
      </a:lstStyle>
    </a:spDef>
    <a:txDef>
      <a:spPr/>
      <a:bodyPr vert="horz" wrap="square" lIns="0" tIns="0" rIns="0" bIns="0" rtlCol="0" anchor="t" anchorCtr="0">
        <a:spAutoFit/>
      </a:bodyPr>
      <a:lstStyle>
        <a:defPPr marL="0" marR="0" indent="0" algn="l" defTabSz="914400" rtl="0" eaLnBrk="1" fontAlgn="auto" latinLnBrk="0" hangingPunct="1">
          <a:lnSpc>
            <a:spcPct val="100000"/>
          </a:lnSpc>
          <a:spcBef>
            <a:spcPct val="0"/>
          </a:spcBef>
          <a:spcAft>
            <a:spcPts val="0"/>
          </a:spcAft>
          <a:buClrTx/>
          <a:buSzTx/>
          <a:buFontTx/>
          <a:buNone/>
          <a:tabLst/>
          <a:defRPr sz="2400" b="0" dirty="0" smtClean="0">
            <a:solidFill>
              <a:schemeClr val="tx1"/>
            </a:solidFill>
            <a:latin typeface="+mn-lt"/>
          </a:defRPr>
        </a:defPPr>
      </a:lstStyle>
    </a:txDef>
  </a:objectDefaults>
  <a:extraClrSchemeLst/>
  <a:extLst>
    <a:ext uri="{05A4C25C-085E-4340-85A3-A5531E510DB2}">
      <thm15:themeFamily xmlns:thm15="http://schemas.microsoft.com/office/thememl/2012/main" name="16x9_ENG_small.potx" id="{A70F9A1F-93A5-4805-8858-DB7BCC9A1D51}" vid="{B5E1177A-036F-4C81-80B1-865B2B2F55E4}"/>
    </a:ext>
  </a:extLst>
</a:theme>
</file>

<file path=ppt/theme/theme2.xml><?xml version="1.0" encoding="utf-8"?>
<a:theme xmlns:a="http://schemas.openxmlformats.org/drawingml/2006/main" name="Office Theme">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U 2023">
      <a:majorFont>
        <a:latin typeface="Microsoft New Tai Lue"/>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U 2023">
      <a:majorFont>
        <a:latin typeface="Microsoft New Tai Lue"/>
        <a:ea typeface=""/>
        <a:cs typeface=""/>
      </a:majorFont>
      <a:minorFont>
        <a:latin typeface="Microsoft New Tai Lue"/>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Brugerdefineret design</Template>
  <TotalTime>17291</TotalTime>
  <Words>7927</Words>
  <Application>Microsoft Macintosh PowerPoint</Application>
  <PresentationFormat>Widescreen</PresentationFormat>
  <Paragraphs>1596</Paragraphs>
  <Slides>68</Slides>
  <Notes>66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68</vt:i4>
      </vt:variant>
    </vt:vector>
  </HeadingPairs>
  <TitlesOfParts>
    <vt:vector size="73" baseType="lpstr">
      <vt:lpstr>Arial</vt:lpstr>
      <vt:lpstr>Cambria Math</vt:lpstr>
      <vt:lpstr>Microsoft New Tai Lue</vt:lpstr>
      <vt:lpstr>Wingdings</vt:lpstr>
      <vt:lpstr>Brugerdefineret design</vt:lpstr>
      <vt:lpstr>PowerPoint Presentation</vt:lpstr>
      <vt:lpstr>Why vanadium and why geometry matters</vt:lpstr>
      <vt:lpstr>Why vanadium and why geometry matters</vt:lpstr>
      <vt:lpstr>Why vanadium and why geometry matters</vt:lpstr>
      <vt:lpstr>Why vanadium and why geometry matters</vt:lpstr>
      <vt:lpstr>Research objectives</vt:lpstr>
      <vt:lpstr>Research objectives</vt:lpstr>
      <vt:lpstr>Research objectives</vt:lpstr>
      <vt:lpstr>Research objectives</vt:lpstr>
      <vt:lpstr>Theory</vt:lpstr>
      <vt:lpstr>Theory</vt:lpstr>
      <vt:lpstr>Theory</vt:lpstr>
      <vt:lpstr>Theory</vt:lpstr>
      <vt:lpstr>Theory</vt:lpstr>
      <vt:lpstr>Theory</vt:lpstr>
      <vt:lpstr>The McMini implementation</vt:lpstr>
      <vt:lpstr>The McMini implementation</vt:lpstr>
      <vt:lpstr>The McMini implementation</vt:lpstr>
      <vt:lpstr>The McMini implementation</vt:lpstr>
      <vt:lpstr>Validation result: McMini vs McStas</vt:lpstr>
      <vt:lpstr>Validation result: McMini vs McStas</vt:lpstr>
      <vt:lpstr>Validation result: McMini vs McStas</vt:lpstr>
      <vt:lpstr>Validation result: McMini vs McStas</vt:lpstr>
      <vt:lpstr>Validation result: McMini vs McStas</vt:lpstr>
      <vt:lpstr>Validation result: McMini vs McStas</vt:lpstr>
      <vt:lpstr>Validation result: McMini vs McStas</vt:lpstr>
      <vt:lpstr>Validation result: McMini vs McStas</vt:lpstr>
      <vt:lpstr>4π monitor artifact</vt:lpstr>
      <vt:lpstr>4π monitor artifact</vt:lpstr>
      <vt:lpstr>4π monitor artifact</vt:lpstr>
      <vt:lpstr>4π monitor artifact</vt:lpstr>
      <vt:lpstr>4π monitor artifact</vt:lpstr>
      <vt:lpstr>4π monitor artifact</vt:lpstr>
      <vt:lpstr>Cylindrical monitor artifact</vt:lpstr>
      <vt:lpstr>Cylindrical monitor artifact</vt:lpstr>
      <vt:lpstr>Cylindrical monitor artifact</vt:lpstr>
      <vt:lpstr>Cylindrical monitor artifact</vt:lpstr>
      <vt:lpstr>Cylindrical monitor artifact</vt:lpstr>
      <vt:lpstr>Thin-limit study</vt:lpstr>
      <vt:lpstr>Thin-limit study</vt:lpstr>
      <vt:lpstr>Thin-limit study</vt:lpstr>
      <vt:lpstr>Thin-limit study</vt:lpstr>
      <vt:lpstr>CAMEA geometry study</vt:lpstr>
      <vt:lpstr>CAMEA geometry study</vt:lpstr>
      <vt:lpstr>CAMEA geometry study</vt:lpstr>
      <vt:lpstr>CAMEA geometry study</vt:lpstr>
      <vt:lpstr>CAMEA geometry study</vt:lpstr>
      <vt:lpstr>Optimization method</vt:lpstr>
      <vt:lpstr>Optimization method</vt:lpstr>
      <vt:lpstr>Optimization results</vt:lpstr>
      <vt:lpstr>Optimization results</vt:lpstr>
      <vt:lpstr>Optimization results</vt:lpstr>
      <vt:lpstr>Optimization results</vt:lpstr>
      <vt:lpstr>Optimization results</vt:lpstr>
      <vt:lpstr>Optimization results</vt:lpstr>
      <vt:lpstr>Optimization results</vt:lpstr>
      <vt:lpstr>Limitations</vt:lpstr>
      <vt:lpstr>Limitations</vt:lpstr>
      <vt:lpstr>Limitations</vt:lpstr>
      <vt:lpstr>Limitations</vt:lpstr>
      <vt:lpstr>Limitations</vt:lpstr>
      <vt:lpstr>Limitations</vt:lpstr>
      <vt:lpstr>Final conclusion</vt:lpstr>
      <vt:lpstr>Final conclusion</vt:lpstr>
      <vt:lpstr>Final conclusion</vt:lpstr>
      <vt:lpstr>Final conclusion</vt:lpstr>
      <vt:lpstr>Questions</vt:lpstr>
      <vt:lpstr>Other relevant equations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subject/>
  <dc:creator>Christian Kaas Thyssen</dc:creator>
  <cp:keywords/>
  <dc:description/>
  <cp:lastModifiedBy>Christian Kaas Thyssen</cp:lastModifiedBy>
  <cp:revision>19</cp:revision>
  <dcterms:created xsi:type="dcterms:W3CDTF">2026-06-16T13:33:18Z</dcterms:created>
  <dcterms:modified xsi:type="dcterms:W3CDTF">2026-06-28T14:05:25Z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www.omnidocs.com</vt:lpwstr>
  </property>
</Properties>
</file>